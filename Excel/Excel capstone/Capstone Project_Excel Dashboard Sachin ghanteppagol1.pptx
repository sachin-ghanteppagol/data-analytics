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sldIdLst>
    <p:sldId id="270" r:id="rId4"/>
    <p:sldId id="319" r:id="rId5"/>
    <p:sldId id="299" r:id="rId6"/>
    <p:sldId id="318" r:id="rId7"/>
    <p:sldId id="349" r:id="rId8"/>
    <p:sldId id="351" r:id="rId9"/>
    <p:sldId id="352" r:id="rId10"/>
    <p:sldId id="354" r:id="rId11"/>
    <p:sldId id="355" r:id="rId12"/>
    <p:sldId id="357" r:id="rId13"/>
    <p:sldId id="362" r:id="rId14"/>
    <p:sldId id="359" r:id="rId15"/>
    <p:sldId id="313" r:id="rId16"/>
    <p:sldId id="31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22A91B"/>
    <a:srgbClr val="24E4F8"/>
    <a:srgbClr val="F62AD9"/>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6" autoAdjust="0"/>
    <p:restoredTop sz="94660"/>
  </p:normalViewPr>
  <p:slideViewPr>
    <p:cSldViewPr snapToGrid="0" showGuides="1">
      <p:cViewPr varScale="1">
        <p:scale>
          <a:sx n="72" d="100"/>
          <a:sy n="72" d="100"/>
        </p:scale>
        <p:origin x="840" y="78"/>
      </p:cViewPr>
      <p:guideLst>
        <p:guide orient="horz" pos="2352"/>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chin\Desktop\excel%20capston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chin\Desktop\Sachin%20ghanteppagolExcelCapston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achin\Desktop\excel%20capston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achin\Desktop\Sachin%20ghanteppagolExcelCapston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achin\Desktop\excel%20capston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achin\Desktop\excel%20capstone.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achin\Desktop\excel%20capstone.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achin\Desktop\Sachin%20ghanteppagolExcelCapstone.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capstone.xlsx]Number of wins!PivotTable2</c:name>
    <c:fmtId val="7"/>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baseline="0" dirty="0"/>
              <a:t>Total wins by each team </a:t>
            </a:r>
            <a:endParaRPr lang="en-US" dirty="0"/>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'Number of wins'!$B$3</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'Number of wins'!$A$4:$A$17</c:f>
              <c:strCache>
                <c:ptCount val="13"/>
                <c:pt idx="0">
                  <c:v>Mumbai Indians</c:v>
                </c:pt>
                <c:pt idx="1">
                  <c:v>Chennai Super Kings</c:v>
                </c:pt>
                <c:pt idx="2">
                  <c:v>Kings XI Punjab</c:v>
                </c:pt>
                <c:pt idx="3">
                  <c:v>Royal Challengers Bangalore</c:v>
                </c:pt>
                <c:pt idx="4">
                  <c:v>Kolkata Knight Riders</c:v>
                </c:pt>
                <c:pt idx="5">
                  <c:v>Delhi Daredevils</c:v>
                </c:pt>
                <c:pt idx="6">
                  <c:v>Rajasthan Royals</c:v>
                </c:pt>
                <c:pt idx="7">
                  <c:v>Sunrisers Hyderabad</c:v>
                </c:pt>
                <c:pt idx="8">
                  <c:v>Deccan Chargers</c:v>
                </c:pt>
                <c:pt idx="9">
                  <c:v>Pune Warriors</c:v>
                </c:pt>
                <c:pt idx="10">
                  <c:v>Rising Pune Supergiants</c:v>
                </c:pt>
                <c:pt idx="11">
                  <c:v>Gujarat Lions</c:v>
                </c:pt>
                <c:pt idx="12">
                  <c:v>Kochi Tuskers Kerala</c:v>
                </c:pt>
              </c:strCache>
            </c:strRef>
          </c:cat>
          <c:val>
            <c:numRef>
              <c:f>'Number of wins'!$B$4:$B$17</c:f>
              <c:numCache>
                <c:formatCode>General</c:formatCode>
                <c:ptCount val="13"/>
                <c:pt idx="0">
                  <c:v>82</c:v>
                </c:pt>
                <c:pt idx="1">
                  <c:v>77</c:v>
                </c:pt>
                <c:pt idx="2">
                  <c:v>77</c:v>
                </c:pt>
                <c:pt idx="3">
                  <c:v>69</c:v>
                </c:pt>
                <c:pt idx="4">
                  <c:v>68</c:v>
                </c:pt>
                <c:pt idx="5">
                  <c:v>61</c:v>
                </c:pt>
                <c:pt idx="6">
                  <c:v>54</c:v>
                </c:pt>
                <c:pt idx="7">
                  <c:v>46</c:v>
                </c:pt>
                <c:pt idx="8">
                  <c:v>43</c:v>
                </c:pt>
                <c:pt idx="9">
                  <c:v>20</c:v>
                </c:pt>
                <c:pt idx="10">
                  <c:v>15</c:v>
                </c:pt>
                <c:pt idx="11">
                  <c:v>14</c:v>
                </c:pt>
                <c:pt idx="12">
                  <c:v>7</c:v>
                </c:pt>
              </c:numCache>
            </c:numRef>
          </c:val>
          <c:extLst>
            <c:ext xmlns:c16="http://schemas.microsoft.com/office/drawing/2014/chart" uri="{C3380CC4-5D6E-409C-BE32-E72D297353CC}">
              <c16:uniqueId val="{00000000-9262-4442-8386-BC6417C27069}"/>
            </c:ext>
          </c:extLst>
        </c:ser>
        <c:dLbls>
          <c:dLblPos val="inEnd"/>
          <c:showLegendKey val="0"/>
          <c:showVal val="1"/>
          <c:showCatName val="0"/>
          <c:showSerName val="0"/>
          <c:showPercent val="0"/>
          <c:showBubbleSize val="0"/>
        </c:dLbls>
        <c:gapWidth val="65"/>
        <c:axId val="626697048"/>
        <c:axId val="626689176"/>
      </c:barChart>
      <c:catAx>
        <c:axId val="626697048"/>
        <c:scaling>
          <c:orientation val="maxMin"/>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26689176"/>
        <c:crosses val="autoZero"/>
        <c:auto val="1"/>
        <c:lblAlgn val="ctr"/>
        <c:lblOffset val="100"/>
        <c:noMultiLvlLbl val="0"/>
      </c:catAx>
      <c:valAx>
        <c:axId val="626689176"/>
        <c:scaling>
          <c:orientation val="minMax"/>
        </c:scaling>
        <c:delete val="0"/>
        <c:axPos val="t"/>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626697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[Sachin ghanteppagolExcelCapstone.xlsx]Venues matches!PivotTable7</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Total matches played at venues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'Venues matches'!$B$3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'Venues matches'!$A$4:$A$35</c:f>
              <c:strCache>
                <c:ptCount val="31"/>
                <c:pt idx="0">
                  <c:v>Mumbai</c:v>
                </c:pt>
                <c:pt idx="1">
                  <c:v>Bangalore</c:v>
                </c:pt>
                <c:pt idx="2">
                  <c:v>Kolkata</c:v>
                </c:pt>
                <c:pt idx="3">
                  <c:v>Delhi</c:v>
                </c:pt>
                <c:pt idx="4">
                  <c:v>Hyderabad</c:v>
                </c:pt>
                <c:pt idx="5">
                  <c:v>Chennai</c:v>
                </c:pt>
                <c:pt idx="6">
                  <c:v>Chandigarh</c:v>
                </c:pt>
                <c:pt idx="7">
                  <c:v>Jaipur</c:v>
                </c:pt>
                <c:pt idx="8">
                  <c:v>Pune</c:v>
                </c:pt>
                <c:pt idx="9">
                  <c:v>Durban</c:v>
                </c:pt>
                <c:pt idx="10">
                  <c:v>Ahmedabad</c:v>
                </c:pt>
                <c:pt idx="11">
                  <c:v>Centurion</c:v>
                </c:pt>
                <c:pt idx="12">
                  <c:v>Visakhapatnam</c:v>
                </c:pt>
                <c:pt idx="13">
                  <c:v>Rajkot</c:v>
                </c:pt>
                <c:pt idx="14">
                  <c:v>Dharamsala</c:v>
                </c:pt>
                <c:pt idx="15">
                  <c:v>Johannesburg</c:v>
                </c:pt>
                <c:pt idx="16">
                  <c:v>(blank)</c:v>
                </c:pt>
                <c:pt idx="17">
                  <c:v>Abu Dhabi</c:v>
                </c:pt>
                <c:pt idx="18">
                  <c:v>Ranchi</c:v>
                </c:pt>
                <c:pt idx="19">
                  <c:v>Port Elizabeth</c:v>
                </c:pt>
                <c:pt idx="20">
                  <c:v>Cape Town</c:v>
                </c:pt>
                <c:pt idx="21">
                  <c:v>Cuttack</c:v>
                </c:pt>
                <c:pt idx="22">
                  <c:v>Raipur</c:v>
                </c:pt>
                <c:pt idx="23">
                  <c:v>Sharjah</c:v>
                </c:pt>
                <c:pt idx="24">
                  <c:v>Indore</c:v>
                </c:pt>
                <c:pt idx="25">
                  <c:v>Kochi</c:v>
                </c:pt>
                <c:pt idx="26">
                  <c:v>Kanpur</c:v>
                </c:pt>
                <c:pt idx="27">
                  <c:v>East London</c:v>
                </c:pt>
                <c:pt idx="28">
                  <c:v>Nagpur</c:v>
                </c:pt>
                <c:pt idx="29">
                  <c:v>Kimberley</c:v>
                </c:pt>
                <c:pt idx="30">
                  <c:v>Bloemfontein</c:v>
                </c:pt>
              </c:strCache>
            </c:strRef>
          </c:cat>
          <c:val>
            <c:numRef>
              <c:f>'Venues matches'!$B$4:$B$35</c:f>
              <c:numCache>
                <c:formatCode>General</c:formatCode>
                <c:ptCount val="31"/>
                <c:pt idx="0">
                  <c:v>85</c:v>
                </c:pt>
                <c:pt idx="1">
                  <c:v>66</c:v>
                </c:pt>
                <c:pt idx="2">
                  <c:v>61</c:v>
                </c:pt>
                <c:pt idx="3">
                  <c:v>60</c:v>
                </c:pt>
                <c:pt idx="4">
                  <c:v>49</c:v>
                </c:pt>
                <c:pt idx="5">
                  <c:v>48</c:v>
                </c:pt>
                <c:pt idx="6">
                  <c:v>46</c:v>
                </c:pt>
                <c:pt idx="7">
                  <c:v>33</c:v>
                </c:pt>
                <c:pt idx="8">
                  <c:v>32</c:v>
                </c:pt>
                <c:pt idx="9">
                  <c:v>15</c:v>
                </c:pt>
                <c:pt idx="10">
                  <c:v>12</c:v>
                </c:pt>
                <c:pt idx="11">
                  <c:v>12</c:v>
                </c:pt>
                <c:pt idx="12">
                  <c:v>11</c:v>
                </c:pt>
                <c:pt idx="13">
                  <c:v>10</c:v>
                </c:pt>
                <c:pt idx="14">
                  <c:v>9</c:v>
                </c:pt>
                <c:pt idx="15">
                  <c:v>8</c:v>
                </c:pt>
                <c:pt idx="16">
                  <c:v>7</c:v>
                </c:pt>
                <c:pt idx="17">
                  <c:v>7</c:v>
                </c:pt>
                <c:pt idx="18">
                  <c:v>7</c:v>
                </c:pt>
                <c:pt idx="19">
                  <c:v>7</c:v>
                </c:pt>
                <c:pt idx="20">
                  <c:v>7</c:v>
                </c:pt>
                <c:pt idx="21">
                  <c:v>7</c:v>
                </c:pt>
                <c:pt idx="22">
                  <c:v>6</c:v>
                </c:pt>
                <c:pt idx="23">
                  <c:v>6</c:v>
                </c:pt>
                <c:pt idx="24">
                  <c:v>5</c:v>
                </c:pt>
                <c:pt idx="25">
                  <c:v>5</c:v>
                </c:pt>
                <c:pt idx="26">
                  <c:v>4</c:v>
                </c:pt>
                <c:pt idx="27">
                  <c:v>3</c:v>
                </c:pt>
                <c:pt idx="28">
                  <c:v>3</c:v>
                </c:pt>
                <c:pt idx="29">
                  <c:v>3</c:v>
                </c:pt>
                <c:pt idx="30">
                  <c:v>2</c:v>
                </c:pt>
              </c:numCache>
            </c:numRef>
          </c:val>
          <c:extLst>
            <c:ext xmlns:c16="http://schemas.microsoft.com/office/drawing/2014/chart" uri="{C3380CC4-5D6E-409C-BE32-E72D297353CC}">
              <c16:uniqueId val="{00000000-22BF-4F8B-BF14-267C48219ED3}"/>
            </c:ext>
          </c:extLst>
        </c:ser>
        <c:dLbls>
          <c:dLblPos val="outEnd"/>
          <c:showLegendKey val="0"/>
          <c:showVal val="1"/>
          <c:showCatName val="0"/>
          <c:showSerName val="0"/>
          <c:showPercent val="0"/>
          <c:showBubbleSize val="0"/>
        </c:dLbls>
        <c:gapWidth val="219"/>
        <c:overlap val="-27"/>
        <c:axId val="536477352"/>
        <c:axId val="536483912"/>
      </c:barChart>
      <c:catAx>
        <c:axId val="536477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6483912"/>
        <c:crosses val="autoZero"/>
        <c:auto val="1"/>
        <c:lblAlgn val="ctr"/>
        <c:lblOffset val="100"/>
        <c:noMultiLvlLbl val="0"/>
      </c:catAx>
      <c:valAx>
        <c:axId val="536483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64773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capstone.xlsx]Team_Extra_runs !PivotTable1</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extra runs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'Team_Extra_runs '!$B$1</c:f>
              <c:strCache>
                <c:ptCount val="1"/>
                <c:pt idx="0">
                  <c:v>Total</c:v>
                </c:pt>
              </c:strCache>
            </c:strRef>
          </c:tx>
          <c:spPr>
            <a:solidFill>
              <a:schemeClr val="accent1"/>
            </a:solidFill>
            <a:ln>
              <a:noFill/>
            </a:ln>
            <a:effectLst/>
          </c:spPr>
          <c:invertIfNegative val="0"/>
          <c:cat>
            <c:strRef>
              <c:f>'Team_Extra_runs '!$A$2:$A$15</c:f>
              <c:strCache>
                <c:ptCount val="13"/>
                <c:pt idx="0">
                  <c:v>Mumbai Indians</c:v>
                </c:pt>
                <c:pt idx="1">
                  <c:v>Royal Challengers Bangalore</c:v>
                </c:pt>
                <c:pt idx="2">
                  <c:v>Kings XI Punjab</c:v>
                </c:pt>
                <c:pt idx="3">
                  <c:v>Kolkata Knight Riders</c:v>
                </c:pt>
                <c:pt idx="4">
                  <c:v>Delhi Daredevils</c:v>
                </c:pt>
                <c:pt idx="5">
                  <c:v>Rajasthan Royals</c:v>
                </c:pt>
                <c:pt idx="6">
                  <c:v>Chennai Super Kings</c:v>
                </c:pt>
                <c:pt idx="7">
                  <c:v>Deccan Chargers</c:v>
                </c:pt>
                <c:pt idx="8">
                  <c:v>Sunrisers Hyderabad</c:v>
                </c:pt>
                <c:pt idx="9">
                  <c:v>Pune Warriors</c:v>
                </c:pt>
                <c:pt idx="10">
                  <c:v>Rising Pune Supergiants</c:v>
                </c:pt>
                <c:pt idx="11">
                  <c:v>Gujarat Lions</c:v>
                </c:pt>
                <c:pt idx="12">
                  <c:v>Kochi Tuskers Kerala</c:v>
                </c:pt>
              </c:strCache>
            </c:strRef>
          </c:cat>
          <c:val>
            <c:numRef>
              <c:f>'Team_Extra_runs '!$B$2:$B$15</c:f>
              <c:numCache>
                <c:formatCode>General</c:formatCode>
                <c:ptCount val="13"/>
                <c:pt idx="0">
                  <c:v>1397</c:v>
                </c:pt>
                <c:pt idx="1">
                  <c:v>1309</c:v>
                </c:pt>
                <c:pt idx="2">
                  <c:v>1230</c:v>
                </c:pt>
                <c:pt idx="3">
                  <c:v>1204</c:v>
                </c:pt>
                <c:pt idx="4">
                  <c:v>1187</c:v>
                </c:pt>
                <c:pt idx="5">
                  <c:v>1058</c:v>
                </c:pt>
                <c:pt idx="6">
                  <c:v>1002</c:v>
                </c:pt>
                <c:pt idx="7">
                  <c:v>659</c:v>
                </c:pt>
                <c:pt idx="8">
                  <c:v>487</c:v>
                </c:pt>
                <c:pt idx="9">
                  <c:v>335</c:v>
                </c:pt>
                <c:pt idx="10">
                  <c:v>219</c:v>
                </c:pt>
                <c:pt idx="11">
                  <c:v>188</c:v>
                </c:pt>
                <c:pt idx="12">
                  <c:v>110</c:v>
                </c:pt>
              </c:numCache>
            </c:numRef>
          </c:val>
          <c:extLst>
            <c:ext xmlns:c16="http://schemas.microsoft.com/office/drawing/2014/chart" uri="{C3380CC4-5D6E-409C-BE32-E72D297353CC}">
              <c16:uniqueId val="{00000000-92F3-4C87-ABCA-D459F6A45797}"/>
            </c:ext>
          </c:extLst>
        </c:ser>
        <c:dLbls>
          <c:showLegendKey val="0"/>
          <c:showVal val="0"/>
          <c:showCatName val="0"/>
          <c:showSerName val="0"/>
          <c:showPercent val="0"/>
          <c:showBubbleSize val="0"/>
        </c:dLbls>
        <c:gapWidth val="182"/>
        <c:axId val="536466856"/>
        <c:axId val="536467512"/>
      </c:barChart>
      <c:catAx>
        <c:axId val="53646685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6467512"/>
        <c:crosses val="autoZero"/>
        <c:auto val="1"/>
        <c:lblAlgn val="ctr"/>
        <c:lblOffset val="100"/>
        <c:noMultiLvlLbl val="0"/>
      </c:catAx>
      <c:valAx>
        <c:axId val="536467512"/>
        <c:scaling>
          <c:orientation val="minMax"/>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64668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[Sachin ghanteppagolExcelCapstone.xlsx]Toss decisions!PivotTable9</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Toss</a:t>
            </a:r>
            <a:r>
              <a:rPr lang="en-IN" baseline="0"/>
              <a:t> decisions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'Toss decisions'!$B$3</c:f>
              <c:strCache>
                <c:ptCount val="1"/>
                <c:pt idx="0">
                  <c:v>Total</c:v>
                </c:pt>
              </c:strCache>
            </c:strRef>
          </c:tx>
          <c:spPr>
            <a:solidFill>
              <a:schemeClr val="accent1"/>
            </a:solidFill>
            <a:ln>
              <a:noFill/>
            </a:ln>
            <a:effectLst/>
          </c:spPr>
          <c:invertIfNegative val="0"/>
          <c:cat>
            <c:strRef>
              <c:f>'Toss decisions'!$A$4:$A$6</c:f>
              <c:strCache>
                <c:ptCount val="2"/>
                <c:pt idx="0">
                  <c:v>field</c:v>
                </c:pt>
                <c:pt idx="1">
                  <c:v>bat</c:v>
                </c:pt>
              </c:strCache>
            </c:strRef>
          </c:cat>
          <c:val>
            <c:numRef>
              <c:f>'Toss decisions'!$B$4:$B$6</c:f>
              <c:numCache>
                <c:formatCode>General</c:formatCode>
                <c:ptCount val="2"/>
                <c:pt idx="0">
                  <c:v>363</c:v>
                </c:pt>
                <c:pt idx="1">
                  <c:v>273</c:v>
                </c:pt>
              </c:numCache>
            </c:numRef>
          </c:val>
          <c:extLst>
            <c:ext xmlns:c16="http://schemas.microsoft.com/office/drawing/2014/chart" uri="{C3380CC4-5D6E-409C-BE32-E72D297353CC}">
              <c16:uniqueId val="{00000000-CE74-49DD-A363-84A82FFEFBEA}"/>
            </c:ext>
          </c:extLst>
        </c:ser>
        <c:dLbls>
          <c:showLegendKey val="0"/>
          <c:showVal val="0"/>
          <c:showCatName val="0"/>
          <c:showSerName val="0"/>
          <c:showPercent val="0"/>
          <c:showBubbleSize val="0"/>
        </c:dLbls>
        <c:gapWidth val="219"/>
        <c:overlap val="100"/>
        <c:axId val="536446848"/>
        <c:axId val="536447176"/>
      </c:barChart>
      <c:catAx>
        <c:axId val="536446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6447176"/>
        <c:crosses val="autoZero"/>
        <c:auto val="1"/>
        <c:lblAlgn val="ctr"/>
        <c:lblOffset val="100"/>
        <c:noMultiLvlLbl val="0"/>
      </c:catAx>
      <c:valAx>
        <c:axId val="536447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64468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capstone.xlsx]Most runs!PivotTable10</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Most runs by batsman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lumMod val="70000"/>
              <a:lumOff val="30000"/>
            </a:schemeClr>
          </a:solidFill>
          <a:ln w="19050">
            <a:solidFill>
              <a:schemeClr val="lt1"/>
            </a:solidFill>
          </a:ln>
          <a:effectLst/>
        </c:spPr>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pivotFmt>
      <c:pivotFmt>
        <c:idx val="49"/>
        <c:spPr>
          <a:solidFill>
            <a:schemeClr val="accent1"/>
          </a:solidFill>
          <a:ln w="19050">
            <a:solidFill>
              <a:schemeClr val="lt1"/>
            </a:solidFill>
          </a:ln>
          <a:effectLst/>
        </c:spPr>
      </c:pivotFmt>
      <c:pivotFmt>
        <c:idx val="50"/>
        <c:spPr>
          <a:solidFill>
            <a:schemeClr val="accent1"/>
          </a:solidFill>
          <a:ln w="19050">
            <a:solidFill>
              <a:schemeClr val="lt1"/>
            </a:solidFill>
          </a:ln>
          <a:effectLst/>
        </c:spPr>
      </c:pivotFmt>
      <c:pivotFmt>
        <c:idx val="51"/>
        <c:spPr>
          <a:solidFill>
            <a:schemeClr val="accent1"/>
          </a:solidFill>
          <a:ln w="19050">
            <a:solidFill>
              <a:schemeClr val="lt1"/>
            </a:solidFill>
          </a:ln>
          <a:effectLst/>
        </c:spPr>
      </c:pivotFmt>
      <c:pivotFmt>
        <c:idx val="52"/>
        <c:spPr>
          <a:solidFill>
            <a:schemeClr val="accent1"/>
          </a:solidFill>
          <a:ln w="19050">
            <a:solidFill>
              <a:schemeClr val="lt1"/>
            </a:solidFill>
          </a:ln>
          <a:effectLst/>
        </c:spPr>
      </c:pivotFmt>
      <c:pivotFmt>
        <c:idx val="53"/>
        <c:spPr>
          <a:solidFill>
            <a:schemeClr val="accent1"/>
          </a:solidFill>
          <a:ln w="19050">
            <a:solidFill>
              <a:schemeClr val="lt1"/>
            </a:solidFill>
          </a:ln>
          <a:effectLst/>
        </c:spPr>
      </c:pivotFmt>
      <c:pivotFmt>
        <c:idx val="54"/>
        <c:spPr>
          <a:solidFill>
            <a:schemeClr val="accent1"/>
          </a:solidFill>
          <a:ln w="19050">
            <a:solidFill>
              <a:schemeClr val="lt1"/>
            </a:solidFill>
          </a:ln>
          <a:effectLst/>
        </c:spPr>
      </c:pivotFmt>
      <c:pivotFmt>
        <c:idx val="55"/>
        <c:spPr>
          <a:solidFill>
            <a:schemeClr val="accent1"/>
          </a:solidFill>
          <a:ln w="19050">
            <a:solidFill>
              <a:schemeClr val="lt1"/>
            </a:solidFill>
          </a:ln>
          <a:effectLst/>
        </c:spPr>
      </c:pivotFmt>
      <c:pivotFmt>
        <c:idx val="56"/>
        <c:spPr>
          <a:solidFill>
            <a:schemeClr val="accent1"/>
          </a:solidFill>
          <a:ln w="19050">
            <a:solidFill>
              <a:schemeClr val="lt1"/>
            </a:solidFill>
          </a:ln>
          <a:effectLst/>
        </c:spPr>
      </c:pivotFmt>
      <c:pivotFmt>
        <c:idx val="57"/>
        <c:spPr>
          <a:solidFill>
            <a:schemeClr val="accent1"/>
          </a:solidFill>
          <a:ln w="19050">
            <a:solidFill>
              <a:schemeClr val="lt1"/>
            </a:solidFill>
          </a:ln>
          <a:effectLst/>
        </c:spPr>
      </c:pivotFmt>
      <c:pivotFmt>
        <c:idx val="58"/>
        <c:spPr>
          <a:solidFill>
            <a:schemeClr val="accent1"/>
          </a:solidFill>
          <a:ln w="19050">
            <a:solidFill>
              <a:schemeClr val="lt1"/>
            </a:solidFill>
          </a:ln>
          <a:effectLst/>
        </c:spPr>
      </c:pivotFmt>
      <c:pivotFmt>
        <c:idx val="59"/>
        <c:spPr>
          <a:solidFill>
            <a:schemeClr val="accent1"/>
          </a:solidFill>
          <a:ln w="19050">
            <a:solidFill>
              <a:schemeClr val="lt1"/>
            </a:solidFill>
          </a:ln>
          <a:effectLst/>
        </c:spPr>
      </c:pivotFmt>
      <c:pivotFmt>
        <c:idx val="60"/>
        <c:spPr>
          <a:solidFill>
            <a:schemeClr val="accent1"/>
          </a:solidFill>
          <a:ln w="19050">
            <a:solidFill>
              <a:schemeClr val="lt1"/>
            </a:solidFill>
          </a:ln>
          <a:effectLst/>
        </c:spPr>
      </c:pivotFmt>
      <c:pivotFmt>
        <c:idx val="61"/>
        <c:spPr>
          <a:solidFill>
            <a:schemeClr val="accent1"/>
          </a:solidFill>
          <a:ln w="19050">
            <a:solidFill>
              <a:schemeClr val="lt1"/>
            </a:solidFill>
          </a:ln>
          <a:effectLst/>
        </c:spPr>
      </c:pivotFmt>
      <c:pivotFmt>
        <c:idx val="62"/>
        <c:spPr>
          <a:solidFill>
            <a:schemeClr val="accent1"/>
          </a:solidFill>
          <a:ln w="19050">
            <a:solidFill>
              <a:schemeClr val="lt1"/>
            </a:solidFill>
          </a:ln>
          <a:effectLst/>
        </c:spPr>
      </c:pivotFmt>
      <c:pivotFmt>
        <c:idx val="63"/>
        <c:spPr>
          <a:solidFill>
            <a:schemeClr val="accent1"/>
          </a:solidFill>
          <a:ln w="19050">
            <a:solidFill>
              <a:schemeClr val="lt1"/>
            </a:solidFill>
          </a:ln>
          <a:effectLst/>
        </c:spPr>
      </c:pivotFmt>
      <c:pivotFmt>
        <c:idx val="64"/>
        <c:spPr>
          <a:solidFill>
            <a:schemeClr val="accent1"/>
          </a:solidFill>
          <a:ln w="19050">
            <a:solidFill>
              <a:schemeClr val="lt1"/>
            </a:solidFill>
          </a:ln>
          <a:effectLst/>
        </c:spPr>
      </c:pivotFmt>
      <c:pivotFmt>
        <c:idx val="65"/>
        <c:spPr>
          <a:solidFill>
            <a:schemeClr val="accent1"/>
          </a:solidFill>
          <a:ln w="19050">
            <a:solidFill>
              <a:schemeClr val="lt1"/>
            </a:solidFill>
          </a:ln>
          <a:effectLst/>
        </c:spPr>
      </c:pivotFmt>
      <c:pivotFmt>
        <c:idx val="66"/>
        <c:spPr>
          <a:solidFill>
            <a:schemeClr val="accent1"/>
          </a:solidFill>
          <a:ln w="19050">
            <a:solidFill>
              <a:schemeClr val="lt1"/>
            </a:solidFill>
          </a:ln>
          <a:effectLst/>
        </c:spPr>
      </c:pivotFmt>
      <c:pivotFmt>
        <c:idx val="67"/>
        <c:spPr>
          <a:solidFill>
            <a:schemeClr val="accent1"/>
          </a:solidFill>
          <a:ln w="19050">
            <a:solidFill>
              <a:schemeClr val="lt1"/>
            </a:solidFill>
          </a:ln>
          <a:effectLst/>
        </c:spPr>
      </c:pivotFmt>
      <c:pivotFmt>
        <c:idx val="68"/>
        <c:spPr>
          <a:solidFill>
            <a:schemeClr val="accent1"/>
          </a:solidFill>
          <a:ln w="19050">
            <a:solidFill>
              <a:schemeClr val="lt1"/>
            </a:solidFill>
          </a:ln>
          <a:effectLst/>
        </c:spPr>
      </c:pivotFmt>
      <c:pivotFmt>
        <c:idx val="69"/>
        <c:spPr>
          <a:solidFill>
            <a:schemeClr val="accent1"/>
          </a:solidFill>
          <a:ln w="19050">
            <a:solidFill>
              <a:schemeClr val="lt1"/>
            </a:solidFill>
          </a:ln>
          <a:effectLst/>
        </c:spPr>
      </c:pivotFmt>
      <c:pivotFmt>
        <c:idx val="70"/>
        <c:spPr>
          <a:solidFill>
            <a:schemeClr val="accent1"/>
          </a:solidFill>
          <a:ln w="19050">
            <a:solidFill>
              <a:schemeClr val="lt1"/>
            </a:solidFill>
          </a:ln>
          <a:effectLst/>
        </c:spPr>
      </c:pivotFmt>
      <c:pivotFmt>
        <c:idx val="71"/>
        <c:spPr>
          <a:solidFill>
            <a:schemeClr val="accent1"/>
          </a:solidFill>
          <a:ln w="19050">
            <a:solidFill>
              <a:schemeClr val="lt1"/>
            </a:solidFill>
          </a:ln>
          <a:effectLst/>
        </c:spPr>
      </c:pivotFmt>
      <c:pivotFmt>
        <c:idx val="72"/>
        <c:spPr>
          <a:solidFill>
            <a:schemeClr val="accent1"/>
          </a:solidFill>
          <a:ln w="19050">
            <a:solidFill>
              <a:schemeClr val="lt1"/>
            </a:solidFill>
          </a:ln>
          <a:effectLst/>
        </c:spPr>
      </c:pivotFmt>
      <c:pivotFmt>
        <c:idx val="73"/>
        <c:spPr>
          <a:solidFill>
            <a:schemeClr val="accent1"/>
          </a:solidFill>
          <a:ln w="19050">
            <a:solidFill>
              <a:schemeClr val="lt1"/>
            </a:solidFill>
          </a:ln>
          <a:effectLst/>
        </c:spPr>
      </c:pivotFmt>
      <c:pivotFmt>
        <c:idx val="74"/>
        <c:spPr>
          <a:solidFill>
            <a:schemeClr val="accent1"/>
          </a:solidFill>
          <a:ln w="19050">
            <a:solidFill>
              <a:schemeClr val="lt1"/>
            </a:solidFill>
          </a:ln>
          <a:effectLst/>
        </c:spPr>
      </c:pivotFmt>
      <c:pivotFmt>
        <c:idx val="75"/>
        <c:spPr>
          <a:solidFill>
            <a:schemeClr val="accent1"/>
          </a:solidFill>
          <a:ln w="19050">
            <a:solidFill>
              <a:schemeClr val="lt1"/>
            </a:solidFill>
          </a:ln>
          <a:effectLst/>
        </c:spPr>
      </c:pivotFmt>
      <c:pivotFmt>
        <c:idx val="76"/>
        <c:spPr>
          <a:solidFill>
            <a:schemeClr val="accent1"/>
          </a:solidFill>
          <a:ln w="19050">
            <a:solidFill>
              <a:schemeClr val="lt1"/>
            </a:solidFill>
          </a:ln>
          <a:effectLst/>
        </c:spPr>
      </c:pivotFmt>
      <c:pivotFmt>
        <c:idx val="77"/>
        <c:spPr>
          <a:solidFill>
            <a:schemeClr val="accent1"/>
          </a:solidFill>
          <a:ln w="19050">
            <a:solidFill>
              <a:schemeClr val="lt1"/>
            </a:solidFill>
          </a:ln>
          <a:effectLst/>
        </c:spPr>
      </c:pivotFmt>
      <c:pivotFmt>
        <c:idx val="78"/>
        <c:spPr>
          <a:solidFill>
            <a:schemeClr val="accent1"/>
          </a:solidFill>
          <a:ln w="19050">
            <a:solidFill>
              <a:schemeClr val="lt1"/>
            </a:solidFill>
          </a:ln>
          <a:effectLst/>
        </c:spPr>
      </c:pivotFmt>
      <c:pivotFmt>
        <c:idx val="79"/>
        <c:spPr>
          <a:solidFill>
            <a:schemeClr val="accent1"/>
          </a:solidFill>
          <a:ln w="19050">
            <a:solidFill>
              <a:schemeClr val="lt1"/>
            </a:solidFill>
          </a:ln>
          <a:effectLst/>
        </c:spPr>
      </c:pivotFmt>
      <c:pivotFmt>
        <c:idx val="80"/>
        <c:spPr>
          <a:solidFill>
            <a:schemeClr val="accent1"/>
          </a:solidFill>
          <a:ln w="19050">
            <a:solidFill>
              <a:schemeClr val="lt1"/>
            </a:solidFill>
          </a:ln>
          <a:effectLst/>
        </c:spPr>
      </c:pivotFmt>
      <c:pivotFmt>
        <c:idx val="81"/>
        <c:spPr>
          <a:solidFill>
            <a:schemeClr val="accent1"/>
          </a:solidFill>
          <a:ln w="19050">
            <a:solidFill>
              <a:schemeClr val="lt1"/>
            </a:solidFill>
          </a:ln>
          <a:effectLst/>
        </c:spPr>
      </c:pivotFmt>
      <c:pivotFmt>
        <c:idx val="82"/>
        <c:spPr>
          <a:solidFill>
            <a:schemeClr val="accent1"/>
          </a:solidFill>
          <a:ln w="19050">
            <a:solidFill>
              <a:schemeClr val="lt1"/>
            </a:solidFill>
          </a:ln>
          <a:effectLst/>
        </c:spPr>
      </c:pivotFmt>
      <c:pivotFmt>
        <c:idx val="83"/>
        <c:spPr>
          <a:solidFill>
            <a:schemeClr val="accent1"/>
          </a:solidFill>
          <a:ln w="19050">
            <a:solidFill>
              <a:schemeClr val="lt1"/>
            </a:solidFill>
          </a:ln>
          <a:effectLst/>
        </c:spPr>
      </c:pivotFmt>
      <c:pivotFmt>
        <c:idx val="84"/>
        <c:spPr>
          <a:solidFill>
            <a:schemeClr val="accent1"/>
          </a:solidFill>
          <a:ln w="19050">
            <a:solidFill>
              <a:schemeClr val="lt1"/>
            </a:solidFill>
          </a:ln>
          <a:effectLst/>
        </c:spPr>
      </c:pivotFmt>
      <c:pivotFmt>
        <c:idx val="85"/>
        <c:spPr>
          <a:solidFill>
            <a:schemeClr val="accent1"/>
          </a:solidFill>
          <a:ln w="19050">
            <a:solidFill>
              <a:schemeClr val="lt1"/>
            </a:solidFill>
          </a:ln>
          <a:effectLst/>
        </c:spPr>
      </c:pivotFmt>
      <c:pivotFmt>
        <c:idx val="86"/>
        <c:spPr>
          <a:solidFill>
            <a:schemeClr val="accent1"/>
          </a:solidFill>
          <a:ln w="19050">
            <a:solidFill>
              <a:schemeClr val="lt1"/>
            </a:solidFill>
          </a:ln>
          <a:effectLst/>
        </c:spPr>
      </c:pivotFmt>
      <c:pivotFmt>
        <c:idx val="87"/>
        <c:spPr>
          <a:solidFill>
            <a:schemeClr val="accent1"/>
          </a:solidFill>
          <a:ln w="19050">
            <a:solidFill>
              <a:schemeClr val="lt1"/>
            </a:solidFill>
          </a:ln>
          <a:effectLst/>
        </c:spPr>
      </c:pivotFmt>
      <c:pivotFmt>
        <c:idx val="88"/>
        <c:spPr>
          <a:solidFill>
            <a:schemeClr val="accent1"/>
          </a:solidFill>
          <a:ln w="19050">
            <a:solidFill>
              <a:schemeClr val="lt1"/>
            </a:solidFill>
          </a:ln>
          <a:effectLst/>
        </c:spPr>
      </c:pivotFmt>
      <c:pivotFmt>
        <c:idx val="89"/>
        <c:spPr>
          <a:solidFill>
            <a:schemeClr val="accent1"/>
          </a:solidFill>
          <a:ln w="19050">
            <a:solidFill>
              <a:schemeClr val="lt1"/>
            </a:solidFill>
          </a:ln>
          <a:effectLst/>
        </c:spPr>
      </c:pivotFmt>
      <c:pivotFmt>
        <c:idx val="90"/>
        <c:spPr>
          <a:solidFill>
            <a:schemeClr val="accent1"/>
          </a:solidFill>
          <a:ln w="19050">
            <a:solidFill>
              <a:schemeClr val="lt1"/>
            </a:solidFill>
          </a:ln>
          <a:effectLst/>
        </c:spPr>
      </c:pivotFmt>
      <c:pivotFmt>
        <c:idx val="91"/>
        <c:spPr>
          <a:solidFill>
            <a:schemeClr val="accent1"/>
          </a:solidFill>
          <a:ln w="19050">
            <a:solidFill>
              <a:schemeClr val="lt1"/>
            </a:solidFill>
          </a:ln>
          <a:effectLst/>
        </c:spPr>
      </c:pivotFmt>
      <c:pivotFmt>
        <c:idx val="92"/>
        <c:spPr>
          <a:solidFill>
            <a:schemeClr val="accent1"/>
          </a:solidFill>
          <a:ln w="19050">
            <a:solidFill>
              <a:schemeClr val="lt1"/>
            </a:solidFill>
          </a:ln>
          <a:effectLst/>
        </c:spPr>
      </c:pivotFmt>
      <c:pivotFmt>
        <c:idx val="93"/>
        <c:spPr>
          <a:solidFill>
            <a:schemeClr val="accent1"/>
          </a:solidFill>
          <a:ln w="19050">
            <a:solidFill>
              <a:schemeClr val="lt1"/>
            </a:solidFill>
          </a:ln>
          <a:effectLst/>
        </c:spPr>
      </c:pivotFmt>
      <c:pivotFmt>
        <c:idx val="94"/>
        <c:spPr>
          <a:solidFill>
            <a:schemeClr val="accent1"/>
          </a:solidFill>
          <a:ln w="19050">
            <a:solidFill>
              <a:schemeClr val="lt1"/>
            </a:solidFill>
          </a:ln>
          <a:effectLst/>
        </c:spPr>
      </c:pivotFmt>
      <c:pivotFmt>
        <c:idx val="95"/>
        <c:spPr>
          <a:solidFill>
            <a:schemeClr val="accent1"/>
          </a:solidFill>
          <a:ln w="19050">
            <a:solidFill>
              <a:schemeClr val="lt1"/>
            </a:solidFill>
          </a:ln>
          <a:effectLst/>
        </c:spPr>
      </c:pivotFmt>
      <c:pivotFmt>
        <c:idx val="96"/>
        <c:spPr>
          <a:solidFill>
            <a:schemeClr val="accent1"/>
          </a:solidFill>
          <a:ln w="19050">
            <a:solidFill>
              <a:schemeClr val="lt1"/>
            </a:solidFill>
          </a:ln>
          <a:effectLst/>
        </c:spPr>
      </c:pivotFmt>
      <c:pivotFmt>
        <c:idx val="97"/>
        <c:spPr>
          <a:solidFill>
            <a:schemeClr val="accent1"/>
          </a:solidFill>
          <a:ln w="19050">
            <a:solidFill>
              <a:schemeClr val="lt1"/>
            </a:solidFill>
          </a:ln>
          <a:effectLst/>
        </c:spPr>
      </c:pivotFmt>
      <c:pivotFmt>
        <c:idx val="98"/>
        <c:spPr>
          <a:solidFill>
            <a:schemeClr val="accent1"/>
          </a:solidFill>
          <a:ln w="19050">
            <a:solidFill>
              <a:schemeClr val="lt1"/>
            </a:solidFill>
          </a:ln>
          <a:effectLst/>
        </c:spPr>
      </c:pivotFmt>
      <c:pivotFmt>
        <c:idx val="99"/>
        <c:spPr>
          <a:solidFill>
            <a:schemeClr val="accent1"/>
          </a:solidFill>
          <a:ln w="19050">
            <a:solidFill>
              <a:schemeClr val="lt1"/>
            </a:solidFill>
          </a:ln>
          <a:effectLst/>
        </c:spPr>
      </c:pivotFmt>
      <c:pivotFmt>
        <c:idx val="100"/>
        <c:spPr>
          <a:solidFill>
            <a:schemeClr val="accent1"/>
          </a:solidFill>
          <a:ln w="19050">
            <a:solidFill>
              <a:schemeClr val="lt1"/>
            </a:solidFill>
          </a:ln>
          <a:effectLst/>
        </c:spPr>
      </c:pivotFmt>
      <c:pivotFmt>
        <c:idx val="101"/>
        <c:spPr>
          <a:solidFill>
            <a:schemeClr val="accent1"/>
          </a:solidFill>
          <a:ln w="19050">
            <a:solidFill>
              <a:schemeClr val="lt1"/>
            </a:solidFill>
          </a:ln>
          <a:effectLst/>
        </c:spPr>
      </c:pivotFmt>
      <c:pivotFmt>
        <c:idx val="102"/>
        <c:spPr>
          <a:solidFill>
            <a:schemeClr val="accent1"/>
          </a:solidFill>
          <a:ln w="19050">
            <a:solidFill>
              <a:schemeClr val="lt1"/>
            </a:solidFill>
          </a:ln>
          <a:effectLst/>
        </c:spPr>
      </c:pivotFmt>
      <c:pivotFmt>
        <c:idx val="103"/>
        <c:spPr>
          <a:solidFill>
            <a:schemeClr val="accent1"/>
          </a:solidFill>
          <a:ln w="19050">
            <a:solidFill>
              <a:schemeClr val="lt1"/>
            </a:solidFill>
          </a:ln>
          <a:effectLst/>
        </c:spPr>
      </c:pivotFmt>
      <c:pivotFmt>
        <c:idx val="104"/>
        <c:spPr>
          <a:solidFill>
            <a:schemeClr val="accent1"/>
          </a:solidFill>
          <a:ln w="19050">
            <a:solidFill>
              <a:schemeClr val="lt1"/>
            </a:solidFill>
          </a:ln>
          <a:effectLst/>
        </c:spPr>
      </c:pivotFmt>
      <c:pivotFmt>
        <c:idx val="105"/>
        <c:spPr>
          <a:solidFill>
            <a:schemeClr val="accent1"/>
          </a:solidFill>
          <a:ln w="19050">
            <a:solidFill>
              <a:schemeClr val="lt1"/>
            </a:solidFill>
          </a:ln>
          <a:effectLst/>
        </c:spPr>
      </c:pivotFmt>
      <c:pivotFmt>
        <c:idx val="106"/>
        <c:spPr>
          <a:solidFill>
            <a:schemeClr val="accent1"/>
          </a:solidFill>
          <a:ln w="19050">
            <a:solidFill>
              <a:schemeClr val="lt1"/>
            </a:solidFill>
          </a:ln>
          <a:effectLst/>
        </c:spPr>
      </c:pivotFmt>
      <c:pivotFmt>
        <c:idx val="107"/>
        <c:spPr>
          <a:solidFill>
            <a:schemeClr val="accent1"/>
          </a:solidFill>
          <a:ln w="19050">
            <a:solidFill>
              <a:schemeClr val="lt1"/>
            </a:solidFill>
          </a:ln>
          <a:effectLst/>
        </c:spPr>
      </c:pivotFmt>
      <c:pivotFmt>
        <c:idx val="108"/>
        <c:spPr>
          <a:solidFill>
            <a:schemeClr val="accent1"/>
          </a:solidFill>
          <a:ln w="19050">
            <a:solidFill>
              <a:schemeClr val="lt1"/>
            </a:solidFill>
          </a:ln>
          <a:effectLst/>
        </c:spPr>
      </c:pivotFmt>
      <c:pivotFmt>
        <c:idx val="109"/>
        <c:spPr>
          <a:solidFill>
            <a:schemeClr val="accent1"/>
          </a:solidFill>
          <a:ln w="19050">
            <a:solidFill>
              <a:schemeClr val="lt1"/>
            </a:solidFill>
          </a:ln>
          <a:effectLst/>
        </c:spPr>
      </c:pivotFmt>
      <c:pivotFmt>
        <c:idx val="110"/>
        <c:spPr>
          <a:solidFill>
            <a:schemeClr val="accent1"/>
          </a:solidFill>
          <a:ln w="19050">
            <a:solidFill>
              <a:schemeClr val="lt1"/>
            </a:solidFill>
          </a:ln>
          <a:effectLst/>
        </c:spPr>
      </c:pivotFmt>
      <c:pivotFmt>
        <c:idx val="111"/>
        <c:spPr>
          <a:solidFill>
            <a:schemeClr val="accent1"/>
          </a:solidFill>
          <a:ln w="19050">
            <a:solidFill>
              <a:schemeClr val="lt1"/>
            </a:solidFill>
          </a:ln>
          <a:effectLst/>
        </c:spPr>
      </c:pivotFmt>
      <c:pivotFmt>
        <c:idx val="112"/>
        <c:spPr>
          <a:solidFill>
            <a:schemeClr val="accent1"/>
          </a:solidFill>
          <a:ln w="19050">
            <a:solidFill>
              <a:schemeClr val="lt1"/>
            </a:solidFill>
          </a:ln>
          <a:effectLst/>
        </c:spPr>
      </c:pivotFmt>
      <c:pivotFmt>
        <c:idx val="113"/>
        <c:spPr>
          <a:solidFill>
            <a:schemeClr val="accent1"/>
          </a:solidFill>
          <a:ln w="19050">
            <a:solidFill>
              <a:schemeClr val="lt1"/>
            </a:solidFill>
          </a:ln>
          <a:effectLst/>
        </c:spPr>
      </c:pivotFmt>
      <c:pivotFmt>
        <c:idx val="114"/>
        <c:spPr>
          <a:solidFill>
            <a:schemeClr val="accent1"/>
          </a:solidFill>
          <a:ln w="19050">
            <a:solidFill>
              <a:schemeClr val="lt1"/>
            </a:solidFill>
          </a:ln>
          <a:effectLst/>
        </c:spPr>
      </c:pivotFmt>
      <c:pivotFmt>
        <c:idx val="115"/>
        <c:spPr>
          <a:solidFill>
            <a:schemeClr val="accent1"/>
          </a:solidFill>
          <a:ln w="19050">
            <a:solidFill>
              <a:schemeClr val="lt1"/>
            </a:solidFill>
          </a:ln>
          <a:effectLst/>
        </c:spPr>
      </c:pivotFmt>
      <c:pivotFmt>
        <c:idx val="116"/>
        <c:spPr>
          <a:solidFill>
            <a:schemeClr val="accent1"/>
          </a:solidFill>
          <a:ln w="19050">
            <a:solidFill>
              <a:schemeClr val="lt1"/>
            </a:solidFill>
          </a:ln>
          <a:effectLst/>
        </c:spPr>
      </c:pivotFmt>
      <c:pivotFmt>
        <c:idx val="117"/>
        <c:spPr>
          <a:solidFill>
            <a:schemeClr val="accent1"/>
          </a:solidFill>
          <a:ln w="19050">
            <a:solidFill>
              <a:schemeClr val="lt1"/>
            </a:solidFill>
          </a:ln>
          <a:effectLst/>
        </c:spPr>
      </c:pivotFmt>
      <c:pivotFmt>
        <c:idx val="118"/>
        <c:spPr>
          <a:solidFill>
            <a:schemeClr val="accent1"/>
          </a:solidFill>
          <a:ln w="19050">
            <a:solidFill>
              <a:schemeClr val="lt1"/>
            </a:solidFill>
          </a:ln>
          <a:effectLst/>
        </c:spPr>
      </c:pivotFmt>
      <c:pivotFmt>
        <c:idx val="119"/>
        <c:spPr>
          <a:solidFill>
            <a:schemeClr val="accent1"/>
          </a:solidFill>
          <a:ln w="19050">
            <a:solidFill>
              <a:schemeClr val="lt1"/>
            </a:solidFill>
          </a:ln>
          <a:effectLst/>
        </c:spPr>
      </c:pivotFmt>
      <c:pivotFmt>
        <c:idx val="120"/>
        <c:spPr>
          <a:solidFill>
            <a:schemeClr val="accent1"/>
          </a:solidFill>
          <a:ln w="19050">
            <a:solidFill>
              <a:schemeClr val="lt1"/>
            </a:solidFill>
          </a:ln>
          <a:effectLst/>
        </c:spPr>
      </c:pivotFmt>
      <c:pivotFmt>
        <c:idx val="121"/>
        <c:spPr>
          <a:solidFill>
            <a:schemeClr val="accent1"/>
          </a:solidFill>
          <a:ln w="19050">
            <a:solidFill>
              <a:schemeClr val="lt1"/>
            </a:solidFill>
          </a:ln>
          <a:effectLst/>
        </c:spPr>
      </c:pivotFmt>
      <c:pivotFmt>
        <c:idx val="122"/>
        <c:spPr>
          <a:solidFill>
            <a:schemeClr val="accent1"/>
          </a:solidFill>
          <a:ln w="19050">
            <a:solidFill>
              <a:schemeClr val="lt1"/>
            </a:solidFill>
          </a:ln>
          <a:effectLst/>
        </c:spPr>
      </c:pivotFmt>
      <c:pivotFmt>
        <c:idx val="123"/>
        <c:spPr>
          <a:solidFill>
            <a:schemeClr val="accent1"/>
          </a:solidFill>
          <a:ln w="19050">
            <a:solidFill>
              <a:schemeClr val="lt1"/>
            </a:solidFill>
          </a:ln>
          <a:effectLst/>
        </c:spPr>
      </c:pivotFmt>
      <c:pivotFmt>
        <c:idx val="124"/>
        <c:spPr>
          <a:solidFill>
            <a:schemeClr val="accent1"/>
          </a:solidFill>
          <a:ln w="19050">
            <a:solidFill>
              <a:schemeClr val="lt1"/>
            </a:solidFill>
          </a:ln>
          <a:effectLst/>
        </c:spPr>
      </c:pivotFmt>
      <c:pivotFmt>
        <c:idx val="125"/>
        <c:spPr>
          <a:solidFill>
            <a:schemeClr val="accent1"/>
          </a:solidFill>
          <a:ln w="19050">
            <a:solidFill>
              <a:schemeClr val="lt1"/>
            </a:solidFill>
          </a:ln>
          <a:effectLst/>
        </c:spPr>
      </c:pivotFmt>
      <c:pivotFmt>
        <c:idx val="126"/>
        <c:spPr>
          <a:solidFill>
            <a:schemeClr val="accent1"/>
          </a:solidFill>
          <a:ln w="19050">
            <a:solidFill>
              <a:schemeClr val="lt1"/>
            </a:solidFill>
          </a:ln>
          <a:effectLst/>
        </c:spPr>
      </c:pivotFmt>
      <c:pivotFmt>
        <c:idx val="127"/>
        <c:spPr>
          <a:solidFill>
            <a:schemeClr val="accent1"/>
          </a:solidFill>
          <a:ln w="19050">
            <a:solidFill>
              <a:schemeClr val="lt1"/>
            </a:solidFill>
          </a:ln>
          <a:effectLst/>
        </c:spPr>
      </c:pivotFmt>
      <c:pivotFmt>
        <c:idx val="128"/>
        <c:spPr>
          <a:solidFill>
            <a:schemeClr val="accent1"/>
          </a:solidFill>
          <a:ln w="19050">
            <a:solidFill>
              <a:schemeClr val="lt1"/>
            </a:solidFill>
          </a:ln>
          <a:effectLst/>
        </c:spPr>
      </c:pivotFmt>
      <c:pivotFmt>
        <c:idx val="129"/>
        <c:spPr>
          <a:solidFill>
            <a:schemeClr val="accent1"/>
          </a:solidFill>
          <a:ln w="19050">
            <a:solidFill>
              <a:schemeClr val="lt1"/>
            </a:solidFill>
          </a:ln>
          <a:effectLst/>
        </c:spPr>
      </c:pivotFmt>
      <c:pivotFmt>
        <c:idx val="130"/>
        <c:spPr>
          <a:solidFill>
            <a:schemeClr val="accent1"/>
          </a:solidFill>
          <a:ln w="19050">
            <a:solidFill>
              <a:schemeClr val="lt1"/>
            </a:solidFill>
          </a:ln>
          <a:effectLst/>
        </c:spPr>
      </c:pivotFmt>
      <c:pivotFmt>
        <c:idx val="131"/>
        <c:spPr>
          <a:solidFill>
            <a:schemeClr val="accent1"/>
          </a:solidFill>
          <a:ln w="19050">
            <a:solidFill>
              <a:schemeClr val="lt1"/>
            </a:solidFill>
          </a:ln>
          <a:effectLst/>
        </c:spPr>
      </c:pivotFmt>
      <c:pivotFmt>
        <c:idx val="132"/>
        <c:spPr>
          <a:solidFill>
            <a:schemeClr val="accent1"/>
          </a:solidFill>
          <a:ln w="19050">
            <a:solidFill>
              <a:schemeClr val="lt1"/>
            </a:solidFill>
          </a:ln>
          <a:effectLst/>
        </c:spPr>
      </c:pivotFmt>
      <c:pivotFmt>
        <c:idx val="133"/>
        <c:spPr>
          <a:solidFill>
            <a:schemeClr val="accent1"/>
          </a:solidFill>
          <a:ln w="19050">
            <a:solidFill>
              <a:schemeClr val="lt1"/>
            </a:solidFill>
          </a:ln>
          <a:effectLst/>
        </c:spPr>
      </c:pivotFmt>
      <c:pivotFmt>
        <c:idx val="134"/>
        <c:spPr>
          <a:solidFill>
            <a:schemeClr val="accent1"/>
          </a:solidFill>
          <a:ln w="19050">
            <a:solidFill>
              <a:schemeClr val="lt1"/>
            </a:solidFill>
          </a:ln>
          <a:effectLst/>
        </c:spPr>
      </c:pivotFmt>
      <c:pivotFmt>
        <c:idx val="135"/>
        <c:spPr>
          <a:solidFill>
            <a:schemeClr val="accent1"/>
          </a:solidFill>
          <a:ln w="19050">
            <a:solidFill>
              <a:schemeClr val="lt1"/>
            </a:solidFill>
          </a:ln>
          <a:effectLst/>
        </c:spPr>
      </c:pivotFmt>
      <c:pivotFmt>
        <c:idx val="136"/>
        <c:spPr>
          <a:solidFill>
            <a:schemeClr val="accent1"/>
          </a:solidFill>
          <a:ln w="19050">
            <a:solidFill>
              <a:schemeClr val="lt1"/>
            </a:solidFill>
          </a:ln>
          <a:effectLst/>
        </c:spPr>
      </c:pivotFmt>
      <c:pivotFmt>
        <c:idx val="137"/>
        <c:spPr>
          <a:solidFill>
            <a:schemeClr val="accent1"/>
          </a:solidFill>
          <a:ln w="19050">
            <a:solidFill>
              <a:schemeClr val="lt1"/>
            </a:solidFill>
          </a:ln>
          <a:effectLst/>
        </c:spPr>
      </c:pivotFmt>
      <c:pivotFmt>
        <c:idx val="138"/>
        <c:spPr>
          <a:solidFill>
            <a:schemeClr val="accent1"/>
          </a:solidFill>
          <a:ln w="19050">
            <a:solidFill>
              <a:schemeClr val="lt1"/>
            </a:solidFill>
          </a:ln>
          <a:effectLst/>
        </c:spPr>
      </c:pivotFmt>
      <c:pivotFmt>
        <c:idx val="139"/>
        <c:spPr>
          <a:solidFill>
            <a:schemeClr val="accent1"/>
          </a:solidFill>
          <a:ln w="19050">
            <a:solidFill>
              <a:schemeClr val="lt1"/>
            </a:solidFill>
          </a:ln>
          <a:effectLst/>
        </c:spPr>
      </c:pivotFmt>
      <c:pivotFmt>
        <c:idx val="140"/>
        <c:spPr>
          <a:solidFill>
            <a:schemeClr val="accent1"/>
          </a:solidFill>
          <a:ln w="19050">
            <a:solidFill>
              <a:schemeClr val="lt1"/>
            </a:solidFill>
          </a:ln>
          <a:effectLst/>
        </c:spPr>
      </c:pivotFmt>
      <c:pivotFmt>
        <c:idx val="141"/>
        <c:spPr>
          <a:solidFill>
            <a:schemeClr val="accent1"/>
          </a:solidFill>
          <a:ln w="19050">
            <a:solidFill>
              <a:schemeClr val="lt1"/>
            </a:solidFill>
          </a:ln>
          <a:effectLst/>
        </c:spPr>
      </c:pivotFmt>
      <c:pivotFmt>
        <c:idx val="142"/>
        <c:spPr>
          <a:solidFill>
            <a:schemeClr val="accent1"/>
          </a:solidFill>
          <a:ln w="19050">
            <a:solidFill>
              <a:schemeClr val="lt1"/>
            </a:solidFill>
          </a:ln>
          <a:effectLst/>
        </c:spPr>
      </c:pivotFmt>
      <c:pivotFmt>
        <c:idx val="143"/>
        <c:spPr>
          <a:solidFill>
            <a:schemeClr val="accent1"/>
          </a:solidFill>
          <a:ln w="19050">
            <a:solidFill>
              <a:schemeClr val="lt1"/>
            </a:solidFill>
          </a:ln>
          <a:effectLst/>
        </c:spPr>
      </c:pivotFmt>
      <c:pivotFmt>
        <c:idx val="144"/>
        <c:spPr>
          <a:solidFill>
            <a:schemeClr val="accent1"/>
          </a:solidFill>
          <a:ln w="19050">
            <a:solidFill>
              <a:schemeClr val="lt1"/>
            </a:solidFill>
          </a:ln>
          <a:effectLst/>
        </c:spPr>
      </c:pivotFmt>
      <c:pivotFmt>
        <c:idx val="145"/>
        <c:spPr>
          <a:solidFill>
            <a:schemeClr val="accent1"/>
          </a:solidFill>
          <a:ln w="19050">
            <a:solidFill>
              <a:schemeClr val="lt1"/>
            </a:solidFill>
          </a:ln>
          <a:effectLst/>
        </c:spPr>
      </c:pivotFmt>
      <c:pivotFmt>
        <c:idx val="146"/>
        <c:spPr>
          <a:solidFill>
            <a:schemeClr val="accent1"/>
          </a:solidFill>
          <a:ln w="19050">
            <a:solidFill>
              <a:schemeClr val="lt1"/>
            </a:solidFill>
          </a:ln>
          <a:effectLst/>
        </c:spPr>
      </c:pivotFmt>
      <c:pivotFmt>
        <c:idx val="147"/>
        <c:spPr>
          <a:solidFill>
            <a:schemeClr val="accent1"/>
          </a:solidFill>
          <a:ln w="19050">
            <a:solidFill>
              <a:schemeClr val="lt1"/>
            </a:solidFill>
          </a:ln>
          <a:effectLst/>
        </c:spPr>
      </c:pivotFmt>
      <c:pivotFmt>
        <c:idx val="148"/>
        <c:spPr>
          <a:solidFill>
            <a:schemeClr val="accent1"/>
          </a:solidFill>
          <a:ln w="19050">
            <a:solidFill>
              <a:schemeClr val="lt1"/>
            </a:solidFill>
          </a:ln>
          <a:effectLst/>
        </c:spPr>
      </c:pivotFmt>
      <c:pivotFmt>
        <c:idx val="149"/>
        <c:spPr>
          <a:solidFill>
            <a:schemeClr val="accent1"/>
          </a:solidFill>
          <a:ln w="19050">
            <a:solidFill>
              <a:schemeClr val="lt1"/>
            </a:solidFill>
          </a:ln>
          <a:effectLst/>
        </c:spPr>
      </c:pivotFmt>
      <c:pivotFmt>
        <c:idx val="150"/>
        <c:spPr>
          <a:solidFill>
            <a:schemeClr val="accent1"/>
          </a:solidFill>
          <a:ln w="19050">
            <a:solidFill>
              <a:schemeClr val="lt1"/>
            </a:solidFill>
          </a:ln>
          <a:effectLst/>
        </c:spPr>
      </c:pivotFmt>
      <c:pivotFmt>
        <c:idx val="151"/>
        <c:spPr>
          <a:solidFill>
            <a:schemeClr val="accent1"/>
          </a:solidFill>
          <a:ln w="19050">
            <a:solidFill>
              <a:schemeClr val="lt1"/>
            </a:solidFill>
          </a:ln>
          <a:effectLst/>
        </c:spPr>
      </c:pivotFmt>
      <c:pivotFmt>
        <c:idx val="152"/>
        <c:spPr>
          <a:solidFill>
            <a:schemeClr val="accent1"/>
          </a:solidFill>
          <a:ln w="19050">
            <a:solidFill>
              <a:schemeClr val="lt1"/>
            </a:solidFill>
          </a:ln>
          <a:effectLst/>
        </c:spPr>
      </c:pivotFmt>
      <c:pivotFmt>
        <c:idx val="153"/>
        <c:spPr>
          <a:solidFill>
            <a:schemeClr val="accent1"/>
          </a:solidFill>
          <a:ln w="19050">
            <a:solidFill>
              <a:schemeClr val="lt1"/>
            </a:solidFill>
          </a:ln>
          <a:effectLst/>
        </c:spPr>
      </c:pivotFmt>
      <c:pivotFmt>
        <c:idx val="154"/>
        <c:spPr>
          <a:solidFill>
            <a:schemeClr val="accent1"/>
          </a:solidFill>
          <a:ln w="19050">
            <a:solidFill>
              <a:schemeClr val="lt1"/>
            </a:solidFill>
          </a:ln>
          <a:effectLst/>
        </c:spPr>
      </c:pivotFmt>
      <c:pivotFmt>
        <c:idx val="155"/>
        <c:spPr>
          <a:solidFill>
            <a:schemeClr val="accent1"/>
          </a:solidFill>
          <a:ln w="19050">
            <a:solidFill>
              <a:schemeClr val="lt1"/>
            </a:solidFill>
          </a:ln>
          <a:effectLst/>
        </c:spPr>
      </c:pivotFmt>
      <c:pivotFmt>
        <c:idx val="156"/>
        <c:spPr>
          <a:solidFill>
            <a:schemeClr val="accent1"/>
          </a:solidFill>
          <a:ln w="19050">
            <a:solidFill>
              <a:schemeClr val="lt1"/>
            </a:solidFill>
          </a:ln>
          <a:effectLst/>
        </c:spPr>
      </c:pivotFmt>
      <c:pivotFmt>
        <c:idx val="157"/>
        <c:spPr>
          <a:solidFill>
            <a:schemeClr val="accent1"/>
          </a:solidFill>
          <a:ln w="19050">
            <a:solidFill>
              <a:schemeClr val="lt1"/>
            </a:solidFill>
          </a:ln>
          <a:effectLst/>
        </c:spPr>
      </c:pivotFmt>
      <c:pivotFmt>
        <c:idx val="158"/>
        <c:spPr>
          <a:solidFill>
            <a:schemeClr val="accent1"/>
          </a:solidFill>
          <a:ln w="19050">
            <a:solidFill>
              <a:schemeClr val="lt1"/>
            </a:solidFill>
          </a:ln>
          <a:effectLst/>
        </c:spPr>
      </c:pivotFmt>
      <c:pivotFmt>
        <c:idx val="159"/>
        <c:spPr>
          <a:solidFill>
            <a:schemeClr val="accent1"/>
          </a:solidFill>
          <a:ln w="19050">
            <a:solidFill>
              <a:schemeClr val="lt1"/>
            </a:solidFill>
          </a:ln>
          <a:effectLst/>
        </c:spPr>
      </c:pivotFmt>
      <c:pivotFmt>
        <c:idx val="160"/>
        <c:spPr>
          <a:solidFill>
            <a:schemeClr val="accent1"/>
          </a:solidFill>
          <a:ln w="19050">
            <a:solidFill>
              <a:schemeClr val="lt1"/>
            </a:solidFill>
          </a:ln>
          <a:effectLst/>
        </c:spPr>
      </c:pivotFmt>
      <c:pivotFmt>
        <c:idx val="161"/>
        <c:spPr>
          <a:solidFill>
            <a:schemeClr val="accent1"/>
          </a:solidFill>
          <a:ln w="19050">
            <a:solidFill>
              <a:schemeClr val="lt1"/>
            </a:solidFill>
          </a:ln>
          <a:effectLst/>
        </c:spPr>
      </c:pivotFmt>
      <c:pivotFmt>
        <c:idx val="162"/>
        <c:spPr>
          <a:solidFill>
            <a:schemeClr val="accent1"/>
          </a:solidFill>
          <a:ln w="19050">
            <a:solidFill>
              <a:schemeClr val="lt1"/>
            </a:solidFill>
          </a:ln>
          <a:effectLst/>
        </c:spPr>
      </c:pivotFmt>
      <c:pivotFmt>
        <c:idx val="163"/>
        <c:spPr>
          <a:solidFill>
            <a:schemeClr val="accent1"/>
          </a:solidFill>
          <a:ln w="19050">
            <a:solidFill>
              <a:schemeClr val="lt1"/>
            </a:solidFill>
          </a:ln>
          <a:effectLst/>
        </c:spPr>
      </c:pivotFmt>
      <c:pivotFmt>
        <c:idx val="164"/>
        <c:spPr>
          <a:solidFill>
            <a:schemeClr val="accent1"/>
          </a:solidFill>
          <a:ln w="19050">
            <a:solidFill>
              <a:schemeClr val="lt1"/>
            </a:solidFill>
          </a:ln>
          <a:effectLst/>
        </c:spPr>
      </c:pivotFmt>
      <c:pivotFmt>
        <c:idx val="165"/>
        <c:spPr>
          <a:solidFill>
            <a:schemeClr val="accent1"/>
          </a:solidFill>
          <a:ln w="19050">
            <a:solidFill>
              <a:schemeClr val="lt1"/>
            </a:solidFill>
          </a:ln>
          <a:effectLst/>
        </c:spPr>
      </c:pivotFmt>
      <c:pivotFmt>
        <c:idx val="166"/>
        <c:spPr>
          <a:solidFill>
            <a:schemeClr val="accent1"/>
          </a:solidFill>
          <a:ln w="19050">
            <a:solidFill>
              <a:schemeClr val="lt1"/>
            </a:solidFill>
          </a:ln>
          <a:effectLst/>
        </c:spPr>
      </c:pivotFmt>
      <c:pivotFmt>
        <c:idx val="167"/>
        <c:spPr>
          <a:solidFill>
            <a:schemeClr val="accent1"/>
          </a:solidFill>
          <a:ln w="19050">
            <a:solidFill>
              <a:schemeClr val="lt1"/>
            </a:solidFill>
          </a:ln>
          <a:effectLst/>
        </c:spPr>
      </c:pivotFmt>
      <c:pivotFmt>
        <c:idx val="168"/>
        <c:spPr>
          <a:solidFill>
            <a:schemeClr val="accent1"/>
          </a:solidFill>
          <a:ln w="19050">
            <a:solidFill>
              <a:schemeClr val="lt1"/>
            </a:solidFill>
          </a:ln>
          <a:effectLst/>
        </c:spPr>
      </c:pivotFmt>
      <c:pivotFmt>
        <c:idx val="169"/>
        <c:spPr>
          <a:solidFill>
            <a:schemeClr val="accent1"/>
          </a:solidFill>
          <a:ln w="19050">
            <a:solidFill>
              <a:schemeClr val="lt1"/>
            </a:solidFill>
          </a:ln>
          <a:effectLst/>
        </c:spPr>
      </c:pivotFmt>
      <c:pivotFmt>
        <c:idx val="170"/>
        <c:spPr>
          <a:solidFill>
            <a:schemeClr val="accent1"/>
          </a:solidFill>
          <a:ln w="19050">
            <a:solidFill>
              <a:schemeClr val="lt1"/>
            </a:solidFill>
          </a:ln>
          <a:effectLst/>
        </c:spPr>
      </c:pivotFmt>
      <c:pivotFmt>
        <c:idx val="171"/>
        <c:spPr>
          <a:solidFill>
            <a:schemeClr val="accent1"/>
          </a:solidFill>
          <a:ln w="19050">
            <a:solidFill>
              <a:schemeClr val="lt1"/>
            </a:solidFill>
          </a:ln>
          <a:effectLst/>
        </c:spPr>
      </c:pivotFmt>
      <c:pivotFmt>
        <c:idx val="172"/>
        <c:spPr>
          <a:solidFill>
            <a:schemeClr val="accent1"/>
          </a:solidFill>
          <a:ln w="19050">
            <a:solidFill>
              <a:schemeClr val="lt1"/>
            </a:solidFill>
          </a:ln>
          <a:effectLst/>
        </c:spPr>
      </c:pivotFmt>
      <c:pivotFmt>
        <c:idx val="173"/>
        <c:spPr>
          <a:solidFill>
            <a:schemeClr val="accent1"/>
          </a:solidFill>
          <a:ln w="19050">
            <a:solidFill>
              <a:schemeClr val="lt1"/>
            </a:solidFill>
          </a:ln>
          <a:effectLst/>
        </c:spPr>
      </c:pivotFmt>
      <c:pivotFmt>
        <c:idx val="174"/>
        <c:spPr>
          <a:solidFill>
            <a:schemeClr val="accent1"/>
          </a:solidFill>
          <a:ln w="19050">
            <a:solidFill>
              <a:schemeClr val="lt1"/>
            </a:solidFill>
          </a:ln>
          <a:effectLst/>
        </c:spPr>
      </c:pivotFmt>
      <c:pivotFmt>
        <c:idx val="175"/>
        <c:spPr>
          <a:solidFill>
            <a:schemeClr val="accent1"/>
          </a:solidFill>
          <a:ln w="19050">
            <a:solidFill>
              <a:schemeClr val="lt1"/>
            </a:solidFill>
          </a:ln>
          <a:effectLst/>
        </c:spPr>
      </c:pivotFmt>
      <c:pivotFmt>
        <c:idx val="176"/>
        <c:spPr>
          <a:solidFill>
            <a:schemeClr val="accent1"/>
          </a:solidFill>
          <a:ln w="19050">
            <a:solidFill>
              <a:schemeClr val="lt1"/>
            </a:solidFill>
          </a:ln>
          <a:effectLst/>
        </c:spPr>
      </c:pivotFmt>
      <c:pivotFmt>
        <c:idx val="177"/>
        <c:spPr>
          <a:solidFill>
            <a:schemeClr val="accent1"/>
          </a:solidFill>
          <a:ln w="19050">
            <a:solidFill>
              <a:schemeClr val="lt1"/>
            </a:solidFill>
          </a:ln>
          <a:effectLst/>
        </c:spPr>
      </c:pivotFmt>
      <c:pivotFmt>
        <c:idx val="178"/>
        <c:spPr>
          <a:solidFill>
            <a:schemeClr val="accent1"/>
          </a:solidFill>
          <a:ln w="19050">
            <a:solidFill>
              <a:schemeClr val="lt1"/>
            </a:solidFill>
          </a:ln>
          <a:effectLst/>
        </c:spPr>
      </c:pivotFmt>
      <c:pivotFmt>
        <c:idx val="179"/>
        <c:spPr>
          <a:solidFill>
            <a:schemeClr val="accent1"/>
          </a:solidFill>
          <a:ln w="19050">
            <a:solidFill>
              <a:schemeClr val="lt1"/>
            </a:solidFill>
          </a:ln>
          <a:effectLst/>
        </c:spPr>
      </c:pivotFmt>
      <c:pivotFmt>
        <c:idx val="180"/>
        <c:spPr>
          <a:solidFill>
            <a:schemeClr val="accent1"/>
          </a:solidFill>
          <a:ln w="19050">
            <a:solidFill>
              <a:schemeClr val="lt1"/>
            </a:solidFill>
          </a:ln>
          <a:effectLst/>
        </c:spPr>
      </c:pivotFmt>
      <c:pivotFmt>
        <c:idx val="181"/>
        <c:spPr>
          <a:solidFill>
            <a:schemeClr val="accent1"/>
          </a:solidFill>
          <a:ln w="19050">
            <a:solidFill>
              <a:schemeClr val="lt1"/>
            </a:solidFill>
          </a:ln>
          <a:effectLst/>
        </c:spPr>
      </c:pivotFmt>
      <c:pivotFmt>
        <c:idx val="182"/>
        <c:spPr>
          <a:solidFill>
            <a:schemeClr val="accent1"/>
          </a:solidFill>
          <a:ln w="19050">
            <a:solidFill>
              <a:schemeClr val="lt1"/>
            </a:solidFill>
          </a:ln>
          <a:effectLst/>
        </c:spPr>
      </c:pivotFmt>
      <c:pivotFmt>
        <c:idx val="183"/>
        <c:spPr>
          <a:solidFill>
            <a:schemeClr val="accent1"/>
          </a:solidFill>
          <a:ln w="19050">
            <a:solidFill>
              <a:schemeClr val="lt1"/>
            </a:solidFill>
          </a:ln>
          <a:effectLst/>
        </c:spPr>
      </c:pivotFmt>
      <c:pivotFmt>
        <c:idx val="184"/>
        <c:spPr>
          <a:solidFill>
            <a:schemeClr val="accent1"/>
          </a:solidFill>
          <a:ln w="19050">
            <a:solidFill>
              <a:schemeClr val="lt1"/>
            </a:solidFill>
          </a:ln>
          <a:effectLst/>
        </c:spPr>
      </c:pivotFmt>
      <c:pivotFmt>
        <c:idx val="185"/>
        <c:spPr>
          <a:solidFill>
            <a:schemeClr val="accent1"/>
          </a:solidFill>
          <a:ln w="19050">
            <a:solidFill>
              <a:schemeClr val="lt1"/>
            </a:solidFill>
          </a:ln>
          <a:effectLst/>
        </c:spPr>
      </c:pivotFmt>
      <c:pivotFmt>
        <c:idx val="186"/>
        <c:spPr>
          <a:solidFill>
            <a:schemeClr val="accent1"/>
          </a:solidFill>
          <a:ln w="19050">
            <a:solidFill>
              <a:schemeClr val="lt1"/>
            </a:solidFill>
          </a:ln>
          <a:effectLst/>
        </c:spPr>
      </c:pivotFmt>
      <c:pivotFmt>
        <c:idx val="187"/>
        <c:spPr>
          <a:solidFill>
            <a:schemeClr val="accent1"/>
          </a:solidFill>
          <a:ln w="19050">
            <a:solidFill>
              <a:schemeClr val="lt1"/>
            </a:solidFill>
          </a:ln>
          <a:effectLst/>
        </c:spPr>
      </c:pivotFmt>
      <c:pivotFmt>
        <c:idx val="188"/>
        <c:spPr>
          <a:solidFill>
            <a:schemeClr val="accent1"/>
          </a:solidFill>
          <a:ln w="19050">
            <a:solidFill>
              <a:schemeClr val="lt1"/>
            </a:solidFill>
          </a:ln>
          <a:effectLst/>
        </c:spPr>
      </c:pivotFmt>
      <c:pivotFmt>
        <c:idx val="189"/>
        <c:spPr>
          <a:solidFill>
            <a:schemeClr val="accent1"/>
          </a:solidFill>
          <a:ln w="19050">
            <a:solidFill>
              <a:schemeClr val="lt1"/>
            </a:solidFill>
          </a:ln>
          <a:effectLst/>
        </c:spPr>
      </c:pivotFmt>
      <c:pivotFmt>
        <c:idx val="190"/>
        <c:spPr>
          <a:solidFill>
            <a:schemeClr val="accent1"/>
          </a:solidFill>
          <a:ln w="19050">
            <a:solidFill>
              <a:schemeClr val="lt1"/>
            </a:solidFill>
          </a:ln>
          <a:effectLst/>
        </c:spPr>
      </c:pivotFmt>
      <c:pivotFmt>
        <c:idx val="191"/>
        <c:spPr>
          <a:solidFill>
            <a:schemeClr val="accent1"/>
          </a:solidFill>
          <a:ln w="19050">
            <a:solidFill>
              <a:schemeClr val="lt1"/>
            </a:solidFill>
          </a:ln>
          <a:effectLst/>
        </c:spPr>
      </c:pivotFmt>
      <c:pivotFmt>
        <c:idx val="192"/>
        <c:spPr>
          <a:solidFill>
            <a:schemeClr val="accent1"/>
          </a:solidFill>
          <a:ln w="19050">
            <a:solidFill>
              <a:schemeClr val="lt1"/>
            </a:solidFill>
          </a:ln>
          <a:effectLst/>
        </c:spPr>
      </c:pivotFmt>
      <c:pivotFmt>
        <c:idx val="193"/>
        <c:spPr>
          <a:solidFill>
            <a:schemeClr val="accent1"/>
          </a:solidFill>
          <a:ln w="19050">
            <a:solidFill>
              <a:schemeClr val="lt1"/>
            </a:solidFill>
          </a:ln>
          <a:effectLst/>
        </c:spPr>
      </c:pivotFmt>
      <c:pivotFmt>
        <c:idx val="194"/>
        <c:spPr>
          <a:solidFill>
            <a:schemeClr val="accent1"/>
          </a:solidFill>
          <a:ln w="19050">
            <a:solidFill>
              <a:schemeClr val="lt1"/>
            </a:solidFill>
          </a:ln>
          <a:effectLst/>
        </c:spPr>
      </c:pivotFmt>
      <c:pivotFmt>
        <c:idx val="195"/>
        <c:spPr>
          <a:solidFill>
            <a:schemeClr val="accent1"/>
          </a:solidFill>
          <a:ln w="19050">
            <a:solidFill>
              <a:schemeClr val="lt1"/>
            </a:solidFill>
          </a:ln>
          <a:effectLst/>
        </c:spPr>
      </c:pivotFmt>
      <c:pivotFmt>
        <c:idx val="196"/>
        <c:spPr>
          <a:solidFill>
            <a:schemeClr val="accent1"/>
          </a:solidFill>
          <a:ln w="19050">
            <a:solidFill>
              <a:schemeClr val="lt1"/>
            </a:solidFill>
          </a:ln>
          <a:effectLst/>
        </c:spPr>
      </c:pivotFmt>
      <c:pivotFmt>
        <c:idx val="197"/>
        <c:spPr>
          <a:solidFill>
            <a:schemeClr val="accent1"/>
          </a:solidFill>
          <a:ln w="19050">
            <a:solidFill>
              <a:schemeClr val="lt1"/>
            </a:solidFill>
          </a:ln>
          <a:effectLst/>
        </c:spPr>
      </c:pivotFmt>
      <c:pivotFmt>
        <c:idx val="198"/>
        <c:spPr>
          <a:solidFill>
            <a:schemeClr val="accent1"/>
          </a:solidFill>
          <a:ln w="19050">
            <a:solidFill>
              <a:schemeClr val="lt1"/>
            </a:solidFill>
          </a:ln>
          <a:effectLst/>
        </c:spPr>
      </c:pivotFmt>
      <c:pivotFmt>
        <c:idx val="199"/>
        <c:spPr>
          <a:solidFill>
            <a:schemeClr val="accent1"/>
          </a:solidFill>
          <a:ln w="19050">
            <a:solidFill>
              <a:schemeClr val="lt1"/>
            </a:solidFill>
          </a:ln>
          <a:effectLst/>
        </c:spPr>
      </c:pivotFmt>
      <c:pivotFmt>
        <c:idx val="200"/>
        <c:spPr>
          <a:solidFill>
            <a:schemeClr val="accent1"/>
          </a:solidFill>
          <a:ln w="19050">
            <a:solidFill>
              <a:schemeClr val="lt1"/>
            </a:solidFill>
          </a:ln>
          <a:effectLst/>
        </c:spPr>
      </c:pivotFmt>
      <c:pivotFmt>
        <c:idx val="201"/>
        <c:spPr>
          <a:solidFill>
            <a:schemeClr val="accent1"/>
          </a:solidFill>
          <a:ln w="19050">
            <a:solidFill>
              <a:schemeClr val="lt1"/>
            </a:solidFill>
          </a:ln>
          <a:effectLst/>
        </c:spPr>
      </c:pivotFmt>
      <c:pivotFmt>
        <c:idx val="202"/>
        <c:spPr>
          <a:solidFill>
            <a:schemeClr val="accent1"/>
          </a:solidFill>
          <a:ln w="19050">
            <a:solidFill>
              <a:schemeClr val="lt1"/>
            </a:solidFill>
          </a:ln>
          <a:effectLst/>
        </c:spPr>
      </c:pivotFmt>
      <c:pivotFmt>
        <c:idx val="203"/>
        <c:spPr>
          <a:solidFill>
            <a:schemeClr val="accent1"/>
          </a:solidFill>
          <a:ln w="19050">
            <a:solidFill>
              <a:schemeClr val="lt1"/>
            </a:solidFill>
          </a:ln>
          <a:effectLst/>
        </c:spPr>
      </c:pivotFmt>
      <c:pivotFmt>
        <c:idx val="204"/>
        <c:spPr>
          <a:solidFill>
            <a:schemeClr val="accent1"/>
          </a:solidFill>
          <a:ln w="19050">
            <a:solidFill>
              <a:schemeClr val="lt1"/>
            </a:solidFill>
          </a:ln>
          <a:effectLst/>
        </c:spPr>
      </c:pivotFmt>
      <c:pivotFmt>
        <c:idx val="205"/>
        <c:spPr>
          <a:solidFill>
            <a:schemeClr val="accent1"/>
          </a:solidFill>
          <a:ln w="19050">
            <a:solidFill>
              <a:schemeClr val="lt1"/>
            </a:solidFill>
          </a:ln>
          <a:effectLst/>
        </c:spPr>
      </c:pivotFmt>
      <c:pivotFmt>
        <c:idx val="206"/>
        <c:spPr>
          <a:solidFill>
            <a:schemeClr val="accent1"/>
          </a:solidFill>
          <a:ln w="19050">
            <a:solidFill>
              <a:schemeClr val="lt1"/>
            </a:solidFill>
          </a:ln>
          <a:effectLst/>
        </c:spPr>
      </c:pivotFmt>
      <c:pivotFmt>
        <c:idx val="207"/>
        <c:spPr>
          <a:solidFill>
            <a:schemeClr val="accent1"/>
          </a:solidFill>
          <a:ln w="19050">
            <a:solidFill>
              <a:schemeClr val="lt1"/>
            </a:solidFill>
          </a:ln>
          <a:effectLst/>
        </c:spPr>
      </c:pivotFmt>
      <c:pivotFmt>
        <c:idx val="208"/>
        <c:spPr>
          <a:solidFill>
            <a:schemeClr val="accent1"/>
          </a:solidFill>
          <a:ln w="19050">
            <a:solidFill>
              <a:schemeClr val="lt1"/>
            </a:solidFill>
          </a:ln>
          <a:effectLst/>
        </c:spPr>
      </c:pivotFmt>
      <c:pivotFmt>
        <c:idx val="209"/>
        <c:spPr>
          <a:solidFill>
            <a:schemeClr val="accent1"/>
          </a:solidFill>
          <a:ln w="19050">
            <a:solidFill>
              <a:schemeClr val="lt1"/>
            </a:solidFill>
          </a:ln>
          <a:effectLst/>
        </c:spPr>
      </c:pivotFmt>
      <c:pivotFmt>
        <c:idx val="210"/>
        <c:spPr>
          <a:solidFill>
            <a:schemeClr val="accent1"/>
          </a:solidFill>
          <a:ln w="19050">
            <a:solidFill>
              <a:schemeClr val="lt1"/>
            </a:solidFill>
          </a:ln>
          <a:effectLst/>
        </c:spPr>
      </c:pivotFmt>
      <c:pivotFmt>
        <c:idx val="211"/>
        <c:spPr>
          <a:solidFill>
            <a:schemeClr val="accent1"/>
          </a:solidFill>
          <a:ln w="19050">
            <a:solidFill>
              <a:schemeClr val="lt1"/>
            </a:solidFill>
          </a:ln>
          <a:effectLst/>
        </c:spPr>
      </c:pivotFmt>
      <c:pivotFmt>
        <c:idx val="212"/>
        <c:spPr>
          <a:solidFill>
            <a:schemeClr val="accent1"/>
          </a:solidFill>
          <a:ln w="19050">
            <a:solidFill>
              <a:schemeClr val="lt1"/>
            </a:solidFill>
          </a:ln>
          <a:effectLst/>
        </c:spPr>
      </c:pivotFmt>
      <c:pivotFmt>
        <c:idx val="213"/>
        <c:spPr>
          <a:solidFill>
            <a:schemeClr val="accent1"/>
          </a:solidFill>
          <a:ln w="19050">
            <a:solidFill>
              <a:schemeClr val="lt1"/>
            </a:solidFill>
          </a:ln>
          <a:effectLst/>
        </c:spPr>
      </c:pivotFmt>
      <c:pivotFmt>
        <c:idx val="214"/>
        <c:spPr>
          <a:solidFill>
            <a:schemeClr val="accent1"/>
          </a:solidFill>
          <a:ln w="19050">
            <a:solidFill>
              <a:schemeClr val="lt1"/>
            </a:solidFill>
          </a:ln>
          <a:effectLst/>
        </c:spPr>
      </c:pivotFmt>
      <c:pivotFmt>
        <c:idx val="215"/>
        <c:spPr>
          <a:solidFill>
            <a:schemeClr val="accent1"/>
          </a:solidFill>
          <a:ln w="19050">
            <a:solidFill>
              <a:schemeClr val="lt1"/>
            </a:solidFill>
          </a:ln>
          <a:effectLst/>
        </c:spPr>
      </c:pivotFmt>
      <c:pivotFmt>
        <c:idx val="216"/>
        <c:spPr>
          <a:solidFill>
            <a:schemeClr val="accent1"/>
          </a:solidFill>
          <a:ln w="19050">
            <a:solidFill>
              <a:schemeClr val="lt1"/>
            </a:solidFill>
          </a:ln>
          <a:effectLst/>
        </c:spPr>
      </c:pivotFmt>
      <c:pivotFmt>
        <c:idx val="217"/>
        <c:spPr>
          <a:solidFill>
            <a:schemeClr val="accent1"/>
          </a:solidFill>
          <a:ln w="19050">
            <a:solidFill>
              <a:schemeClr val="lt1"/>
            </a:solidFill>
          </a:ln>
          <a:effectLst/>
        </c:spPr>
      </c:pivotFmt>
      <c:pivotFmt>
        <c:idx val="218"/>
        <c:spPr>
          <a:solidFill>
            <a:schemeClr val="accent1"/>
          </a:solidFill>
          <a:ln w="19050">
            <a:solidFill>
              <a:schemeClr val="lt1"/>
            </a:solidFill>
          </a:ln>
          <a:effectLst/>
        </c:spPr>
      </c:pivotFmt>
      <c:pivotFmt>
        <c:idx val="219"/>
        <c:spPr>
          <a:solidFill>
            <a:schemeClr val="accent1"/>
          </a:solidFill>
          <a:ln w="19050">
            <a:solidFill>
              <a:schemeClr val="lt1"/>
            </a:solidFill>
          </a:ln>
          <a:effectLst/>
        </c:spPr>
      </c:pivotFmt>
      <c:pivotFmt>
        <c:idx val="220"/>
        <c:spPr>
          <a:solidFill>
            <a:schemeClr val="accent1"/>
          </a:solidFill>
          <a:ln w="19050">
            <a:solidFill>
              <a:schemeClr val="lt1"/>
            </a:solidFill>
          </a:ln>
          <a:effectLst/>
        </c:spPr>
      </c:pivotFmt>
      <c:pivotFmt>
        <c:idx val="221"/>
        <c:spPr>
          <a:solidFill>
            <a:schemeClr val="accent1"/>
          </a:solidFill>
          <a:ln w="19050">
            <a:solidFill>
              <a:schemeClr val="lt1"/>
            </a:solidFill>
          </a:ln>
          <a:effectLst/>
        </c:spPr>
      </c:pivotFmt>
      <c:pivotFmt>
        <c:idx val="222"/>
        <c:spPr>
          <a:solidFill>
            <a:schemeClr val="accent1"/>
          </a:solidFill>
          <a:ln w="19050">
            <a:solidFill>
              <a:schemeClr val="lt1"/>
            </a:solidFill>
          </a:ln>
          <a:effectLst/>
        </c:spPr>
      </c:pivotFmt>
      <c:pivotFmt>
        <c:idx val="223"/>
        <c:spPr>
          <a:solidFill>
            <a:schemeClr val="accent1"/>
          </a:solidFill>
          <a:ln w="19050">
            <a:solidFill>
              <a:schemeClr val="lt1"/>
            </a:solidFill>
          </a:ln>
          <a:effectLst/>
        </c:spPr>
      </c:pivotFmt>
      <c:pivotFmt>
        <c:idx val="224"/>
        <c:spPr>
          <a:solidFill>
            <a:schemeClr val="accent1"/>
          </a:solidFill>
          <a:ln w="19050">
            <a:solidFill>
              <a:schemeClr val="lt1"/>
            </a:solidFill>
          </a:ln>
          <a:effectLst/>
        </c:spPr>
      </c:pivotFmt>
      <c:pivotFmt>
        <c:idx val="225"/>
        <c:spPr>
          <a:solidFill>
            <a:schemeClr val="accent1"/>
          </a:solidFill>
          <a:ln w="19050">
            <a:solidFill>
              <a:schemeClr val="lt1"/>
            </a:solidFill>
          </a:ln>
          <a:effectLst/>
        </c:spPr>
      </c:pivotFmt>
      <c:pivotFmt>
        <c:idx val="226"/>
        <c:spPr>
          <a:solidFill>
            <a:schemeClr val="accent1"/>
          </a:solidFill>
          <a:ln w="19050">
            <a:solidFill>
              <a:schemeClr val="lt1"/>
            </a:solidFill>
          </a:ln>
          <a:effectLst/>
        </c:spPr>
      </c:pivotFmt>
      <c:pivotFmt>
        <c:idx val="227"/>
        <c:spPr>
          <a:solidFill>
            <a:schemeClr val="accent1"/>
          </a:solidFill>
          <a:ln w="19050">
            <a:solidFill>
              <a:schemeClr val="lt1"/>
            </a:solidFill>
          </a:ln>
          <a:effectLst/>
        </c:spPr>
      </c:pivotFmt>
      <c:pivotFmt>
        <c:idx val="228"/>
        <c:spPr>
          <a:solidFill>
            <a:schemeClr val="accent1"/>
          </a:solidFill>
          <a:ln w="19050">
            <a:solidFill>
              <a:schemeClr val="lt1"/>
            </a:solidFill>
          </a:ln>
          <a:effectLst/>
        </c:spPr>
      </c:pivotFmt>
      <c:pivotFmt>
        <c:idx val="229"/>
        <c:spPr>
          <a:solidFill>
            <a:schemeClr val="accent1"/>
          </a:solidFill>
          <a:ln w="19050">
            <a:solidFill>
              <a:schemeClr val="lt1"/>
            </a:solidFill>
          </a:ln>
          <a:effectLst/>
        </c:spPr>
      </c:pivotFmt>
      <c:pivotFmt>
        <c:idx val="230"/>
        <c:spPr>
          <a:solidFill>
            <a:schemeClr val="accent1"/>
          </a:solidFill>
          <a:ln w="19050">
            <a:solidFill>
              <a:schemeClr val="lt1"/>
            </a:solidFill>
          </a:ln>
          <a:effectLst/>
        </c:spPr>
      </c:pivotFmt>
      <c:pivotFmt>
        <c:idx val="231"/>
        <c:spPr>
          <a:solidFill>
            <a:schemeClr val="accent1"/>
          </a:solidFill>
          <a:ln w="19050">
            <a:solidFill>
              <a:schemeClr val="lt1"/>
            </a:solidFill>
          </a:ln>
          <a:effectLst/>
        </c:spPr>
      </c:pivotFmt>
      <c:pivotFmt>
        <c:idx val="232"/>
        <c:spPr>
          <a:solidFill>
            <a:schemeClr val="accent1"/>
          </a:solidFill>
          <a:ln w="19050">
            <a:solidFill>
              <a:schemeClr val="lt1"/>
            </a:solidFill>
          </a:ln>
          <a:effectLst/>
        </c:spPr>
      </c:pivotFmt>
      <c:pivotFmt>
        <c:idx val="233"/>
        <c:spPr>
          <a:solidFill>
            <a:schemeClr val="accent1"/>
          </a:solidFill>
          <a:ln w="19050">
            <a:solidFill>
              <a:schemeClr val="lt1"/>
            </a:solidFill>
          </a:ln>
          <a:effectLst/>
        </c:spPr>
      </c:pivotFmt>
      <c:pivotFmt>
        <c:idx val="234"/>
        <c:spPr>
          <a:solidFill>
            <a:schemeClr val="accent1"/>
          </a:solidFill>
          <a:ln w="19050">
            <a:solidFill>
              <a:schemeClr val="lt1"/>
            </a:solidFill>
          </a:ln>
          <a:effectLst/>
        </c:spPr>
      </c:pivotFmt>
      <c:pivotFmt>
        <c:idx val="235"/>
        <c:spPr>
          <a:solidFill>
            <a:schemeClr val="accent1"/>
          </a:solidFill>
          <a:ln w="19050">
            <a:solidFill>
              <a:schemeClr val="lt1"/>
            </a:solidFill>
          </a:ln>
          <a:effectLst/>
        </c:spPr>
      </c:pivotFmt>
      <c:pivotFmt>
        <c:idx val="236"/>
        <c:spPr>
          <a:solidFill>
            <a:schemeClr val="accent1"/>
          </a:solidFill>
          <a:ln w="19050">
            <a:solidFill>
              <a:schemeClr val="lt1"/>
            </a:solidFill>
          </a:ln>
          <a:effectLst/>
        </c:spPr>
      </c:pivotFmt>
      <c:pivotFmt>
        <c:idx val="237"/>
        <c:spPr>
          <a:solidFill>
            <a:schemeClr val="accent1"/>
          </a:solidFill>
          <a:ln w="19050">
            <a:solidFill>
              <a:schemeClr val="lt1"/>
            </a:solidFill>
          </a:ln>
          <a:effectLst/>
        </c:spPr>
      </c:pivotFmt>
      <c:pivotFmt>
        <c:idx val="238"/>
        <c:spPr>
          <a:solidFill>
            <a:schemeClr val="accent1"/>
          </a:solidFill>
          <a:ln w="19050">
            <a:solidFill>
              <a:schemeClr val="lt1"/>
            </a:solidFill>
          </a:ln>
          <a:effectLst/>
        </c:spPr>
      </c:pivotFmt>
      <c:pivotFmt>
        <c:idx val="239"/>
        <c:spPr>
          <a:solidFill>
            <a:schemeClr val="accent1"/>
          </a:solidFill>
          <a:ln w="19050">
            <a:solidFill>
              <a:schemeClr val="lt1"/>
            </a:solidFill>
          </a:ln>
          <a:effectLst/>
        </c:spPr>
      </c:pivotFmt>
      <c:pivotFmt>
        <c:idx val="240"/>
        <c:spPr>
          <a:solidFill>
            <a:schemeClr val="accent1"/>
          </a:solidFill>
          <a:ln w="19050">
            <a:solidFill>
              <a:schemeClr val="lt1"/>
            </a:solidFill>
          </a:ln>
          <a:effectLst/>
        </c:spPr>
      </c:pivotFmt>
      <c:pivotFmt>
        <c:idx val="241"/>
        <c:spPr>
          <a:solidFill>
            <a:schemeClr val="accent1"/>
          </a:solidFill>
          <a:ln w="19050">
            <a:solidFill>
              <a:schemeClr val="lt1"/>
            </a:solidFill>
          </a:ln>
          <a:effectLst/>
        </c:spPr>
      </c:pivotFmt>
      <c:pivotFmt>
        <c:idx val="242"/>
        <c:spPr>
          <a:solidFill>
            <a:schemeClr val="accent1"/>
          </a:solidFill>
          <a:ln w="19050">
            <a:solidFill>
              <a:schemeClr val="lt1"/>
            </a:solidFill>
          </a:ln>
          <a:effectLst/>
        </c:spPr>
      </c:pivotFmt>
      <c:pivotFmt>
        <c:idx val="243"/>
        <c:spPr>
          <a:solidFill>
            <a:schemeClr val="accent1"/>
          </a:solidFill>
          <a:ln w="19050">
            <a:solidFill>
              <a:schemeClr val="lt1"/>
            </a:solidFill>
          </a:ln>
          <a:effectLst/>
        </c:spPr>
      </c:pivotFmt>
      <c:pivotFmt>
        <c:idx val="244"/>
        <c:spPr>
          <a:solidFill>
            <a:schemeClr val="accent1"/>
          </a:solidFill>
          <a:ln w="19050">
            <a:solidFill>
              <a:schemeClr val="lt1"/>
            </a:solidFill>
          </a:ln>
          <a:effectLst/>
        </c:spPr>
      </c:pivotFmt>
      <c:pivotFmt>
        <c:idx val="245"/>
        <c:spPr>
          <a:solidFill>
            <a:schemeClr val="accent1"/>
          </a:solidFill>
          <a:ln w="19050">
            <a:solidFill>
              <a:schemeClr val="lt1"/>
            </a:solidFill>
          </a:ln>
          <a:effectLst/>
        </c:spPr>
      </c:pivotFmt>
      <c:pivotFmt>
        <c:idx val="246"/>
        <c:spPr>
          <a:solidFill>
            <a:schemeClr val="accent1"/>
          </a:solidFill>
          <a:ln w="19050">
            <a:solidFill>
              <a:schemeClr val="lt1"/>
            </a:solidFill>
          </a:ln>
          <a:effectLst/>
        </c:spPr>
      </c:pivotFmt>
      <c:pivotFmt>
        <c:idx val="247"/>
        <c:spPr>
          <a:solidFill>
            <a:schemeClr val="accent1"/>
          </a:solidFill>
          <a:ln w="19050">
            <a:solidFill>
              <a:schemeClr val="lt1"/>
            </a:solidFill>
          </a:ln>
          <a:effectLst/>
        </c:spPr>
      </c:pivotFmt>
      <c:pivotFmt>
        <c:idx val="248"/>
        <c:spPr>
          <a:solidFill>
            <a:schemeClr val="accent1"/>
          </a:solidFill>
          <a:ln w="19050">
            <a:solidFill>
              <a:schemeClr val="lt1"/>
            </a:solidFill>
          </a:ln>
          <a:effectLst/>
        </c:spPr>
      </c:pivotFmt>
      <c:pivotFmt>
        <c:idx val="249"/>
        <c:spPr>
          <a:solidFill>
            <a:schemeClr val="accent1"/>
          </a:solidFill>
          <a:ln w="19050">
            <a:solidFill>
              <a:schemeClr val="lt1"/>
            </a:solidFill>
          </a:ln>
          <a:effectLst/>
        </c:spPr>
      </c:pivotFmt>
      <c:pivotFmt>
        <c:idx val="250"/>
        <c:spPr>
          <a:solidFill>
            <a:schemeClr val="accent1"/>
          </a:solidFill>
          <a:ln w="19050">
            <a:solidFill>
              <a:schemeClr val="lt1"/>
            </a:solidFill>
          </a:ln>
          <a:effectLst/>
        </c:spPr>
      </c:pivotFmt>
      <c:pivotFmt>
        <c:idx val="251"/>
        <c:spPr>
          <a:solidFill>
            <a:schemeClr val="accent1"/>
          </a:solidFill>
          <a:ln w="19050">
            <a:solidFill>
              <a:schemeClr val="lt1"/>
            </a:solidFill>
          </a:ln>
          <a:effectLst/>
        </c:spPr>
      </c:pivotFmt>
      <c:pivotFmt>
        <c:idx val="252"/>
        <c:spPr>
          <a:solidFill>
            <a:schemeClr val="accent1"/>
          </a:solidFill>
          <a:ln w="19050">
            <a:solidFill>
              <a:schemeClr val="lt1"/>
            </a:solidFill>
          </a:ln>
          <a:effectLst/>
        </c:spPr>
      </c:pivotFmt>
      <c:pivotFmt>
        <c:idx val="253"/>
        <c:spPr>
          <a:solidFill>
            <a:schemeClr val="accent1"/>
          </a:solidFill>
          <a:ln w="19050">
            <a:solidFill>
              <a:schemeClr val="lt1"/>
            </a:solidFill>
          </a:ln>
          <a:effectLst/>
        </c:spPr>
      </c:pivotFmt>
      <c:pivotFmt>
        <c:idx val="254"/>
        <c:spPr>
          <a:solidFill>
            <a:schemeClr val="accent1"/>
          </a:solidFill>
          <a:ln w="19050">
            <a:solidFill>
              <a:schemeClr val="lt1"/>
            </a:solidFill>
          </a:ln>
          <a:effectLst/>
        </c:spPr>
      </c:pivotFmt>
      <c:pivotFmt>
        <c:idx val="255"/>
        <c:spPr>
          <a:solidFill>
            <a:schemeClr val="accent1"/>
          </a:solidFill>
          <a:ln w="19050">
            <a:solidFill>
              <a:schemeClr val="lt1"/>
            </a:solidFill>
          </a:ln>
          <a:effectLst/>
        </c:spPr>
      </c:pivotFmt>
      <c:pivotFmt>
        <c:idx val="256"/>
        <c:spPr>
          <a:solidFill>
            <a:schemeClr val="accent1"/>
          </a:solidFill>
          <a:ln w="19050">
            <a:solidFill>
              <a:schemeClr val="lt1"/>
            </a:solidFill>
          </a:ln>
          <a:effectLst/>
        </c:spPr>
      </c:pivotFmt>
      <c:pivotFmt>
        <c:idx val="257"/>
        <c:spPr>
          <a:solidFill>
            <a:schemeClr val="accent1"/>
          </a:solidFill>
          <a:ln w="19050">
            <a:solidFill>
              <a:schemeClr val="lt1"/>
            </a:solidFill>
          </a:ln>
          <a:effectLst/>
        </c:spPr>
      </c:pivotFmt>
      <c:pivotFmt>
        <c:idx val="258"/>
        <c:spPr>
          <a:solidFill>
            <a:schemeClr val="accent1"/>
          </a:solidFill>
          <a:ln w="19050">
            <a:solidFill>
              <a:schemeClr val="lt1"/>
            </a:solidFill>
          </a:ln>
          <a:effectLst/>
        </c:spPr>
      </c:pivotFmt>
      <c:pivotFmt>
        <c:idx val="259"/>
        <c:spPr>
          <a:solidFill>
            <a:schemeClr val="accent1"/>
          </a:solidFill>
          <a:ln w="19050">
            <a:solidFill>
              <a:schemeClr val="lt1"/>
            </a:solidFill>
          </a:ln>
          <a:effectLst/>
        </c:spPr>
      </c:pivotFmt>
      <c:pivotFmt>
        <c:idx val="260"/>
        <c:spPr>
          <a:solidFill>
            <a:schemeClr val="accent1"/>
          </a:solidFill>
          <a:ln w="19050">
            <a:solidFill>
              <a:schemeClr val="lt1"/>
            </a:solidFill>
          </a:ln>
          <a:effectLst/>
        </c:spPr>
      </c:pivotFmt>
      <c:pivotFmt>
        <c:idx val="261"/>
        <c:spPr>
          <a:solidFill>
            <a:schemeClr val="accent1"/>
          </a:solidFill>
          <a:ln w="19050">
            <a:solidFill>
              <a:schemeClr val="lt1"/>
            </a:solidFill>
          </a:ln>
          <a:effectLst/>
        </c:spPr>
      </c:pivotFmt>
      <c:pivotFmt>
        <c:idx val="262"/>
        <c:spPr>
          <a:solidFill>
            <a:schemeClr val="accent1"/>
          </a:solidFill>
          <a:ln w="19050">
            <a:solidFill>
              <a:schemeClr val="lt1"/>
            </a:solidFill>
          </a:ln>
          <a:effectLst/>
        </c:spPr>
      </c:pivotFmt>
      <c:pivotFmt>
        <c:idx val="263"/>
        <c:spPr>
          <a:solidFill>
            <a:schemeClr val="accent1"/>
          </a:solidFill>
          <a:ln w="19050">
            <a:solidFill>
              <a:schemeClr val="lt1"/>
            </a:solidFill>
          </a:ln>
          <a:effectLst/>
        </c:spPr>
      </c:pivotFmt>
      <c:pivotFmt>
        <c:idx val="264"/>
        <c:spPr>
          <a:solidFill>
            <a:schemeClr val="accent1"/>
          </a:solidFill>
          <a:ln w="19050">
            <a:solidFill>
              <a:schemeClr val="lt1"/>
            </a:solidFill>
          </a:ln>
          <a:effectLst/>
        </c:spPr>
      </c:pivotFmt>
      <c:pivotFmt>
        <c:idx val="265"/>
        <c:spPr>
          <a:solidFill>
            <a:schemeClr val="accent1"/>
          </a:solidFill>
          <a:ln w="19050">
            <a:solidFill>
              <a:schemeClr val="lt1"/>
            </a:solidFill>
          </a:ln>
          <a:effectLst/>
        </c:spPr>
      </c:pivotFmt>
      <c:pivotFmt>
        <c:idx val="266"/>
        <c:spPr>
          <a:solidFill>
            <a:schemeClr val="accent1"/>
          </a:solidFill>
          <a:ln w="19050">
            <a:solidFill>
              <a:schemeClr val="lt1"/>
            </a:solidFill>
          </a:ln>
          <a:effectLst/>
        </c:spPr>
      </c:pivotFmt>
      <c:pivotFmt>
        <c:idx val="267"/>
        <c:spPr>
          <a:solidFill>
            <a:schemeClr val="accent1"/>
          </a:solidFill>
          <a:ln w="19050">
            <a:solidFill>
              <a:schemeClr val="lt1"/>
            </a:solidFill>
          </a:ln>
          <a:effectLst/>
        </c:spPr>
      </c:pivotFmt>
      <c:pivotFmt>
        <c:idx val="268"/>
        <c:spPr>
          <a:solidFill>
            <a:schemeClr val="accent1"/>
          </a:solidFill>
          <a:ln w="19050">
            <a:solidFill>
              <a:schemeClr val="lt1"/>
            </a:solidFill>
          </a:ln>
          <a:effectLst/>
        </c:spPr>
      </c:pivotFmt>
      <c:pivotFmt>
        <c:idx val="269"/>
        <c:spPr>
          <a:solidFill>
            <a:schemeClr val="accent1"/>
          </a:solidFill>
          <a:ln w="19050">
            <a:solidFill>
              <a:schemeClr val="lt1"/>
            </a:solidFill>
          </a:ln>
          <a:effectLst/>
        </c:spPr>
      </c:pivotFmt>
      <c:pivotFmt>
        <c:idx val="270"/>
        <c:spPr>
          <a:solidFill>
            <a:schemeClr val="accent1"/>
          </a:solidFill>
          <a:ln w="19050">
            <a:solidFill>
              <a:schemeClr val="lt1"/>
            </a:solidFill>
          </a:ln>
          <a:effectLst/>
        </c:spPr>
      </c:pivotFmt>
      <c:pivotFmt>
        <c:idx val="271"/>
        <c:spPr>
          <a:solidFill>
            <a:schemeClr val="accent1"/>
          </a:solidFill>
          <a:ln w="19050">
            <a:solidFill>
              <a:schemeClr val="lt1"/>
            </a:solidFill>
          </a:ln>
          <a:effectLst/>
        </c:spPr>
      </c:pivotFmt>
      <c:pivotFmt>
        <c:idx val="272"/>
        <c:spPr>
          <a:solidFill>
            <a:schemeClr val="accent1"/>
          </a:solidFill>
          <a:ln w="19050">
            <a:solidFill>
              <a:schemeClr val="lt1"/>
            </a:solidFill>
          </a:ln>
          <a:effectLst/>
        </c:spPr>
      </c:pivotFmt>
      <c:pivotFmt>
        <c:idx val="273"/>
        <c:spPr>
          <a:solidFill>
            <a:schemeClr val="accent1"/>
          </a:solidFill>
          <a:ln w="19050">
            <a:solidFill>
              <a:schemeClr val="lt1"/>
            </a:solidFill>
          </a:ln>
          <a:effectLst/>
        </c:spPr>
      </c:pivotFmt>
      <c:pivotFmt>
        <c:idx val="274"/>
        <c:spPr>
          <a:solidFill>
            <a:schemeClr val="accent1"/>
          </a:solidFill>
          <a:ln w="19050">
            <a:solidFill>
              <a:schemeClr val="lt1"/>
            </a:solidFill>
          </a:ln>
          <a:effectLst/>
        </c:spPr>
      </c:pivotFmt>
      <c:pivotFmt>
        <c:idx val="275"/>
        <c:spPr>
          <a:solidFill>
            <a:schemeClr val="accent1"/>
          </a:solidFill>
          <a:ln w="19050">
            <a:solidFill>
              <a:schemeClr val="lt1"/>
            </a:solidFill>
          </a:ln>
          <a:effectLst/>
        </c:spPr>
      </c:pivotFmt>
      <c:pivotFmt>
        <c:idx val="276"/>
        <c:spPr>
          <a:solidFill>
            <a:schemeClr val="accent1"/>
          </a:solidFill>
          <a:ln w="19050">
            <a:solidFill>
              <a:schemeClr val="lt1"/>
            </a:solidFill>
          </a:ln>
          <a:effectLst/>
        </c:spPr>
      </c:pivotFmt>
      <c:pivotFmt>
        <c:idx val="277"/>
        <c:spPr>
          <a:solidFill>
            <a:schemeClr val="accent1"/>
          </a:solidFill>
          <a:ln w="19050">
            <a:solidFill>
              <a:schemeClr val="lt1"/>
            </a:solidFill>
          </a:ln>
          <a:effectLst/>
        </c:spPr>
      </c:pivotFmt>
      <c:pivotFmt>
        <c:idx val="278"/>
        <c:spPr>
          <a:solidFill>
            <a:schemeClr val="accent1"/>
          </a:solidFill>
          <a:ln w="19050">
            <a:solidFill>
              <a:schemeClr val="lt1"/>
            </a:solidFill>
          </a:ln>
          <a:effectLst/>
        </c:spPr>
      </c:pivotFmt>
      <c:pivotFmt>
        <c:idx val="279"/>
        <c:spPr>
          <a:solidFill>
            <a:schemeClr val="accent1"/>
          </a:solidFill>
          <a:ln w="19050">
            <a:solidFill>
              <a:schemeClr val="lt1"/>
            </a:solidFill>
          </a:ln>
          <a:effectLst/>
        </c:spPr>
      </c:pivotFmt>
      <c:pivotFmt>
        <c:idx val="280"/>
        <c:spPr>
          <a:solidFill>
            <a:schemeClr val="accent1"/>
          </a:solidFill>
          <a:ln w="19050">
            <a:solidFill>
              <a:schemeClr val="lt1"/>
            </a:solidFill>
          </a:ln>
          <a:effectLst/>
        </c:spPr>
      </c:pivotFmt>
      <c:pivotFmt>
        <c:idx val="281"/>
        <c:spPr>
          <a:solidFill>
            <a:schemeClr val="accent1"/>
          </a:solidFill>
          <a:ln w="19050">
            <a:solidFill>
              <a:schemeClr val="lt1"/>
            </a:solidFill>
          </a:ln>
          <a:effectLst/>
        </c:spPr>
      </c:pivotFmt>
      <c:pivotFmt>
        <c:idx val="282"/>
        <c:spPr>
          <a:solidFill>
            <a:schemeClr val="accent1"/>
          </a:solidFill>
          <a:ln w="19050">
            <a:solidFill>
              <a:schemeClr val="lt1"/>
            </a:solidFill>
          </a:ln>
          <a:effectLst/>
        </c:spPr>
      </c:pivotFmt>
      <c:pivotFmt>
        <c:idx val="283"/>
        <c:spPr>
          <a:solidFill>
            <a:schemeClr val="accent1"/>
          </a:solidFill>
          <a:ln w="19050">
            <a:solidFill>
              <a:schemeClr val="lt1"/>
            </a:solidFill>
          </a:ln>
          <a:effectLst/>
        </c:spPr>
      </c:pivotFmt>
      <c:pivotFmt>
        <c:idx val="284"/>
        <c:spPr>
          <a:solidFill>
            <a:schemeClr val="accent1"/>
          </a:solidFill>
          <a:ln w="19050">
            <a:solidFill>
              <a:schemeClr val="lt1"/>
            </a:solidFill>
          </a:ln>
          <a:effectLst/>
        </c:spPr>
      </c:pivotFmt>
      <c:pivotFmt>
        <c:idx val="285"/>
        <c:spPr>
          <a:solidFill>
            <a:schemeClr val="accent1"/>
          </a:solidFill>
          <a:ln w="19050">
            <a:solidFill>
              <a:schemeClr val="lt1"/>
            </a:solidFill>
          </a:ln>
          <a:effectLst/>
        </c:spPr>
      </c:pivotFmt>
      <c:pivotFmt>
        <c:idx val="286"/>
        <c:spPr>
          <a:solidFill>
            <a:schemeClr val="accent1"/>
          </a:solidFill>
          <a:ln w="19050">
            <a:solidFill>
              <a:schemeClr val="lt1"/>
            </a:solidFill>
          </a:ln>
          <a:effectLst/>
        </c:spPr>
      </c:pivotFmt>
      <c:pivotFmt>
        <c:idx val="287"/>
        <c:spPr>
          <a:solidFill>
            <a:schemeClr val="accent1"/>
          </a:solidFill>
          <a:ln w="19050">
            <a:solidFill>
              <a:schemeClr val="lt1"/>
            </a:solidFill>
          </a:ln>
          <a:effectLst/>
        </c:spPr>
      </c:pivotFmt>
      <c:pivotFmt>
        <c:idx val="288"/>
        <c:spPr>
          <a:solidFill>
            <a:schemeClr val="accent1"/>
          </a:solidFill>
          <a:ln w="19050">
            <a:solidFill>
              <a:schemeClr val="lt1"/>
            </a:solidFill>
          </a:ln>
          <a:effectLst/>
        </c:spPr>
      </c:pivotFmt>
      <c:pivotFmt>
        <c:idx val="289"/>
        <c:spPr>
          <a:solidFill>
            <a:schemeClr val="accent1"/>
          </a:solidFill>
          <a:ln w="19050">
            <a:solidFill>
              <a:schemeClr val="lt1"/>
            </a:solidFill>
          </a:ln>
          <a:effectLst/>
        </c:spPr>
      </c:pivotFmt>
      <c:pivotFmt>
        <c:idx val="290"/>
        <c:spPr>
          <a:solidFill>
            <a:schemeClr val="accent1"/>
          </a:solidFill>
          <a:ln w="19050">
            <a:solidFill>
              <a:schemeClr val="lt1"/>
            </a:solidFill>
          </a:ln>
          <a:effectLst/>
        </c:spPr>
      </c:pivotFmt>
      <c:pivotFmt>
        <c:idx val="291"/>
        <c:spPr>
          <a:solidFill>
            <a:schemeClr val="accent1"/>
          </a:solidFill>
          <a:ln w="19050">
            <a:solidFill>
              <a:schemeClr val="lt1"/>
            </a:solidFill>
          </a:ln>
          <a:effectLst/>
        </c:spPr>
      </c:pivotFmt>
      <c:pivotFmt>
        <c:idx val="292"/>
        <c:spPr>
          <a:solidFill>
            <a:schemeClr val="accent1"/>
          </a:solidFill>
          <a:ln w="19050">
            <a:solidFill>
              <a:schemeClr val="lt1"/>
            </a:solidFill>
          </a:ln>
          <a:effectLst/>
        </c:spPr>
      </c:pivotFmt>
      <c:pivotFmt>
        <c:idx val="293"/>
        <c:spPr>
          <a:solidFill>
            <a:schemeClr val="accent1"/>
          </a:solidFill>
          <a:ln w="19050">
            <a:solidFill>
              <a:schemeClr val="lt1"/>
            </a:solidFill>
          </a:ln>
          <a:effectLst/>
        </c:spPr>
      </c:pivotFmt>
      <c:pivotFmt>
        <c:idx val="294"/>
        <c:spPr>
          <a:solidFill>
            <a:schemeClr val="accent1"/>
          </a:solidFill>
          <a:ln w="19050">
            <a:solidFill>
              <a:schemeClr val="lt1"/>
            </a:solidFill>
          </a:ln>
          <a:effectLst/>
        </c:spPr>
      </c:pivotFmt>
      <c:pivotFmt>
        <c:idx val="295"/>
        <c:spPr>
          <a:solidFill>
            <a:schemeClr val="accent1"/>
          </a:solidFill>
          <a:ln w="19050">
            <a:solidFill>
              <a:schemeClr val="lt1"/>
            </a:solidFill>
          </a:ln>
          <a:effectLst/>
        </c:spPr>
      </c:pivotFmt>
      <c:pivotFmt>
        <c:idx val="296"/>
        <c:spPr>
          <a:solidFill>
            <a:schemeClr val="accent1"/>
          </a:solidFill>
          <a:ln w="19050">
            <a:solidFill>
              <a:schemeClr val="lt1"/>
            </a:solidFill>
          </a:ln>
          <a:effectLst/>
        </c:spPr>
      </c:pivotFmt>
      <c:pivotFmt>
        <c:idx val="297"/>
        <c:spPr>
          <a:solidFill>
            <a:schemeClr val="accent1"/>
          </a:solidFill>
          <a:ln w="19050">
            <a:solidFill>
              <a:schemeClr val="lt1"/>
            </a:solidFill>
          </a:ln>
          <a:effectLst/>
        </c:spPr>
      </c:pivotFmt>
      <c:pivotFmt>
        <c:idx val="298"/>
        <c:spPr>
          <a:solidFill>
            <a:schemeClr val="accent1"/>
          </a:solidFill>
          <a:ln w="19050">
            <a:solidFill>
              <a:schemeClr val="lt1"/>
            </a:solidFill>
          </a:ln>
          <a:effectLst/>
        </c:spPr>
      </c:pivotFmt>
      <c:pivotFmt>
        <c:idx val="299"/>
        <c:spPr>
          <a:solidFill>
            <a:schemeClr val="accent1"/>
          </a:solidFill>
          <a:ln w="19050">
            <a:solidFill>
              <a:schemeClr val="lt1"/>
            </a:solidFill>
          </a:ln>
          <a:effectLst/>
        </c:spPr>
      </c:pivotFmt>
      <c:pivotFmt>
        <c:idx val="300"/>
        <c:spPr>
          <a:solidFill>
            <a:schemeClr val="accent1"/>
          </a:solidFill>
          <a:ln w="19050">
            <a:solidFill>
              <a:schemeClr val="lt1"/>
            </a:solidFill>
          </a:ln>
          <a:effectLst/>
        </c:spPr>
      </c:pivotFmt>
      <c:pivotFmt>
        <c:idx val="301"/>
        <c:spPr>
          <a:solidFill>
            <a:schemeClr val="accent1"/>
          </a:solidFill>
          <a:ln w="19050">
            <a:solidFill>
              <a:schemeClr val="lt1"/>
            </a:solidFill>
          </a:ln>
          <a:effectLst/>
        </c:spPr>
      </c:pivotFmt>
      <c:pivotFmt>
        <c:idx val="302"/>
        <c:spPr>
          <a:solidFill>
            <a:schemeClr val="accent1"/>
          </a:solidFill>
          <a:ln w="19050">
            <a:solidFill>
              <a:schemeClr val="lt1"/>
            </a:solidFill>
          </a:ln>
          <a:effectLst/>
        </c:spPr>
      </c:pivotFmt>
      <c:pivotFmt>
        <c:idx val="303"/>
        <c:spPr>
          <a:solidFill>
            <a:schemeClr val="accent1"/>
          </a:solidFill>
          <a:ln w="19050">
            <a:solidFill>
              <a:schemeClr val="lt1"/>
            </a:solidFill>
          </a:ln>
          <a:effectLst/>
        </c:spPr>
      </c:pivotFmt>
      <c:pivotFmt>
        <c:idx val="304"/>
        <c:spPr>
          <a:solidFill>
            <a:schemeClr val="accent1"/>
          </a:solidFill>
          <a:ln w="19050">
            <a:solidFill>
              <a:schemeClr val="lt1"/>
            </a:solidFill>
          </a:ln>
          <a:effectLst/>
        </c:spPr>
      </c:pivotFmt>
      <c:pivotFmt>
        <c:idx val="305"/>
        <c:spPr>
          <a:solidFill>
            <a:schemeClr val="accent1"/>
          </a:solidFill>
          <a:ln w="19050">
            <a:solidFill>
              <a:schemeClr val="lt1"/>
            </a:solidFill>
          </a:ln>
          <a:effectLst/>
        </c:spPr>
      </c:pivotFmt>
      <c:pivotFmt>
        <c:idx val="306"/>
        <c:spPr>
          <a:solidFill>
            <a:schemeClr val="accent1"/>
          </a:solidFill>
          <a:ln w="19050">
            <a:solidFill>
              <a:schemeClr val="lt1"/>
            </a:solidFill>
          </a:ln>
          <a:effectLst/>
        </c:spPr>
      </c:pivotFmt>
      <c:pivotFmt>
        <c:idx val="307"/>
        <c:spPr>
          <a:solidFill>
            <a:schemeClr val="accent1"/>
          </a:solidFill>
          <a:ln w="19050">
            <a:solidFill>
              <a:schemeClr val="lt1"/>
            </a:solidFill>
          </a:ln>
          <a:effectLst/>
        </c:spPr>
      </c:pivotFmt>
      <c:pivotFmt>
        <c:idx val="308"/>
        <c:spPr>
          <a:solidFill>
            <a:schemeClr val="accent1"/>
          </a:solidFill>
          <a:ln w="19050">
            <a:solidFill>
              <a:schemeClr val="lt1"/>
            </a:solidFill>
          </a:ln>
          <a:effectLst/>
        </c:spPr>
      </c:pivotFmt>
      <c:pivotFmt>
        <c:idx val="309"/>
        <c:spPr>
          <a:solidFill>
            <a:schemeClr val="accent1"/>
          </a:solidFill>
          <a:ln w="19050">
            <a:solidFill>
              <a:schemeClr val="lt1"/>
            </a:solidFill>
          </a:ln>
          <a:effectLst/>
        </c:spPr>
      </c:pivotFmt>
      <c:pivotFmt>
        <c:idx val="310"/>
        <c:spPr>
          <a:solidFill>
            <a:schemeClr val="accent1"/>
          </a:solidFill>
          <a:ln w="19050">
            <a:solidFill>
              <a:schemeClr val="lt1"/>
            </a:solidFill>
          </a:ln>
          <a:effectLst/>
        </c:spPr>
      </c:pivotFmt>
      <c:pivotFmt>
        <c:idx val="311"/>
        <c:spPr>
          <a:solidFill>
            <a:schemeClr val="accent1"/>
          </a:solidFill>
          <a:ln w="19050">
            <a:solidFill>
              <a:schemeClr val="lt1"/>
            </a:solidFill>
          </a:ln>
          <a:effectLst/>
        </c:spPr>
      </c:pivotFmt>
      <c:pivotFmt>
        <c:idx val="312"/>
        <c:spPr>
          <a:solidFill>
            <a:schemeClr val="accent1"/>
          </a:solidFill>
          <a:ln w="19050">
            <a:solidFill>
              <a:schemeClr val="lt1"/>
            </a:solidFill>
          </a:ln>
          <a:effectLst/>
        </c:spPr>
      </c:pivotFmt>
      <c:pivotFmt>
        <c:idx val="313"/>
        <c:spPr>
          <a:solidFill>
            <a:schemeClr val="accent1"/>
          </a:solidFill>
          <a:ln w="19050">
            <a:solidFill>
              <a:schemeClr val="lt1"/>
            </a:solidFill>
          </a:ln>
          <a:effectLst/>
        </c:spPr>
      </c:pivotFmt>
      <c:pivotFmt>
        <c:idx val="314"/>
        <c:spPr>
          <a:solidFill>
            <a:schemeClr val="accent1"/>
          </a:solidFill>
          <a:ln w="19050">
            <a:solidFill>
              <a:schemeClr val="lt1"/>
            </a:solidFill>
          </a:ln>
          <a:effectLst/>
        </c:spPr>
      </c:pivotFmt>
      <c:pivotFmt>
        <c:idx val="315"/>
        <c:spPr>
          <a:solidFill>
            <a:schemeClr val="accent1"/>
          </a:solidFill>
          <a:ln w="19050">
            <a:solidFill>
              <a:schemeClr val="lt1"/>
            </a:solidFill>
          </a:ln>
          <a:effectLst/>
        </c:spPr>
      </c:pivotFmt>
      <c:pivotFmt>
        <c:idx val="316"/>
        <c:spPr>
          <a:solidFill>
            <a:schemeClr val="accent1"/>
          </a:solidFill>
          <a:ln w="19050">
            <a:solidFill>
              <a:schemeClr val="lt1"/>
            </a:solidFill>
          </a:ln>
          <a:effectLst/>
        </c:spPr>
      </c:pivotFmt>
      <c:pivotFmt>
        <c:idx val="317"/>
        <c:spPr>
          <a:solidFill>
            <a:schemeClr val="accent1"/>
          </a:solidFill>
          <a:ln w="19050">
            <a:solidFill>
              <a:schemeClr val="lt1"/>
            </a:solidFill>
          </a:ln>
          <a:effectLst/>
        </c:spPr>
      </c:pivotFmt>
      <c:pivotFmt>
        <c:idx val="318"/>
        <c:spPr>
          <a:solidFill>
            <a:schemeClr val="accent1"/>
          </a:solidFill>
          <a:ln w="19050">
            <a:solidFill>
              <a:schemeClr val="lt1"/>
            </a:solidFill>
          </a:ln>
          <a:effectLst/>
        </c:spPr>
      </c:pivotFmt>
      <c:pivotFmt>
        <c:idx val="319"/>
        <c:spPr>
          <a:solidFill>
            <a:schemeClr val="accent1"/>
          </a:solidFill>
          <a:ln w="19050">
            <a:solidFill>
              <a:schemeClr val="lt1"/>
            </a:solidFill>
          </a:ln>
          <a:effectLst/>
        </c:spPr>
      </c:pivotFmt>
      <c:pivotFmt>
        <c:idx val="320"/>
        <c:spPr>
          <a:solidFill>
            <a:schemeClr val="accent1"/>
          </a:solidFill>
          <a:ln w="19050">
            <a:solidFill>
              <a:schemeClr val="lt1"/>
            </a:solidFill>
          </a:ln>
          <a:effectLst/>
        </c:spPr>
      </c:pivotFmt>
      <c:pivotFmt>
        <c:idx val="321"/>
        <c:spPr>
          <a:solidFill>
            <a:schemeClr val="accent1"/>
          </a:solidFill>
          <a:ln w="19050">
            <a:solidFill>
              <a:schemeClr val="lt1"/>
            </a:solidFill>
          </a:ln>
          <a:effectLst/>
        </c:spPr>
      </c:pivotFmt>
      <c:pivotFmt>
        <c:idx val="322"/>
        <c:spPr>
          <a:solidFill>
            <a:schemeClr val="accent1"/>
          </a:solidFill>
          <a:ln w="19050">
            <a:solidFill>
              <a:schemeClr val="lt1"/>
            </a:solidFill>
          </a:ln>
          <a:effectLst/>
        </c:spPr>
      </c:pivotFmt>
      <c:pivotFmt>
        <c:idx val="323"/>
        <c:spPr>
          <a:solidFill>
            <a:schemeClr val="accent1"/>
          </a:solidFill>
          <a:ln w="19050">
            <a:solidFill>
              <a:schemeClr val="lt1"/>
            </a:solidFill>
          </a:ln>
          <a:effectLst/>
        </c:spPr>
      </c:pivotFmt>
      <c:pivotFmt>
        <c:idx val="324"/>
        <c:spPr>
          <a:solidFill>
            <a:schemeClr val="accent1"/>
          </a:solidFill>
          <a:ln w="19050">
            <a:solidFill>
              <a:schemeClr val="lt1"/>
            </a:solidFill>
          </a:ln>
          <a:effectLst/>
        </c:spPr>
      </c:pivotFmt>
      <c:pivotFmt>
        <c:idx val="325"/>
        <c:spPr>
          <a:solidFill>
            <a:schemeClr val="accent1"/>
          </a:solidFill>
          <a:ln w="19050">
            <a:solidFill>
              <a:schemeClr val="lt1"/>
            </a:solidFill>
          </a:ln>
          <a:effectLst/>
        </c:spPr>
      </c:pivotFmt>
      <c:pivotFmt>
        <c:idx val="326"/>
        <c:spPr>
          <a:solidFill>
            <a:schemeClr val="accent1"/>
          </a:solidFill>
          <a:ln w="19050">
            <a:solidFill>
              <a:schemeClr val="lt1"/>
            </a:solidFill>
          </a:ln>
          <a:effectLst/>
        </c:spPr>
      </c:pivotFmt>
      <c:pivotFmt>
        <c:idx val="327"/>
        <c:spPr>
          <a:solidFill>
            <a:schemeClr val="accent1"/>
          </a:solidFill>
          <a:ln w="19050">
            <a:solidFill>
              <a:schemeClr val="lt1"/>
            </a:solidFill>
          </a:ln>
          <a:effectLst/>
        </c:spPr>
      </c:pivotFmt>
      <c:pivotFmt>
        <c:idx val="328"/>
        <c:spPr>
          <a:solidFill>
            <a:schemeClr val="accent1"/>
          </a:solidFill>
          <a:ln w="19050">
            <a:solidFill>
              <a:schemeClr val="lt1"/>
            </a:solidFill>
          </a:ln>
          <a:effectLst/>
        </c:spPr>
      </c:pivotFmt>
      <c:pivotFmt>
        <c:idx val="329"/>
        <c:spPr>
          <a:solidFill>
            <a:schemeClr val="accent1"/>
          </a:solidFill>
          <a:ln w="19050">
            <a:solidFill>
              <a:schemeClr val="lt1"/>
            </a:solidFill>
          </a:ln>
          <a:effectLst/>
        </c:spPr>
      </c:pivotFmt>
      <c:pivotFmt>
        <c:idx val="330"/>
        <c:spPr>
          <a:solidFill>
            <a:schemeClr val="accent1"/>
          </a:solidFill>
          <a:ln w="19050">
            <a:solidFill>
              <a:schemeClr val="lt1"/>
            </a:solidFill>
          </a:ln>
          <a:effectLst/>
        </c:spPr>
      </c:pivotFmt>
      <c:pivotFmt>
        <c:idx val="331"/>
        <c:spPr>
          <a:solidFill>
            <a:schemeClr val="accent1"/>
          </a:solidFill>
          <a:ln w="19050">
            <a:solidFill>
              <a:schemeClr val="lt1"/>
            </a:solidFill>
          </a:ln>
          <a:effectLst/>
        </c:spPr>
      </c:pivotFmt>
      <c:pivotFmt>
        <c:idx val="332"/>
        <c:spPr>
          <a:solidFill>
            <a:schemeClr val="accent1"/>
          </a:solidFill>
          <a:ln w="19050">
            <a:solidFill>
              <a:schemeClr val="lt1"/>
            </a:solidFill>
          </a:ln>
          <a:effectLst/>
        </c:spPr>
      </c:pivotFmt>
      <c:pivotFmt>
        <c:idx val="333"/>
        <c:spPr>
          <a:solidFill>
            <a:schemeClr val="accent1"/>
          </a:solidFill>
          <a:ln w="19050">
            <a:solidFill>
              <a:schemeClr val="lt1"/>
            </a:solidFill>
          </a:ln>
          <a:effectLst/>
        </c:spPr>
      </c:pivotFmt>
      <c:pivotFmt>
        <c:idx val="334"/>
        <c:spPr>
          <a:solidFill>
            <a:schemeClr val="accent1"/>
          </a:solidFill>
          <a:ln w="19050">
            <a:solidFill>
              <a:schemeClr val="lt1"/>
            </a:solidFill>
          </a:ln>
          <a:effectLst/>
        </c:spPr>
      </c:pivotFmt>
      <c:pivotFmt>
        <c:idx val="335"/>
        <c:spPr>
          <a:solidFill>
            <a:schemeClr val="accent1"/>
          </a:solidFill>
          <a:ln w="19050">
            <a:solidFill>
              <a:schemeClr val="lt1"/>
            </a:solidFill>
          </a:ln>
          <a:effectLst/>
        </c:spPr>
      </c:pivotFmt>
      <c:pivotFmt>
        <c:idx val="336"/>
        <c:spPr>
          <a:solidFill>
            <a:schemeClr val="accent1"/>
          </a:solidFill>
          <a:ln w="19050">
            <a:solidFill>
              <a:schemeClr val="lt1"/>
            </a:solidFill>
          </a:ln>
          <a:effectLst/>
        </c:spPr>
      </c:pivotFmt>
      <c:pivotFmt>
        <c:idx val="337"/>
        <c:spPr>
          <a:solidFill>
            <a:schemeClr val="accent1"/>
          </a:solidFill>
          <a:ln w="19050">
            <a:solidFill>
              <a:schemeClr val="lt1"/>
            </a:solidFill>
          </a:ln>
          <a:effectLst/>
        </c:spPr>
      </c:pivotFmt>
      <c:pivotFmt>
        <c:idx val="338"/>
        <c:spPr>
          <a:solidFill>
            <a:schemeClr val="accent1"/>
          </a:solidFill>
          <a:ln w="19050">
            <a:solidFill>
              <a:schemeClr val="lt1"/>
            </a:solidFill>
          </a:ln>
          <a:effectLst/>
        </c:spPr>
      </c:pivotFmt>
      <c:pivotFmt>
        <c:idx val="339"/>
        <c:spPr>
          <a:solidFill>
            <a:schemeClr val="accent1"/>
          </a:solidFill>
          <a:ln w="19050">
            <a:solidFill>
              <a:schemeClr val="lt1"/>
            </a:solidFill>
          </a:ln>
          <a:effectLst/>
        </c:spPr>
      </c:pivotFmt>
      <c:pivotFmt>
        <c:idx val="340"/>
        <c:spPr>
          <a:solidFill>
            <a:schemeClr val="accent1"/>
          </a:solidFill>
          <a:ln w="19050">
            <a:solidFill>
              <a:schemeClr val="lt1"/>
            </a:solidFill>
          </a:ln>
          <a:effectLst/>
        </c:spPr>
      </c:pivotFmt>
      <c:pivotFmt>
        <c:idx val="341"/>
        <c:spPr>
          <a:solidFill>
            <a:schemeClr val="accent1"/>
          </a:solidFill>
          <a:ln w="19050">
            <a:solidFill>
              <a:schemeClr val="lt1"/>
            </a:solidFill>
          </a:ln>
          <a:effectLst/>
        </c:spPr>
      </c:pivotFmt>
      <c:pivotFmt>
        <c:idx val="342"/>
        <c:spPr>
          <a:solidFill>
            <a:schemeClr val="accent1"/>
          </a:solidFill>
          <a:ln w="19050">
            <a:solidFill>
              <a:schemeClr val="lt1"/>
            </a:solidFill>
          </a:ln>
          <a:effectLst/>
        </c:spPr>
      </c:pivotFmt>
      <c:pivotFmt>
        <c:idx val="343"/>
        <c:spPr>
          <a:solidFill>
            <a:schemeClr val="accent1"/>
          </a:solidFill>
          <a:ln w="19050">
            <a:solidFill>
              <a:schemeClr val="lt1"/>
            </a:solidFill>
          </a:ln>
          <a:effectLst/>
        </c:spPr>
      </c:pivotFmt>
      <c:pivotFmt>
        <c:idx val="344"/>
        <c:spPr>
          <a:solidFill>
            <a:schemeClr val="accent1"/>
          </a:solidFill>
          <a:ln w="19050">
            <a:solidFill>
              <a:schemeClr val="lt1"/>
            </a:solidFill>
          </a:ln>
          <a:effectLst/>
        </c:spPr>
      </c:pivotFmt>
      <c:pivotFmt>
        <c:idx val="345"/>
        <c:spPr>
          <a:solidFill>
            <a:schemeClr val="accent1"/>
          </a:solidFill>
          <a:ln w="19050">
            <a:solidFill>
              <a:schemeClr val="lt1"/>
            </a:solidFill>
          </a:ln>
          <a:effectLst/>
        </c:spPr>
      </c:pivotFmt>
      <c:pivotFmt>
        <c:idx val="346"/>
        <c:spPr>
          <a:solidFill>
            <a:schemeClr val="accent1"/>
          </a:solidFill>
          <a:ln w="19050">
            <a:solidFill>
              <a:schemeClr val="lt1"/>
            </a:solidFill>
          </a:ln>
          <a:effectLst/>
        </c:spPr>
      </c:pivotFmt>
      <c:pivotFmt>
        <c:idx val="347"/>
        <c:spPr>
          <a:solidFill>
            <a:schemeClr val="accent1"/>
          </a:solidFill>
          <a:ln w="19050">
            <a:solidFill>
              <a:schemeClr val="lt1"/>
            </a:solidFill>
          </a:ln>
          <a:effectLst/>
        </c:spPr>
      </c:pivotFmt>
      <c:pivotFmt>
        <c:idx val="348"/>
        <c:spPr>
          <a:solidFill>
            <a:schemeClr val="accent1"/>
          </a:solidFill>
          <a:ln w="19050">
            <a:solidFill>
              <a:schemeClr val="lt1"/>
            </a:solidFill>
          </a:ln>
          <a:effectLst/>
        </c:spPr>
      </c:pivotFmt>
      <c:pivotFmt>
        <c:idx val="349"/>
        <c:spPr>
          <a:solidFill>
            <a:schemeClr val="accent1"/>
          </a:solidFill>
          <a:ln w="19050">
            <a:solidFill>
              <a:schemeClr val="lt1"/>
            </a:solidFill>
          </a:ln>
          <a:effectLst/>
        </c:spPr>
      </c:pivotFmt>
      <c:pivotFmt>
        <c:idx val="350"/>
        <c:spPr>
          <a:solidFill>
            <a:schemeClr val="accent1"/>
          </a:solidFill>
          <a:ln w="19050">
            <a:solidFill>
              <a:schemeClr val="lt1"/>
            </a:solidFill>
          </a:ln>
          <a:effectLst/>
        </c:spPr>
      </c:pivotFmt>
      <c:pivotFmt>
        <c:idx val="351"/>
        <c:spPr>
          <a:solidFill>
            <a:schemeClr val="accent1"/>
          </a:solidFill>
          <a:ln w="19050">
            <a:solidFill>
              <a:schemeClr val="lt1"/>
            </a:solidFill>
          </a:ln>
          <a:effectLst/>
        </c:spPr>
      </c:pivotFmt>
      <c:pivotFmt>
        <c:idx val="352"/>
        <c:spPr>
          <a:solidFill>
            <a:schemeClr val="accent1"/>
          </a:solidFill>
          <a:ln w="19050">
            <a:solidFill>
              <a:schemeClr val="lt1"/>
            </a:solidFill>
          </a:ln>
          <a:effectLst/>
        </c:spPr>
      </c:pivotFmt>
      <c:pivotFmt>
        <c:idx val="353"/>
        <c:spPr>
          <a:solidFill>
            <a:schemeClr val="accent1"/>
          </a:solidFill>
          <a:ln w="19050">
            <a:solidFill>
              <a:schemeClr val="lt1"/>
            </a:solidFill>
          </a:ln>
          <a:effectLst/>
        </c:spPr>
      </c:pivotFmt>
      <c:pivotFmt>
        <c:idx val="354"/>
        <c:spPr>
          <a:solidFill>
            <a:schemeClr val="accent1"/>
          </a:solidFill>
          <a:ln w="19050">
            <a:solidFill>
              <a:schemeClr val="lt1"/>
            </a:solidFill>
          </a:ln>
          <a:effectLst/>
        </c:spPr>
      </c:pivotFmt>
      <c:pivotFmt>
        <c:idx val="355"/>
        <c:spPr>
          <a:solidFill>
            <a:schemeClr val="accent1"/>
          </a:solidFill>
          <a:ln w="19050">
            <a:solidFill>
              <a:schemeClr val="lt1"/>
            </a:solidFill>
          </a:ln>
          <a:effectLst/>
        </c:spPr>
      </c:pivotFmt>
      <c:pivotFmt>
        <c:idx val="356"/>
        <c:spPr>
          <a:solidFill>
            <a:schemeClr val="accent1"/>
          </a:solidFill>
          <a:ln w="19050">
            <a:solidFill>
              <a:schemeClr val="lt1"/>
            </a:solidFill>
          </a:ln>
          <a:effectLst/>
        </c:spPr>
      </c:pivotFmt>
      <c:pivotFmt>
        <c:idx val="357"/>
        <c:spPr>
          <a:solidFill>
            <a:schemeClr val="accent1"/>
          </a:solidFill>
          <a:ln w="19050">
            <a:solidFill>
              <a:schemeClr val="lt1"/>
            </a:solidFill>
          </a:ln>
          <a:effectLst/>
        </c:spPr>
      </c:pivotFmt>
      <c:pivotFmt>
        <c:idx val="358"/>
        <c:spPr>
          <a:solidFill>
            <a:schemeClr val="accent1"/>
          </a:solidFill>
          <a:ln w="19050">
            <a:solidFill>
              <a:schemeClr val="lt1"/>
            </a:solidFill>
          </a:ln>
          <a:effectLst/>
        </c:spPr>
      </c:pivotFmt>
      <c:pivotFmt>
        <c:idx val="359"/>
        <c:spPr>
          <a:solidFill>
            <a:schemeClr val="accent1"/>
          </a:solidFill>
          <a:ln w="19050">
            <a:solidFill>
              <a:schemeClr val="lt1"/>
            </a:solidFill>
          </a:ln>
          <a:effectLst/>
        </c:spPr>
      </c:pivotFmt>
      <c:pivotFmt>
        <c:idx val="360"/>
        <c:spPr>
          <a:solidFill>
            <a:schemeClr val="accent1"/>
          </a:solidFill>
          <a:ln w="19050">
            <a:solidFill>
              <a:schemeClr val="lt1"/>
            </a:solidFill>
          </a:ln>
          <a:effectLst/>
        </c:spPr>
      </c:pivotFmt>
      <c:pivotFmt>
        <c:idx val="361"/>
        <c:spPr>
          <a:solidFill>
            <a:schemeClr val="accent1"/>
          </a:solidFill>
          <a:ln w="19050">
            <a:solidFill>
              <a:schemeClr val="lt1"/>
            </a:solidFill>
          </a:ln>
          <a:effectLst/>
        </c:spPr>
      </c:pivotFmt>
      <c:pivotFmt>
        <c:idx val="362"/>
        <c:spPr>
          <a:solidFill>
            <a:schemeClr val="accent1"/>
          </a:solidFill>
          <a:ln w="19050">
            <a:solidFill>
              <a:schemeClr val="lt1"/>
            </a:solidFill>
          </a:ln>
          <a:effectLst/>
        </c:spPr>
      </c:pivotFmt>
      <c:pivotFmt>
        <c:idx val="363"/>
        <c:spPr>
          <a:solidFill>
            <a:schemeClr val="accent1"/>
          </a:solidFill>
          <a:ln w="19050">
            <a:solidFill>
              <a:schemeClr val="lt1"/>
            </a:solidFill>
          </a:ln>
          <a:effectLst/>
        </c:spPr>
      </c:pivotFmt>
      <c:pivotFmt>
        <c:idx val="364"/>
        <c:spPr>
          <a:solidFill>
            <a:schemeClr val="accent1"/>
          </a:solidFill>
          <a:ln w="19050">
            <a:solidFill>
              <a:schemeClr val="lt1"/>
            </a:solidFill>
          </a:ln>
          <a:effectLst/>
        </c:spPr>
      </c:pivotFmt>
      <c:pivotFmt>
        <c:idx val="365"/>
        <c:spPr>
          <a:solidFill>
            <a:schemeClr val="accent1"/>
          </a:solidFill>
          <a:ln w="19050">
            <a:solidFill>
              <a:schemeClr val="lt1"/>
            </a:solidFill>
          </a:ln>
          <a:effectLst/>
        </c:spPr>
      </c:pivotFmt>
      <c:pivotFmt>
        <c:idx val="366"/>
        <c:spPr>
          <a:solidFill>
            <a:schemeClr val="accent1"/>
          </a:solidFill>
          <a:ln w="19050">
            <a:solidFill>
              <a:schemeClr val="lt1"/>
            </a:solidFill>
          </a:ln>
          <a:effectLst/>
        </c:spPr>
      </c:pivotFmt>
      <c:pivotFmt>
        <c:idx val="367"/>
        <c:spPr>
          <a:solidFill>
            <a:schemeClr val="accent1"/>
          </a:solidFill>
          <a:ln w="19050">
            <a:solidFill>
              <a:schemeClr val="lt1"/>
            </a:solidFill>
          </a:ln>
          <a:effectLst/>
        </c:spPr>
      </c:pivotFmt>
      <c:pivotFmt>
        <c:idx val="368"/>
        <c:spPr>
          <a:solidFill>
            <a:schemeClr val="accent1"/>
          </a:solidFill>
          <a:ln w="19050">
            <a:solidFill>
              <a:schemeClr val="lt1"/>
            </a:solidFill>
          </a:ln>
          <a:effectLst/>
        </c:spPr>
      </c:pivotFmt>
      <c:pivotFmt>
        <c:idx val="369"/>
        <c:spPr>
          <a:solidFill>
            <a:schemeClr val="accent1"/>
          </a:solidFill>
          <a:ln w="19050">
            <a:solidFill>
              <a:schemeClr val="lt1"/>
            </a:solidFill>
          </a:ln>
          <a:effectLst/>
        </c:spPr>
      </c:pivotFmt>
      <c:pivotFmt>
        <c:idx val="370"/>
        <c:spPr>
          <a:solidFill>
            <a:schemeClr val="accent1"/>
          </a:solidFill>
          <a:ln w="19050">
            <a:solidFill>
              <a:schemeClr val="lt1"/>
            </a:solidFill>
          </a:ln>
          <a:effectLst/>
        </c:spPr>
      </c:pivotFmt>
      <c:pivotFmt>
        <c:idx val="371"/>
        <c:spPr>
          <a:solidFill>
            <a:schemeClr val="accent1"/>
          </a:solidFill>
          <a:ln w="19050">
            <a:solidFill>
              <a:schemeClr val="lt1"/>
            </a:solidFill>
          </a:ln>
          <a:effectLst/>
        </c:spPr>
      </c:pivotFmt>
      <c:pivotFmt>
        <c:idx val="372"/>
        <c:spPr>
          <a:solidFill>
            <a:schemeClr val="accent1"/>
          </a:solidFill>
          <a:ln w="19050">
            <a:solidFill>
              <a:schemeClr val="lt1"/>
            </a:solidFill>
          </a:ln>
          <a:effectLst/>
        </c:spPr>
      </c:pivotFmt>
      <c:pivotFmt>
        <c:idx val="373"/>
        <c:spPr>
          <a:solidFill>
            <a:schemeClr val="accent1"/>
          </a:solidFill>
          <a:ln w="19050">
            <a:solidFill>
              <a:schemeClr val="lt1"/>
            </a:solidFill>
          </a:ln>
          <a:effectLst/>
        </c:spPr>
      </c:pivotFmt>
      <c:pivotFmt>
        <c:idx val="374"/>
        <c:spPr>
          <a:solidFill>
            <a:schemeClr val="accent1"/>
          </a:solidFill>
          <a:ln w="19050">
            <a:solidFill>
              <a:schemeClr val="lt1"/>
            </a:solidFill>
          </a:ln>
          <a:effectLst/>
        </c:spPr>
      </c:pivotFmt>
      <c:pivotFmt>
        <c:idx val="375"/>
        <c:spPr>
          <a:solidFill>
            <a:schemeClr val="accent1"/>
          </a:solidFill>
          <a:ln w="19050">
            <a:solidFill>
              <a:schemeClr val="lt1"/>
            </a:solidFill>
          </a:ln>
          <a:effectLst/>
        </c:spPr>
      </c:pivotFmt>
      <c:pivotFmt>
        <c:idx val="376"/>
        <c:spPr>
          <a:solidFill>
            <a:schemeClr val="accent1"/>
          </a:solidFill>
          <a:ln w="19050">
            <a:solidFill>
              <a:schemeClr val="lt1"/>
            </a:solidFill>
          </a:ln>
          <a:effectLst/>
        </c:spPr>
      </c:pivotFmt>
      <c:pivotFmt>
        <c:idx val="377"/>
        <c:spPr>
          <a:solidFill>
            <a:schemeClr val="accent1"/>
          </a:solidFill>
          <a:ln w="19050">
            <a:solidFill>
              <a:schemeClr val="lt1"/>
            </a:solidFill>
          </a:ln>
          <a:effectLst/>
        </c:spPr>
      </c:pivotFmt>
      <c:pivotFmt>
        <c:idx val="378"/>
        <c:spPr>
          <a:solidFill>
            <a:schemeClr val="accent1"/>
          </a:solidFill>
          <a:ln w="19050">
            <a:solidFill>
              <a:schemeClr val="lt1"/>
            </a:solidFill>
          </a:ln>
          <a:effectLst/>
        </c:spPr>
      </c:pivotFmt>
      <c:pivotFmt>
        <c:idx val="379"/>
        <c:spPr>
          <a:solidFill>
            <a:schemeClr val="accent1"/>
          </a:solidFill>
          <a:ln w="19050">
            <a:solidFill>
              <a:schemeClr val="lt1"/>
            </a:solidFill>
          </a:ln>
          <a:effectLst/>
        </c:spPr>
      </c:pivotFmt>
      <c:pivotFmt>
        <c:idx val="380"/>
        <c:spPr>
          <a:solidFill>
            <a:schemeClr val="accent1"/>
          </a:solidFill>
          <a:ln w="19050">
            <a:solidFill>
              <a:schemeClr val="lt1"/>
            </a:solidFill>
          </a:ln>
          <a:effectLst/>
        </c:spPr>
      </c:pivotFmt>
      <c:pivotFmt>
        <c:idx val="381"/>
        <c:spPr>
          <a:solidFill>
            <a:schemeClr val="accent1"/>
          </a:solidFill>
          <a:ln w="19050">
            <a:solidFill>
              <a:schemeClr val="lt1"/>
            </a:solidFill>
          </a:ln>
          <a:effectLst/>
        </c:spPr>
      </c:pivotFmt>
      <c:pivotFmt>
        <c:idx val="382"/>
        <c:spPr>
          <a:solidFill>
            <a:schemeClr val="accent1"/>
          </a:solidFill>
          <a:ln w="19050">
            <a:solidFill>
              <a:schemeClr val="lt1"/>
            </a:solidFill>
          </a:ln>
          <a:effectLst/>
        </c:spPr>
      </c:pivotFmt>
      <c:pivotFmt>
        <c:idx val="383"/>
        <c:spPr>
          <a:solidFill>
            <a:schemeClr val="accent1"/>
          </a:solidFill>
          <a:ln w="19050">
            <a:solidFill>
              <a:schemeClr val="lt1"/>
            </a:solidFill>
          </a:ln>
          <a:effectLst/>
        </c:spPr>
      </c:pivotFmt>
      <c:pivotFmt>
        <c:idx val="384"/>
        <c:spPr>
          <a:solidFill>
            <a:schemeClr val="accent1"/>
          </a:solidFill>
          <a:ln w="19050">
            <a:solidFill>
              <a:schemeClr val="lt1"/>
            </a:solidFill>
          </a:ln>
          <a:effectLst/>
        </c:spPr>
      </c:pivotFmt>
      <c:pivotFmt>
        <c:idx val="385"/>
        <c:spPr>
          <a:solidFill>
            <a:schemeClr val="accent1"/>
          </a:solidFill>
          <a:ln w="19050">
            <a:solidFill>
              <a:schemeClr val="lt1"/>
            </a:solidFill>
          </a:ln>
          <a:effectLst/>
        </c:spPr>
      </c:pivotFmt>
      <c:pivotFmt>
        <c:idx val="386"/>
        <c:spPr>
          <a:solidFill>
            <a:schemeClr val="accent1"/>
          </a:solidFill>
          <a:ln w="19050">
            <a:solidFill>
              <a:schemeClr val="lt1"/>
            </a:solidFill>
          </a:ln>
          <a:effectLst/>
        </c:spPr>
      </c:pivotFmt>
      <c:pivotFmt>
        <c:idx val="387"/>
        <c:spPr>
          <a:solidFill>
            <a:schemeClr val="accent1"/>
          </a:solidFill>
          <a:ln w="19050">
            <a:solidFill>
              <a:schemeClr val="lt1"/>
            </a:solidFill>
          </a:ln>
          <a:effectLst/>
        </c:spPr>
      </c:pivotFmt>
      <c:pivotFmt>
        <c:idx val="388"/>
        <c:spPr>
          <a:solidFill>
            <a:schemeClr val="accent1"/>
          </a:solidFill>
          <a:ln w="19050">
            <a:solidFill>
              <a:schemeClr val="lt1"/>
            </a:solidFill>
          </a:ln>
          <a:effectLst/>
        </c:spPr>
      </c:pivotFmt>
      <c:pivotFmt>
        <c:idx val="389"/>
        <c:spPr>
          <a:solidFill>
            <a:schemeClr val="accent1"/>
          </a:solidFill>
          <a:ln w="19050">
            <a:solidFill>
              <a:schemeClr val="lt1"/>
            </a:solidFill>
          </a:ln>
          <a:effectLst/>
        </c:spPr>
      </c:pivotFmt>
      <c:pivotFmt>
        <c:idx val="390"/>
        <c:spPr>
          <a:solidFill>
            <a:schemeClr val="accent1"/>
          </a:solidFill>
          <a:ln w="19050">
            <a:solidFill>
              <a:schemeClr val="lt1"/>
            </a:solidFill>
          </a:ln>
          <a:effectLst/>
        </c:spPr>
      </c:pivotFmt>
      <c:pivotFmt>
        <c:idx val="391"/>
        <c:spPr>
          <a:solidFill>
            <a:schemeClr val="accent1"/>
          </a:solidFill>
          <a:ln w="19050">
            <a:solidFill>
              <a:schemeClr val="lt1"/>
            </a:solidFill>
          </a:ln>
          <a:effectLst/>
        </c:spPr>
      </c:pivotFmt>
      <c:pivotFmt>
        <c:idx val="392"/>
        <c:spPr>
          <a:solidFill>
            <a:schemeClr val="accent1"/>
          </a:solidFill>
          <a:ln w="19050">
            <a:solidFill>
              <a:schemeClr val="lt1"/>
            </a:solidFill>
          </a:ln>
          <a:effectLst/>
        </c:spPr>
      </c:pivotFmt>
      <c:pivotFmt>
        <c:idx val="393"/>
        <c:spPr>
          <a:solidFill>
            <a:schemeClr val="accent1"/>
          </a:solidFill>
          <a:ln w="19050">
            <a:solidFill>
              <a:schemeClr val="lt1"/>
            </a:solidFill>
          </a:ln>
          <a:effectLst/>
        </c:spPr>
      </c:pivotFmt>
      <c:pivotFmt>
        <c:idx val="394"/>
        <c:spPr>
          <a:solidFill>
            <a:schemeClr val="accent1"/>
          </a:solidFill>
          <a:ln w="19050">
            <a:solidFill>
              <a:schemeClr val="lt1"/>
            </a:solidFill>
          </a:ln>
          <a:effectLst/>
        </c:spPr>
      </c:pivotFmt>
      <c:pivotFmt>
        <c:idx val="395"/>
        <c:spPr>
          <a:solidFill>
            <a:schemeClr val="accent1"/>
          </a:solidFill>
          <a:ln w="19050">
            <a:solidFill>
              <a:schemeClr val="lt1"/>
            </a:solidFill>
          </a:ln>
          <a:effectLst/>
        </c:spPr>
      </c:pivotFmt>
      <c:pivotFmt>
        <c:idx val="396"/>
        <c:spPr>
          <a:solidFill>
            <a:schemeClr val="accent1"/>
          </a:solidFill>
          <a:ln w="19050">
            <a:solidFill>
              <a:schemeClr val="lt1"/>
            </a:solidFill>
          </a:ln>
          <a:effectLst/>
        </c:spPr>
      </c:pivotFmt>
      <c:pivotFmt>
        <c:idx val="397"/>
        <c:spPr>
          <a:solidFill>
            <a:schemeClr val="accent1"/>
          </a:solidFill>
          <a:ln w="19050">
            <a:solidFill>
              <a:schemeClr val="lt1"/>
            </a:solidFill>
          </a:ln>
          <a:effectLst/>
        </c:spPr>
      </c:pivotFmt>
      <c:pivotFmt>
        <c:idx val="398"/>
        <c:spPr>
          <a:solidFill>
            <a:schemeClr val="accent1"/>
          </a:solidFill>
          <a:ln w="19050">
            <a:solidFill>
              <a:schemeClr val="lt1"/>
            </a:solidFill>
          </a:ln>
          <a:effectLst/>
        </c:spPr>
      </c:pivotFmt>
      <c:pivotFmt>
        <c:idx val="399"/>
        <c:spPr>
          <a:solidFill>
            <a:schemeClr val="accent1"/>
          </a:solidFill>
          <a:ln w="19050">
            <a:solidFill>
              <a:schemeClr val="lt1"/>
            </a:solidFill>
          </a:ln>
          <a:effectLst/>
        </c:spPr>
      </c:pivotFmt>
      <c:pivotFmt>
        <c:idx val="400"/>
        <c:spPr>
          <a:solidFill>
            <a:schemeClr val="accent1"/>
          </a:solidFill>
          <a:ln w="19050">
            <a:solidFill>
              <a:schemeClr val="lt1"/>
            </a:solidFill>
          </a:ln>
          <a:effectLst/>
        </c:spPr>
      </c:pivotFmt>
      <c:pivotFmt>
        <c:idx val="401"/>
        <c:spPr>
          <a:solidFill>
            <a:schemeClr val="accent1"/>
          </a:solidFill>
          <a:ln w="19050">
            <a:solidFill>
              <a:schemeClr val="lt1"/>
            </a:solidFill>
          </a:ln>
          <a:effectLst/>
        </c:spPr>
      </c:pivotFmt>
      <c:pivotFmt>
        <c:idx val="402"/>
        <c:spPr>
          <a:solidFill>
            <a:schemeClr val="accent1"/>
          </a:solidFill>
          <a:ln w="19050">
            <a:solidFill>
              <a:schemeClr val="lt1"/>
            </a:solidFill>
          </a:ln>
          <a:effectLst/>
        </c:spPr>
      </c:pivotFmt>
      <c:pivotFmt>
        <c:idx val="403"/>
        <c:spPr>
          <a:solidFill>
            <a:schemeClr val="accent1"/>
          </a:solidFill>
          <a:ln w="19050">
            <a:solidFill>
              <a:schemeClr val="lt1"/>
            </a:solidFill>
          </a:ln>
          <a:effectLst/>
        </c:spPr>
      </c:pivotFmt>
      <c:pivotFmt>
        <c:idx val="404"/>
        <c:spPr>
          <a:solidFill>
            <a:schemeClr val="accent1"/>
          </a:solidFill>
          <a:ln w="19050">
            <a:solidFill>
              <a:schemeClr val="lt1"/>
            </a:solidFill>
          </a:ln>
          <a:effectLst/>
        </c:spPr>
      </c:pivotFmt>
      <c:pivotFmt>
        <c:idx val="405"/>
        <c:spPr>
          <a:solidFill>
            <a:schemeClr val="accent1"/>
          </a:solidFill>
          <a:ln w="19050">
            <a:solidFill>
              <a:schemeClr val="lt1"/>
            </a:solidFill>
          </a:ln>
          <a:effectLst/>
        </c:spPr>
      </c:pivotFmt>
      <c:pivotFmt>
        <c:idx val="406"/>
        <c:spPr>
          <a:solidFill>
            <a:schemeClr val="accent1"/>
          </a:solidFill>
          <a:ln w="19050">
            <a:solidFill>
              <a:schemeClr val="lt1"/>
            </a:solidFill>
          </a:ln>
          <a:effectLst/>
        </c:spPr>
      </c:pivotFmt>
      <c:pivotFmt>
        <c:idx val="407"/>
        <c:spPr>
          <a:solidFill>
            <a:schemeClr val="accent1"/>
          </a:solidFill>
          <a:ln w="19050">
            <a:solidFill>
              <a:schemeClr val="lt1"/>
            </a:solidFill>
          </a:ln>
          <a:effectLst/>
        </c:spPr>
      </c:pivotFmt>
      <c:pivotFmt>
        <c:idx val="408"/>
        <c:spPr>
          <a:solidFill>
            <a:schemeClr val="accent1"/>
          </a:solidFill>
          <a:ln w="19050">
            <a:solidFill>
              <a:schemeClr val="lt1"/>
            </a:solidFill>
          </a:ln>
          <a:effectLst/>
        </c:spPr>
      </c:pivotFmt>
      <c:pivotFmt>
        <c:idx val="409"/>
        <c:spPr>
          <a:solidFill>
            <a:schemeClr val="accent1"/>
          </a:solidFill>
          <a:ln w="19050">
            <a:solidFill>
              <a:schemeClr val="lt1"/>
            </a:solidFill>
          </a:ln>
          <a:effectLst/>
        </c:spPr>
      </c:pivotFmt>
      <c:pivotFmt>
        <c:idx val="410"/>
        <c:spPr>
          <a:solidFill>
            <a:schemeClr val="accent1"/>
          </a:solidFill>
          <a:ln w="19050">
            <a:solidFill>
              <a:schemeClr val="lt1"/>
            </a:solidFill>
          </a:ln>
          <a:effectLst/>
        </c:spPr>
      </c:pivotFmt>
      <c:pivotFmt>
        <c:idx val="411"/>
        <c:spPr>
          <a:solidFill>
            <a:schemeClr val="accent1"/>
          </a:solidFill>
          <a:ln w="19050">
            <a:solidFill>
              <a:schemeClr val="lt1"/>
            </a:solidFill>
          </a:ln>
          <a:effectLst/>
        </c:spPr>
      </c:pivotFmt>
      <c:pivotFmt>
        <c:idx val="412"/>
        <c:spPr>
          <a:solidFill>
            <a:schemeClr val="accent1"/>
          </a:solidFill>
          <a:ln w="19050">
            <a:solidFill>
              <a:schemeClr val="lt1"/>
            </a:solidFill>
          </a:ln>
          <a:effectLst/>
        </c:spPr>
      </c:pivotFmt>
      <c:pivotFmt>
        <c:idx val="413"/>
        <c:spPr>
          <a:solidFill>
            <a:schemeClr val="accent1"/>
          </a:solidFill>
          <a:ln w="19050">
            <a:solidFill>
              <a:schemeClr val="lt1"/>
            </a:solidFill>
          </a:ln>
          <a:effectLst/>
        </c:spPr>
      </c:pivotFmt>
      <c:pivotFmt>
        <c:idx val="414"/>
        <c:spPr>
          <a:solidFill>
            <a:schemeClr val="accent1"/>
          </a:solidFill>
          <a:ln w="19050">
            <a:solidFill>
              <a:schemeClr val="lt1"/>
            </a:solidFill>
          </a:ln>
          <a:effectLst/>
        </c:spPr>
      </c:pivotFmt>
      <c:pivotFmt>
        <c:idx val="415"/>
        <c:spPr>
          <a:solidFill>
            <a:schemeClr val="accent1"/>
          </a:solidFill>
          <a:ln w="19050">
            <a:solidFill>
              <a:schemeClr val="lt1"/>
            </a:solidFill>
          </a:ln>
          <a:effectLst/>
        </c:spPr>
      </c:pivotFmt>
      <c:pivotFmt>
        <c:idx val="416"/>
        <c:spPr>
          <a:solidFill>
            <a:schemeClr val="accent1"/>
          </a:solidFill>
          <a:ln w="19050">
            <a:solidFill>
              <a:schemeClr val="lt1"/>
            </a:solidFill>
          </a:ln>
          <a:effectLst/>
        </c:spPr>
      </c:pivotFmt>
      <c:pivotFmt>
        <c:idx val="417"/>
        <c:spPr>
          <a:solidFill>
            <a:schemeClr val="accent1"/>
          </a:solidFill>
          <a:ln w="19050">
            <a:solidFill>
              <a:schemeClr val="lt1"/>
            </a:solidFill>
          </a:ln>
          <a:effectLst/>
        </c:spPr>
      </c:pivotFmt>
      <c:pivotFmt>
        <c:idx val="418"/>
        <c:spPr>
          <a:solidFill>
            <a:schemeClr val="accent1"/>
          </a:solidFill>
          <a:ln w="19050">
            <a:solidFill>
              <a:schemeClr val="lt1"/>
            </a:solidFill>
          </a:ln>
          <a:effectLst/>
        </c:spPr>
      </c:pivotFmt>
      <c:pivotFmt>
        <c:idx val="419"/>
        <c:spPr>
          <a:solidFill>
            <a:schemeClr val="accent1"/>
          </a:solidFill>
          <a:ln w="19050">
            <a:solidFill>
              <a:schemeClr val="lt1"/>
            </a:solidFill>
          </a:ln>
          <a:effectLst/>
        </c:spPr>
      </c:pivotFmt>
      <c:pivotFmt>
        <c:idx val="420"/>
        <c:spPr>
          <a:solidFill>
            <a:schemeClr val="accent1"/>
          </a:solidFill>
          <a:ln w="19050">
            <a:solidFill>
              <a:schemeClr val="lt1"/>
            </a:solidFill>
          </a:ln>
          <a:effectLst/>
        </c:spPr>
      </c:pivotFmt>
      <c:pivotFmt>
        <c:idx val="421"/>
        <c:spPr>
          <a:solidFill>
            <a:schemeClr val="accent1"/>
          </a:solidFill>
          <a:ln w="19050">
            <a:solidFill>
              <a:schemeClr val="lt1"/>
            </a:solidFill>
          </a:ln>
          <a:effectLst/>
        </c:spPr>
      </c:pivotFmt>
      <c:pivotFmt>
        <c:idx val="422"/>
        <c:spPr>
          <a:solidFill>
            <a:schemeClr val="accent1"/>
          </a:solidFill>
          <a:ln w="19050">
            <a:solidFill>
              <a:schemeClr val="lt1"/>
            </a:solidFill>
          </a:ln>
          <a:effectLst/>
        </c:spPr>
      </c:pivotFmt>
      <c:pivotFmt>
        <c:idx val="423"/>
        <c:spPr>
          <a:solidFill>
            <a:schemeClr val="accent1"/>
          </a:solidFill>
          <a:ln w="19050">
            <a:solidFill>
              <a:schemeClr val="lt1"/>
            </a:solidFill>
          </a:ln>
          <a:effectLst/>
        </c:spPr>
      </c:pivotFmt>
      <c:pivotFmt>
        <c:idx val="424"/>
        <c:spPr>
          <a:solidFill>
            <a:schemeClr val="accent1"/>
          </a:solidFill>
          <a:ln w="19050">
            <a:solidFill>
              <a:schemeClr val="lt1"/>
            </a:solidFill>
          </a:ln>
          <a:effectLst/>
        </c:spPr>
      </c:pivotFmt>
      <c:pivotFmt>
        <c:idx val="425"/>
        <c:spPr>
          <a:solidFill>
            <a:schemeClr val="accent1"/>
          </a:solidFill>
          <a:ln w="19050">
            <a:solidFill>
              <a:schemeClr val="lt1"/>
            </a:solidFill>
          </a:ln>
          <a:effectLst/>
        </c:spPr>
      </c:pivotFmt>
      <c:pivotFmt>
        <c:idx val="426"/>
        <c:spPr>
          <a:solidFill>
            <a:schemeClr val="accent1"/>
          </a:solidFill>
          <a:ln w="19050">
            <a:solidFill>
              <a:schemeClr val="lt1"/>
            </a:solidFill>
          </a:ln>
          <a:effectLst/>
        </c:spPr>
      </c:pivotFmt>
      <c:pivotFmt>
        <c:idx val="427"/>
        <c:spPr>
          <a:solidFill>
            <a:schemeClr val="accent1"/>
          </a:solidFill>
          <a:ln w="19050">
            <a:solidFill>
              <a:schemeClr val="lt1"/>
            </a:solidFill>
          </a:ln>
          <a:effectLst/>
        </c:spPr>
      </c:pivotFmt>
      <c:pivotFmt>
        <c:idx val="428"/>
        <c:spPr>
          <a:solidFill>
            <a:schemeClr val="accent1"/>
          </a:solidFill>
          <a:ln w="19050">
            <a:solidFill>
              <a:schemeClr val="lt1"/>
            </a:solidFill>
          </a:ln>
          <a:effectLst/>
        </c:spPr>
      </c:pivotFmt>
      <c:pivotFmt>
        <c:idx val="429"/>
        <c:spPr>
          <a:solidFill>
            <a:schemeClr val="accent1"/>
          </a:solidFill>
          <a:ln w="19050">
            <a:solidFill>
              <a:schemeClr val="lt1"/>
            </a:solidFill>
          </a:ln>
          <a:effectLst/>
        </c:spPr>
      </c:pivotFmt>
      <c:pivotFmt>
        <c:idx val="430"/>
        <c:spPr>
          <a:solidFill>
            <a:schemeClr val="accent1"/>
          </a:solidFill>
          <a:ln w="19050">
            <a:solidFill>
              <a:schemeClr val="lt1"/>
            </a:solidFill>
          </a:ln>
          <a:effectLst/>
        </c:spPr>
      </c:pivotFmt>
      <c:pivotFmt>
        <c:idx val="431"/>
        <c:spPr>
          <a:solidFill>
            <a:schemeClr val="accent1"/>
          </a:solidFill>
          <a:ln w="19050">
            <a:solidFill>
              <a:schemeClr val="lt1"/>
            </a:solidFill>
          </a:ln>
          <a:effectLst/>
        </c:spPr>
      </c:pivotFmt>
      <c:pivotFmt>
        <c:idx val="432"/>
        <c:spPr>
          <a:solidFill>
            <a:schemeClr val="accent1"/>
          </a:solidFill>
          <a:ln w="19050">
            <a:solidFill>
              <a:schemeClr val="lt1"/>
            </a:solidFill>
          </a:ln>
          <a:effectLst/>
        </c:spPr>
      </c:pivotFmt>
      <c:pivotFmt>
        <c:idx val="433"/>
        <c:spPr>
          <a:solidFill>
            <a:schemeClr val="accent1"/>
          </a:solidFill>
          <a:ln w="19050">
            <a:solidFill>
              <a:schemeClr val="lt1"/>
            </a:solidFill>
          </a:ln>
          <a:effectLst/>
        </c:spPr>
      </c:pivotFmt>
      <c:pivotFmt>
        <c:idx val="434"/>
        <c:spPr>
          <a:solidFill>
            <a:schemeClr val="accent1"/>
          </a:solidFill>
          <a:ln w="19050">
            <a:solidFill>
              <a:schemeClr val="lt1"/>
            </a:solidFill>
          </a:ln>
          <a:effectLst/>
        </c:spPr>
      </c:pivotFmt>
      <c:pivotFmt>
        <c:idx val="435"/>
        <c:spPr>
          <a:solidFill>
            <a:schemeClr val="accent1"/>
          </a:solidFill>
          <a:ln w="19050">
            <a:solidFill>
              <a:schemeClr val="lt1"/>
            </a:solidFill>
          </a:ln>
          <a:effectLst/>
        </c:spPr>
      </c:pivotFmt>
      <c:pivotFmt>
        <c:idx val="436"/>
        <c:spPr>
          <a:solidFill>
            <a:schemeClr val="accent1"/>
          </a:solidFill>
          <a:ln w="19050">
            <a:solidFill>
              <a:schemeClr val="lt1"/>
            </a:solidFill>
          </a:ln>
          <a:effectLst/>
        </c:spPr>
      </c:pivotFmt>
      <c:pivotFmt>
        <c:idx val="437"/>
        <c:spPr>
          <a:solidFill>
            <a:schemeClr val="accent1"/>
          </a:solidFill>
          <a:ln w="19050">
            <a:solidFill>
              <a:schemeClr val="lt1"/>
            </a:solidFill>
          </a:ln>
          <a:effectLst/>
        </c:spPr>
      </c:pivotFmt>
      <c:pivotFmt>
        <c:idx val="438"/>
        <c:spPr>
          <a:solidFill>
            <a:schemeClr val="accent1"/>
          </a:solidFill>
          <a:ln w="19050">
            <a:solidFill>
              <a:schemeClr val="lt1"/>
            </a:solidFill>
          </a:ln>
          <a:effectLst/>
        </c:spPr>
      </c:pivotFmt>
      <c:pivotFmt>
        <c:idx val="439"/>
        <c:spPr>
          <a:solidFill>
            <a:schemeClr val="accent1"/>
          </a:solidFill>
          <a:ln w="19050">
            <a:solidFill>
              <a:schemeClr val="lt1"/>
            </a:solidFill>
          </a:ln>
          <a:effectLst/>
        </c:spPr>
      </c:pivotFmt>
      <c:pivotFmt>
        <c:idx val="440"/>
        <c:spPr>
          <a:solidFill>
            <a:schemeClr val="accent1"/>
          </a:solidFill>
          <a:ln w="19050">
            <a:solidFill>
              <a:schemeClr val="lt1"/>
            </a:solidFill>
          </a:ln>
          <a:effectLst/>
        </c:spPr>
      </c:pivotFmt>
      <c:pivotFmt>
        <c:idx val="441"/>
        <c:spPr>
          <a:solidFill>
            <a:schemeClr val="accent1"/>
          </a:solidFill>
          <a:ln w="19050">
            <a:solidFill>
              <a:schemeClr val="lt1"/>
            </a:solidFill>
          </a:ln>
          <a:effectLst/>
        </c:spPr>
      </c:pivotFmt>
      <c:pivotFmt>
        <c:idx val="442"/>
        <c:spPr>
          <a:solidFill>
            <a:schemeClr val="accent1"/>
          </a:solidFill>
          <a:ln w="19050">
            <a:solidFill>
              <a:schemeClr val="lt1"/>
            </a:solidFill>
          </a:ln>
          <a:effectLst/>
        </c:spPr>
      </c:pivotFmt>
      <c:pivotFmt>
        <c:idx val="443"/>
        <c:spPr>
          <a:solidFill>
            <a:schemeClr val="accent1"/>
          </a:solidFill>
          <a:ln w="19050">
            <a:solidFill>
              <a:schemeClr val="lt1"/>
            </a:solidFill>
          </a:ln>
          <a:effectLst/>
        </c:spPr>
      </c:pivotFmt>
      <c:pivotFmt>
        <c:idx val="444"/>
        <c:spPr>
          <a:solidFill>
            <a:schemeClr val="accent1"/>
          </a:solidFill>
          <a:ln w="19050">
            <a:solidFill>
              <a:schemeClr val="lt1"/>
            </a:solidFill>
          </a:ln>
          <a:effectLst/>
        </c:spPr>
      </c:pivotFmt>
      <c:pivotFmt>
        <c:idx val="445"/>
        <c:spPr>
          <a:solidFill>
            <a:schemeClr val="accent1"/>
          </a:solidFill>
          <a:ln w="19050">
            <a:solidFill>
              <a:schemeClr val="lt1"/>
            </a:solidFill>
          </a:ln>
          <a:effectLst/>
        </c:spPr>
      </c:pivotFmt>
      <c:pivotFmt>
        <c:idx val="446"/>
        <c:spPr>
          <a:solidFill>
            <a:schemeClr val="accent1"/>
          </a:solidFill>
          <a:ln w="19050">
            <a:solidFill>
              <a:schemeClr val="lt1"/>
            </a:solidFill>
          </a:ln>
          <a:effectLst/>
        </c:spPr>
      </c:pivotFmt>
      <c:pivotFmt>
        <c:idx val="447"/>
        <c:spPr>
          <a:solidFill>
            <a:schemeClr val="accent1"/>
          </a:solidFill>
          <a:ln w="19050">
            <a:solidFill>
              <a:schemeClr val="lt1"/>
            </a:solidFill>
          </a:ln>
          <a:effectLst/>
        </c:spPr>
      </c:pivotFmt>
      <c:pivotFmt>
        <c:idx val="448"/>
        <c:spPr>
          <a:solidFill>
            <a:schemeClr val="accent1"/>
          </a:solidFill>
          <a:ln w="19050">
            <a:solidFill>
              <a:schemeClr val="lt1"/>
            </a:solidFill>
          </a:ln>
          <a:effectLst/>
        </c:spPr>
      </c:pivotFmt>
      <c:pivotFmt>
        <c:idx val="449"/>
        <c:spPr>
          <a:solidFill>
            <a:schemeClr val="accent1"/>
          </a:solidFill>
          <a:ln w="19050">
            <a:solidFill>
              <a:schemeClr val="lt1"/>
            </a:solidFill>
          </a:ln>
          <a:effectLst/>
        </c:spPr>
      </c:pivotFmt>
      <c:pivotFmt>
        <c:idx val="450"/>
        <c:spPr>
          <a:solidFill>
            <a:schemeClr val="accent1"/>
          </a:solidFill>
          <a:ln w="19050">
            <a:solidFill>
              <a:schemeClr val="lt1"/>
            </a:solidFill>
          </a:ln>
          <a:effectLst/>
        </c:spPr>
      </c:pivotFmt>
      <c:pivotFmt>
        <c:idx val="451"/>
        <c:spPr>
          <a:solidFill>
            <a:schemeClr val="accent1"/>
          </a:solidFill>
          <a:ln w="19050">
            <a:solidFill>
              <a:schemeClr val="lt1"/>
            </a:solidFill>
          </a:ln>
          <a:effectLst/>
        </c:spPr>
      </c:pivotFmt>
      <c:pivotFmt>
        <c:idx val="452"/>
        <c:spPr>
          <a:solidFill>
            <a:schemeClr val="accent1"/>
          </a:solidFill>
          <a:ln w="19050">
            <a:solidFill>
              <a:schemeClr val="lt1"/>
            </a:solidFill>
          </a:ln>
          <a:effectLst/>
        </c:spPr>
      </c:pivotFmt>
      <c:pivotFmt>
        <c:idx val="453"/>
        <c:spPr>
          <a:solidFill>
            <a:schemeClr val="accent1"/>
          </a:solidFill>
          <a:ln w="19050">
            <a:solidFill>
              <a:schemeClr val="lt1"/>
            </a:solidFill>
          </a:ln>
          <a:effectLst/>
        </c:spPr>
      </c:pivotFmt>
      <c:pivotFmt>
        <c:idx val="454"/>
        <c:spPr>
          <a:solidFill>
            <a:schemeClr val="accent1"/>
          </a:solidFill>
          <a:ln w="19050">
            <a:solidFill>
              <a:schemeClr val="lt1"/>
            </a:solidFill>
          </a:ln>
          <a:effectLst/>
        </c:spPr>
      </c:pivotFmt>
      <c:pivotFmt>
        <c:idx val="455"/>
        <c:spPr>
          <a:solidFill>
            <a:schemeClr val="accent1"/>
          </a:solidFill>
          <a:ln w="19050">
            <a:solidFill>
              <a:schemeClr val="lt1"/>
            </a:solidFill>
          </a:ln>
          <a:effectLst/>
        </c:spPr>
      </c:pivotFmt>
      <c:pivotFmt>
        <c:idx val="456"/>
        <c:spPr>
          <a:solidFill>
            <a:schemeClr val="accent1"/>
          </a:solidFill>
          <a:ln w="19050">
            <a:solidFill>
              <a:schemeClr val="lt1"/>
            </a:solidFill>
          </a:ln>
          <a:effectLst/>
        </c:spPr>
      </c:pivotFmt>
      <c:pivotFmt>
        <c:idx val="457"/>
        <c:spPr>
          <a:solidFill>
            <a:schemeClr val="accent1"/>
          </a:solidFill>
          <a:ln w="19050">
            <a:solidFill>
              <a:schemeClr val="lt1"/>
            </a:solidFill>
          </a:ln>
          <a:effectLst/>
        </c:spPr>
      </c:pivotFmt>
      <c:pivotFmt>
        <c:idx val="458"/>
        <c:spPr>
          <a:solidFill>
            <a:schemeClr val="accent1"/>
          </a:solidFill>
          <a:ln w="19050">
            <a:solidFill>
              <a:schemeClr val="lt1"/>
            </a:solidFill>
          </a:ln>
          <a:effectLst/>
        </c:spPr>
      </c:pivotFmt>
      <c:pivotFmt>
        <c:idx val="459"/>
        <c:spPr>
          <a:solidFill>
            <a:schemeClr val="accent1"/>
          </a:solidFill>
          <a:ln w="19050">
            <a:solidFill>
              <a:schemeClr val="lt1"/>
            </a:solidFill>
          </a:ln>
          <a:effectLst/>
        </c:spPr>
      </c:pivotFmt>
      <c:pivotFmt>
        <c:idx val="460"/>
        <c:spPr>
          <a:solidFill>
            <a:schemeClr val="accent1"/>
          </a:solidFill>
          <a:ln w="19050">
            <a:solidFill>
              <a:schemeClr val="lt1"/>
            </a:solidFill>
          </a:ln>
          <a:effectLst/>
        </c:spPr>
      </c:pivotFmt>
      <c:pivotFmt>
        <c:idx val="461"/>
        <c:spPr>
          <a:solidFill>
            <a:schemeClr val="accent1"/>
          </a:solidFill>
          <a:ln w="19050">
            <a:solidFill>
              <a:schemeClr val="lt1"/>
            </a:solidFill>
          </a:ln>
          <a:effectLst/>
        </c:spPr>
      </c:pivotFmt>
      <c:pivotFmt>
        <c:idx val="462"/>
        <c:spPr>
          <a:solidFill>
            <a:schemeClr val="accent1"/>
          </a:solidFill>
          <a:ln w="19050">
            <a:solidFill>
              <a:schemeClr val="lt1"/>
            </a:solidFill>
          </a:ln>
          <a:effectLst/>
        </c:spPr>
      </c:pivotFmt>
      <c:pivotFmt>
        <c:idx val="463"/>
        <c:spPr>
          <a:solidFill>
            <a:schemeClr val="accent1"/>
          </a:solidFill>
          <a:ln w="19050">
            <a:solidFill>
              <a:schemeClr val="lt1"/>
            </a:solidFill>
          </a:ln>
          <a:effectLst/>
        </c:spPr>
      </c:pivotFmt>
      <c:pivotFmt>
        <c:idx val="46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5"/>
        <c:spPr>
          <a:solidFill>
            <a:schemeClr val="accent1"/>
          </a:solidFill>
          <a:ln w="19050">
            <a:solidFill>
              <a:schemeClr val="lt1"/>
            </a:solidFill>
          </a:ln>
          <a:effectLst/>
        </c:spPr>
      </c:pivotFmt>
      <c:pivotFmt>
        <c:idx val="466"/>
        <c:spPr>
          <a:solidFill>
            <a:schemeClr val="accent1"/>
          </a:solidFill>
          <a:ln w="19050">
            <a:solidFill>
              <a:schemeClr val="lt1"/>
            </a:solidFill>
          </a:ln>
          <a:effectLst/>
        </c:spPr>
      </c:pivotFmt>
      <c:pivotFmt>
        <c:idx val="467"/>
        <c:spPr>
          <a:solidFill>
            <a:schemeClr val="accent1"/>
          </a:solidFill>
          <a:ln w="19050">
            <a:solidFill>
              <a:schemeClr val="lt1"/>
            </a:solidFill>
          </a:ln>
          <a:effectLst/>
        </c:spPr>
      </c:pivotFmt>
      <c:pivotFmt>
        <c:idx val="468"/>
        <c:spPr>
          <a:solidFill>
            <a:schemeClr val="accent1"/>
          </a:solidFill>
          <a:ln w="19050">
            <a:solidFill>
              <a:schemeClr val="lt1"/>
            </a:solidFill>
          </a:ln>
          <a:effectLst/>
        </c:spPr>
      </c:pivotFmt>
      <c:pivotFmt>
        <c:idx val="469"/>
        <c:spPr>
          <a:solidFill>
            <a:schemeClr val="accent1"/>
          </a:solidFill>
          <a:ln w="19050">
            <a:solidFill>
              <a:schemeClr val="lt1"/>
            </a:solidFill>
          </a:ln>
          <a:effectLst/>
        </c:spPr>
      </c:pivotFmt>
      <c:pivotFmt>
        <c:idx val="470"/>
        <c:spPr>
          <a:solidFill>
            <a:schemeClr val="accent1"/>
          </a:solidFill>
          <a:ln w="19050">
            <a:solidFill>
              <a:schemeClr val="lt1"/>
            </a:solidFill>
          </a:ln>
          <a:effectLst/>
        </c:spPr>
      </c:pivotFmt>
      <c:pivotFmt>
        <c:idx val="471"/>
        <c:spPr>
          <a:solidFill>
            <a:schemeClr val="accent1"/>
          </a:solidFill>
          <a:ln w="19050">
            <a:solidFill>
              <a:schemeClr val="lt1"/>
            </a:solidFill>
          </a:ln>
          <a:effectLst/>
        </c:spPr>
      </c:pivotFmt>
      <c:pivotFmt>
        <c:idx val="472"/>
        <c:spPr>
          <a:solidFill>
            <a:schemeClr val="accent1"/>
          </a:solidFill>
          <a:ln w="19050">
            <a:solidFill>
              <a:schemeClr val="lt1"/>
            </a:solidFill>
          </a:ln>
          <a:effectLst/>
        </c:spPr>
      </c:pivotFmt>
      <c:pivotFmt>
        <c:idx val="473"/>
        <c:spPr>
          <a:solidFill>
            <a:schemeClr val="accent1"/>
          </a:solidFill>
          <a:ln w="19050">
            <a:solidFill>
              <a:schemeClr val="lt1"/>
            </a:solidFill>
          </a:ln>
          <a:effectLst/>
        </c:spPr>
      </c:pivotFmt>
      <c:pivotFmt>
        <c:idx val="474"/>
        <c:spPr>
          <a:solidFill>
            <a:schemeClr val="accent1"/>
          </a:solidFill>
          <a:ln w="19050">
            <a:solidFill>
              <a:schemeClr val="lt1"/>
            </a:solidFill>
          </a:ln>
          <a:effectLst/>
        </c:spPr>
      </c:pivotFmt>
      <c:pivotFmt>
        <c:idx val="475"/>
        <c:spPr>
          <a:solidFill>
            <a:schemeClr val="accent1"/>
          </a:solidFill>
          <a:ln w="19050">
            <a:solidFill>
              <a:schemeClr val="lt1"/>
            </a:solidFill>
          </a:ln>
          <a:effectLst/>
        </c:spPr>
      </c:pivotFmt>
      <c:pivotFmt>
        <c:idx val="476"/>
        <c:spPr>
          <a:solidFill>
            <a:schemeClr val="accent1"/>
          </a:solidFill>
          <a:ln w="19050">
            <a:solidFill>
              <a:schemeClr val="lt1"/>
            </a:solidFill>
          </a:ln>
          <a:effectLst/>
        </c:spPr>
      </c:pivotFmt>
      <c:pivotFmt>
        <c:idx val="477"/>
        <c:spPr>
          <a:solidFill>
            <a:schemeClr val="accent1"/>
          </a:solidFill>
          <a:ln w="19050">
            <a:solidFill>
              <a:schemeClr val="lt1"/>
            </a:solidFill>
          </a:ln>
          <a:effectLst/>
        </c:spPr>
      </c:pivotFmt>
      <c:pivotFmt>
        <c:idx val="478"/>
        <c:spPr>
          <a:solidFill>
            <a:schemeClr val="accent1"/>
          </a:solidFill>
          <a:ln w="19050">
            <a:solidFill>
              <a:schemeClr val="lt1"/>
            </a:solidFill>
          </a:ln>
          <a:effectLst/>
        </c:spPr>
      </c:pivotFmt>
      <c:pivotFmt>
        <c:idx val="479"/>
        <c:spPr>
          <a:solidFill>
            <a:schemeClr val="accent1"/>
          </a:solidFill>
          <a:ln w="19050">
            <a:solidFill>
              <a:schemeClr val="lt1"/>
            </a:solidFill>
          </a:ln>
          <a:effectLst/>
        </c:spPr>
      </c:pivotFmt>
      <c:pivotFmt>
        <c:idx val="480"/>
        <c:spPr>
          <a:solidFill>
            <a:schemeClr val="accent1"/>
          </a:solidFill>
          <a:ln w="19050">
            <a:solidFill>
              <a:schemeClr val="lt1"/>
            </a:solidFill>
          </a:ln>
          <a:effectLst/>
        </c:spPr>
      </c:pivotFmt>
      <c:pivotFmt>
        <c:idx val="481"/>
        <c:spPr>
          <a:solidFill>
            <a:schemeClr val="accent1"/>
          </a:solidFill>
          <a:ln w="19050">
            <a:solidFill>
              <a:schemeClr val="lt1"/>
            </a:solidFill>
          </a:ln>
          <a:effectLst/>
        </c:spPr>
      </c:pivotFmt>
      <c:pivotFmt>
        <c:idx val="482"/>
        <c:spPr>
          <a:solidFill>
            <a:schemeClr val="accent1"/>
          </a:solidFill>
          <a:ln w="19050">
            <a:solidFill>
              <a:schemeClr val="lt1"/>
            </a:solidFill>
          </a:ln>
          <a:effectLst/>
        </c:spPr>
      </c:pivotFmt>
      <c:pivotFmt>
        <c:idx val="483"/>
        <c:spPr>
          <a:solidFill>
            <a:schemeClr val="accent1"/>
          </a:solidFill>
          <a:ln w="19050">
            <a:solidFill>
              <a:schemeClr val="lt1"/>
            </a:solidFill>
          </a:ln>
          <a:effectLst/>
        </c:spPr>
      </c:pivotFmt>
      <c:pivotFmt>
        <c:idx val="484"/>
        <c:spPr>
          <a:solidFill>
            <a:schemeClr val="accent1"/>
          </a:solidFill>
          <a:ln w="19050">
            <a:solidFill>
              <a:schemeClr val="lt1"/>
            </a:solidFill>
          </a:ln>
          <a:effectLst/>
        </c:spPr>
      </c:pivotFmt>
      <c:pivotFmt>
        <c:idx val="485"/>
        <c:spPr>
          <a:solidFill>
            <a:schemeClr val="accent1"/>
          </a:solidFill>
          <a:ln w="19050">
            <a:solidFill>
              <a:schemeClr val="lt1"/>
            </a:solidFill>
          </a:ln>
          <a:effectLst/>
        </c:spPr>
      </c:pivotFmt>
      <c:pivotFmt>
        <c:idx val="486"/>
        <c:spPr>
          <a:solidFill>
            <a:schemeClr val="accent1"/>
          </a:solidFill>
          <a:ln w="19050">
            <a:solidFill>
              <a:schemeClr val="lt1"/>
            </a:solidFill>
          </a:ln>
          <a:effectLst/>
        </c:spPr>
      </c:pivotFmt>
      <c:pivotFmt>
        <c:idx val="487"/>
        <c:spPr>
          <a:solidFill>
            <a:schemeClr val="accent1"/>
          </a:solidFill>
          <a:ln w="19050">
            <a:solidFill>
              <a:schemeClr val="lt1"/>
            </a:solidFill>
          </a:ln>
          <a:effectLst/>
        </c:spPr>
      </c:pivotFmt>
      <c:pivotFmt>
        <c:idx val="488"/>
        <c:spPr>
          <a:solidFill>
            <a:schemeClr val="accent1"/>
          </a:solidFill>
          <a:ln w="19050">
            <a:solidFill>
              <a:schemeClr val="lt1"/>
            </a:solidFill>
          </a:ln>
          <a:effectLst/>
        </c:spPr>
      </c:pivotFmt>
      <c:pivotFmt>
        <c:idx val="489"/>
        <c:spPr>
          <a:solidFill>
            <a:schemeClr val="accent1"/>
          </a:solidFill>
          <a:ln w="19050">
            <a:solidFill>
              <a:schemeClr val="lt1"/>
            </a:solidFill>
          </a:ln>
          <a:effectLst/>
        </c:spPr>
      </c:pivotFmt>
      <c:pivotFmt>
        <c:idx val="490"/>
        <c:spPr>
          <a:solidFill>
            <a:schemeClr val="accent1"/>
          </a:solidFill>
          <a:ln w="19050">
            <a:solidFill>
              <a:schemeClr val="lt1"/>
            </a:solidFill>
          </a:ln>
          <a:effectLst/>
        </c:spPr>
      </c:pivotFmt>
      <c:pivotFmt>
        <c:idx val="491"/>
        <c:spPr>
          <a:solidFill>
            <a:schemeClr val="accent1"/>
          </a:solidFill>
          <a:ln w="19050">
            <a:solidFill>
              <a:schemeClr val="lt1"/>
            </a:solidFill>
          </a:ln>
          <a:effectLst/>
        </c:spPr>
      </c:pivotFmt>
      <c:pivotFmt>
        <c:idx val="492"/>
        <c:spPr>
          <a:solidFill>
            <a:schemeClr val="accent1"/>
          </a:solidFill>
          <a:ln w="19050">
            <a:solidFill>
              <a:schemeClr val="lt1"/>
            </a:solidFill>
          </a:ln>
          <a:effectLst/>
        </c:spPr>
      </c:pivotFmt>
      <c:pivotFmt>
        <c:idx val="493"/>
        <c:spPr>
          <a:solidFill>
            <a:schemeClr val="accent1"/>
          </a:solidFill>
          <a:ln w="19050">
            <a:solidFill>
              <a:schemeClr val="lt1"/>
            </a:solidFill>
          </a:ln>
          <a:effectLst/>
        </c:spPr>
      </c:pivotFmt>
      <c:pivotFmt>
        <c:idx val="494"/>
        <c:spPr>
          <a:solidFill>
            <a:schemeClr val="accent1"/>
          </a:solidFill>
          <a:ln w="19050">
            <a:solidFill>
              <a:schemeClr val="lt1"/>
            </a:solidFill>
          </a:ln>
          <a:effectLst/>
        </c:spPr>
      </c:pivotFmt>
      <c:pivotFmt>
        <c:idx val="495"/>
        <c:spPr>
          <a:solidFill>
            <a:schemeClr val="accent1"/>
          </a:solidFill>
          <a:ln w="19050">
            <a:solidFill>
              <a:schemeClr val="lt1"/>
            </a:solidFill>
          </a:ln>
          <a:effectLst/>
        </c:spPr>
      </c:pivotFmt>
      <c:pivotFmt>
        <c:idx val="496"/>
        <c:spPr>
          <a:solidFill>
            <a:schemeClr val="accent1"/>
          </a:solidFill>
          <a:ln w="19050">
            <a:solidFill>
              <a:schemeClr val="lt1"/>
            </a:solidFill>
          </a:ln>
          <a:effectLst/>
        </c:spPr>
      </c:pivotFmt>
      <c:pivotFmt>
        <c:idx val="497"/>
        <c:spPr>
          <a:solidFill>
            <a:schemeClr val="accent1"/>
          </a:solidFill>
          <a:ln w="19050">
            <a:solidFill>
              <a:schemeClr val="lt1"/>
            </a:solidFill>
          </a:ln>
          <a:effectLst/>
        </c:spPr>
      </c:pivotFmt>
      <c:pivotFmt>
        <c:idx val="498"/>
        <c:spPr>
          <a:solidFill>
            <a:schemeClr val="accent1"/>
          </a:solidFill>
          <a:ln w="19050">
            <a:solidFill>
              <a:schemeClr val="lt1"/>
            </a:solidFill>
          </a:ln>
          <a:effectLst/>
        </c:spPr>
      </c:pivotFmt>
      <c:pivotFmt>
        <c:idx val="499"/>
        <c:spPr>
          <a:solidFill>
            <a:schemeClr val="accent1"/>
          </a:solidFill>
          <a:ln w="19050">
            <a:solidFill>
              <a:schemeClr val="lt1"/>
            </a:solidFill>
          </a:ln>
          <a:effectLst/>
        </c:spPr>
      </c:pivotFmt>
      <c:pivotFmt>
        <c:idx val="500"/>
        <c:spPr>
          <a:solidFill>
            <a:schemeClr val="accent1"/>
          </a:solidFill>
          <a:ln w="19050">
            <a:solidFill>
              <a:schemeClr val="lt1"/>
            </a:solidFill>
          </a:ln>
          <a:effectLst/>
        </c:spPr>
      </c:pivotFmt>
      <c:pivotFmt>
        <c:idx val="501"/>
        <c:spPr>
          <a:solidFill>
            <a:schemeClr val="accent1"/>
          </a:solidFill>
          <a:ln w="19050">
            <a:solidFill>
              <a:schemeClr val="lt1"/>
            </a:solidFill>
          </a:ln>
          <a:effectLst/>
        </c:spPr>
      </c:pivotFmt>
      <c:pivotFmt>
        <c:idx val="502"/>
        <c:spPr>
          <a:solidFill>
            <a:schemeClr val="accent1"/>
          </a:solidFill>
          <a:ln w="19050">
            <a:solidFill>
              <a:schemeClr val="lt1"/>
            </a:solidFill>
          </a:ln>
          <a:effectLst/>
        </c:spPr>
      </c:pivotFmt>
      <c:pivotFmt>
        <c:idx val="503"/>
        <c:spPr>
          <a:solidFill>
            <a:schemeClr val="accent1"/>
          </a:solidFill>
          <a:ln w="19050">
            <a:solidFill>
              <a:schemeClr val="lt1"/>
            </a:solidFill>
          </a:ln>
          <a:effectLst/>
        </c:spPr>
      </c:pivotFmt>
      <c:pivotFmt>
        <c:idx val="504"/>
        <c:spPr>
          <a:solidFill>
            <a:schemeClr val="accent1"/>
          </a:solidFill>
          <a:ln w="19050">
            <a:solidFill>
              <a:schemeClr val="lt1"/>
            </a:solidFill>
          </a:ln>
          <a:effectLst/>
        </c:spPr>
      </c:pivotFmt>
      <c:pivotFmt>
        <c:idx val="505"/>
        <c:spPr>
          <a:solidFill>
            <a:schemeClr val="accent1"/>
          </a:solidFill>
          <a:ln w="19050">
            <a:solidFill>
              <a:schemeClr val="lt1"/>
            </a:solidFill>
          </a:ln>
          <a:effectLst/>
        </c:spPr>
      </c:pivotFmt>
      <c:pivotFmt>
        <c:idx val="506"/>
        <c:spPr>
          <a:solidFill>
            <a:schemeClr val="accent1"/>
          </a:solidFill>
          <a:ln w="19050">
            <a:solidFill>
              <a:schemeClr val="lt1"/>
            </a:solidFill>
          </a:ln>
          <a:effectLst/>
        </c:spPr>
      </c:pivotFmt>
      <c:pivotFmt>
        <c:idx val="507"/>
        <c:spPr>
          <a:solidFill>
            <a:schemeClr val="accent1"/>
          </a:solidFill>
          <a:ln w="19050">
            <a:solidFill>
              <a:schemeClr val="lt1"/>
            </a:solidFill>
          </a:ln>
          <a:effectLst/>
        </c:spPr>
      </c:pivotFmt>
      <c:pivotFmt>
        <c:idx val="508"/>
        <c:spPr>
          <a:solidFill>
            <a:schemeClr val="accent1"/>
          </a:solidFill>
          <a:ln w="19050">
            <a:solidFill>
              <a:schemeClr val="lt1"/>
            </a:solidFill>
          </a:ln>
          <a:effectLst/>
        </c:spPr>
      </c:pivotFmt>
      <c:pivotFmt>
        <c:idx val="509"/>
        <c:spPr>
          <a:solidFill>
            <a:schemeClr val="accent1"/>
          </a:solidFill>
          <a:ln w="19050">
            <a:solidFill>
              <a:schemeClr val="lt1"/>
            </a:solidFill>
          </a:ln>
          <a:effectLst/>
        </c:spPr>
      </c:pivotFmt>
      <c:pivotFmt>
        <c:idx val="510"/>
        <c:spPr>
          <a:solidFill>
            <a:schemeClr val="accent1"/>
          </a:solidFill>
          <a:ln w="19050">
            <a:solidFill>
              <a:schemeClr val="lt1"/>
            </a:solidFill>
          </a:ln>
          <a:effectLst/>
        </c:spPr>
      </c:pivotFmt>
      <c:pivotFmt>
        <c:idx val="511"/>
        <c:spPr>
          <a:solidFill>
            <a:schemeClr val="accent1"/>
          </a:solidFill>
          <a:ln w="19050">
            <a:solidFill>
              <a:schemeClr val="lt1"/>
            </a:solidFill>
          </a:ln>
          <a:effectLst/>
        </c:spPr>
      </c:pivotFmt>
      <c:pivotFmt>
        <c:idx val="512"/>
        <c:spPr>
          <a:solidFill>
            <a:schemeClr val="accent1"/>
          </a:solidFill>
          <a:ln w="19050">
            <a:solidFill>
              <a:schemeClr val="lt1"/>
            </a:solidFill>
          </a:ln>
          <a:effectLst/>
        </c:spPr>
      </c:pivotFmt>
      <c:pivotFmt>
        <c:idx val="513"/>
        <c:spPr>
          <a:solidFill>
            <a:schemeClr val="accent1"/>
          </a:solidFill>
          <a:ln w="19050">
            <a:solidFill>
              <a:schemeClr val="lt1"/>
            </a:solidFill>
          </a:ln>
          <a:effectLst/>
        </c:spPr>
      </c:pivotFmt>
      <c:pivotFmt>
        <c:idx val="514"/>
        <c:spPr>
          <a:solidFill>
            <a:schemeClr val="accent1"/>
          </a:solidFill>
          <a:ln w="19050">
            <a:solidFill>
              <a:schemeClr val="lt1"/>
            </a:solidFill>
          </a:ln>
          <a:effectLst/>
        </c:spPr>
      </c:pivotFmt>
      <c:pivotFmt>
        <c:idx val="515"/>
        <c:spPr>
          <a:solidFill>
            <a:schemeClr val="accent1"/>
          </a:solidFill>
          <a:ln w="19050">
            <a:solidFill>
              <a:schemeClr val="lt1"/>
            </a:solidFill>
          </a:ln>
          <a:effectLst/>
        </c:spPr>
      </c:pivotFmt>
      <c:pivotFmt>
        <c:idx val="516"/>
        <c:spPr>
          <a:solidFill>
            <a:schemeClr val="accent1"/>
          </a:solidFill>
          <a:ln w="19050">
            <a:solidFill>
              <a:schemeClr val="lt1"/>
            </a:solidFill>
          </a:ln>
          <a:effectLst/>
        </c:spPr>
      </c:pivotFmt>
      <c:pivotFmt>
        <c:idx val="517"/>
        <c:spPr>
          <a:solidFill>
            <a:schemeClr val="accent1"/>
          </a:solidFill>
          <a:ln w="19050">
            <a:solidFill>
              <a:schemeClr val="lt1"/>
            </a:solidFill>
          </a:ln>
          <a:effectLst/>
        </c:spPr>
      </c:pivotFmt>
      <c:pivotFmt>
        <c:idx val="518"/>
        <c:spPr>
          <a:solidFill>
            <a:schemeClr val="accent1"/>
          </a:solidFill>
          <a:ln w="19050">
            <a:solidFill>
              <a:schemeClr val="lt1"/>
            </a:solidFill>
          </a:ln>
          <a:effectLst/>
        </c:spPr>
      </c:pivotFmt>
      <c:pivotFmt>
        <c:idx val="519"/>
        <c:spPr>
          <a:solidFill>
            <a:schemeClr val="accent1"/>
          </a:solidFill>
          <a:ln w="19050">
            <a:solidFill>
              <a:schemeClr val="lt1"/>
            </a:solidFill>
          </a:ln>
          <a:effectLst/>
        </c:spPr>
      </c:pivotFmt>
      <c:pivotFmt>
        <c:idx val="520"/>
        <c:spPr>
          <a:solidFill>
            <a:schemeClr val="accent1"/>
          </a:solidFill>
          <a:ln w="19050">
            <a:solidFill>
              <a:schemeClr val="lt1"/>
            </a:solidFill>
          </a:ln>
          <a:effectLst/>
        </c:spPr>
      </c:pivotFmt>
      <c:pivotFmt>
        <c:idx val="521"/>
        <c:spPr>
          <a:solidFill>
            <a:schemeClr val="accent1"/>
          </a:solidFill>
          <a:ln w="19050">
            <a:solidFill>
              <a:schemeClr val="lt1"/>
            </a:solidFill>
          </a:ln>
          <a:effectLst/>
        </c:spPr>
      </c:pivotFmt>
      <c:pivotFmt>
        <c:idx val="522"/>
        <c:spPr>
          <a:solidFill>
            <a:schemeClr val="accent1"/>
          </a:solidFill>
          <a:ln w="19050">
            <a:solidFill>
              <a:schemeClr val="lt1"/>
            </a:solidFill>
          </a:ln>
          <a:effectLst/>
        </c:spPr>
      </c:pivotFmt>
      <c:pivotFmt>
        <c:idx val="523"/>
        <c:spPr>
          <a:solidFill>
            <a:schemeClr val="accent1"/>
          </a:solidFill>
          <a:ln w="19050">
            <a:solidFill>
              <a:schemeClr val="lt1"/>
            </a:solidFill>
          </a:ln>
          <a:effectLst/>
        </c:spPr>
      </c:pivotFmt>
      <c:pivotFmt>
        <c:idx val="524"/>
        <c:spPr>
          <a:solidFill>
            <a:schemeClr val="accent1"/>
          </a:solidFill>
          <a:ln w="19050">
            <a:solidFill>
              <a:schemeClr val="lt1"/>
            </a:solidFill>
          </a:ln>
          <a:effectLst/>
        </c:spPr>
      </c:pivotFmt>
      <c:pivotFmt>
        <c:idx val="525"/>
        <c:spPr>
          <a:solidFill>
            <a:schemeClr val="accent1"/>
          </a:solidFill>
          <a:ln w="19050">
            <a:solidFill>
              <a:schemeClr val="lt1"/>
            </a:solidFill>
          </a:ln>
          <a:effectLst/>
        </c:spPr>
      </c:pivotFmt>
      <c:pivotFmt>
        <c:idx val="526"/>
        <c:spPr>
          <a:solidFill>
            <a:schemeClr val="accent1"/>
          </a:solidFill>
          <a:ln w="19050">
            <a:solidFill>
              <a:schemeClr val="lt1"/>
            </a:solidFill>
          </a:ln>
          <a:effectLst/>
        </c:spPr>
      </c:pivotFmt>
      <c:pivotFmt>
        <c:idx val="527"/>
        <c:spPr>
          <a:solidFill>
            <a:schemeClr val="accent1"/>
          </a:solidFill>
          <a:ln w="19050">
            <a:solidFill>
              <a:schemeClr val="lt1"/>
            </a:solidFill>
          </a:ln>
          <a:effectLst/>
        </c:spPr>
      </c:pivotFmt>
      <c:pivotFmt>
        <c:idx val="528"/>
        <c:spPr>
          <a:solidFill>
            <a:schemeClr val="accent1"/>
          </a:solidFill>
          <a:ln w="19050">
            <a:solidFill>
              <a:schemeClr val="lt1"/>
            </a:solidFill>
          </a:ln>
          <a:effectLst/>
        </c:spPr>
      </c:pivotFmt>
      <c:pivotFmt>
        <c:idx val="529"/>
        <c:spPr>
          <a:solidFill>
            <a:schemeClr val="accent1"/>
          </a:solidFill>
          <a:ln w="19050">
            <a:solidFill>
              <a:schemeClr val="lt1"/>
            </a:solidFill>
          </a:ln>
          <a:effectLst/>
        </c:spPr>
      </c:pivotFmt>
      <c:pivotFmt>
        <c:idx val="530"/>
        <c:spPr>
          <a:solidFill>
            <a:schemeClr val="accent1"/>
          </a:solidFill>
          <a:ln w="19050">
            <a:solidFill>
              <a:schemeClr val="lt1"/>
            </a:solidFill>
          </a:ln>
          <a:effectLst/>
        </c:spPr>
      </c:pivotFmt>
      <c:pivotFmt>
        <c:idx val="531"/>
        <c:spPr>
          <a:solidFill>
            <a:schemeClr val="accent1"/>
          </a:solidFill>
          <a:ln w="19050">
            <a:solidFill>
              <a:schemeClr val="lt1"/>
            </a:solidFill>
          </a:ln>
          <a:effectLst/>
        </c:spPr>
      </c:pivotFmt>
      <c:pivotFmt>
        <c:idx val="532"/>
        <c:spPr>
          <a:solidFill>
            <a:schemeClr val="accent1"/>
          </a:solidFill>
          <a:ln w="19050">
            <a:solidFill>
              <a:schemeClr val="lt1"/>
            </a:solidFill>
          </a:ln>
          <a:effectLst/>
        </c:spPr>
      </c:pivotFmt>
      <c:pivotFmt>
        <c:idx val="533"/>
        <c:spPr>
          <a:solidFill>
            <a:schemeClr val="accent1"/>
          </a:solidFill>
          <a:ln w="19050">
            <a:solidFill>
              <a:schemeClr val="lt1"/>
            </a:solidFill>
          </a:ln>
          <a:effectLst/>
        </c:spPr>
      </c:pivotFmt>
      <c:pivotFmt>
        <c:idx val="534"/>
        <c:spPr>
          <a:solidFill>
            <a:schemeClr val="accent1"/>
          </a:solidFill>
          <a:ln w="19050">
            <a:solidFill>
              <a:schemeClr val="lt1"/>
            </a:solidFill>
          </a:ln>
          <a:effectLst/>
        </c:spPr>
      </c:pivotFmt>
      <c:pivotFmt>
        <c:idx val="535"/>
        <c:spPr>
          <a:solidFill>
            <a:schemeClr val="accent1"/>
          </a:solidFill>
          <a:ln w="19050">
            <a:solidFill>
              <a:schemeClr val="lt1"/>
            </a:solidFill>
          </a:ln>
          <a:effectLst/>
        </c:spPr>
      </c:pivotFmt>
      <c:pivotFmt>
        <c:idx val="536"/>
        <c:spPr>
          <a:solidFill>
            <a:schemeClr val="accent1"/>
          </a:solidFill>
          <a:ln w="19050">
            <a:solidFill>
              <a:schemeClr val="lt1"/>
            </a:solidFill>
          </a:ln>
          <a:effectLst/>
        </c:spPr>
      </c:pivotFmt>
      <c:pivotFmt>
        <c:idx val="537"/>
        <c:spPr>
          <a:solidFill>
            <a:schemeClr val="accent1"/>
          </a:solidFill>
          <a:ln w="19050">
            <a:solidFill>
              <a:schemeClr val="lt1"/>
            </a:solidFill>
          </a:ln>
          <a:effectLst/>
        </c:spPr>
      </c:pivotFmt>
      <c:pivotFmt>
        <c:idx val="538"/>
        <c:spPr>
          <a:solidFill>
            <a:schemeClr val="accent1"/>
          </a:solidFill>
          <a:ln w="19050">
            <a:solidFill>
              <a:schemeClr val="lt1"/>
            </a:solidFill>
          </a:ln>
          <a:effectLst/>
        </c:spPr>
      </c:pivotFmt>
      <c:pivotFmt>
        <c:idx val="539"/>
        <c:spPr>
          <a:solidFill>
            <a:schemeClr val="accent1"/>
          </a:solidFill>
          <a:ln w="19050">
            <a:solidFill>
              <a:schemeClr val="lt1"/>
            </a:solidFill>
          </a:ln>
          <a:effectLst/>
        </c:spPr>
      </c:pivotFmt>
      <c:pivotFmt>
        <c:idx val="540"/>
        <c:spPr>
          <a:solidFill>
            <a:schemeClr val="accent1"/>
          </a:solidFill>
          <a:ln w="19050">
            <a:solidFill>
              <a:schemeClr val="lt1"/>
            </a:solidFill>
          </a:ln>
          <a:effectLst/>
        </c:spPr>
      </c:pivotFmt>
      <c:pivotFmt>
        <c:idx val="541"/>
        <c:spPr>
          <a:solidFill>
            <a:schemeClr val="accent1"/>
          </a:solidFill>
          <a:ln w="19050">
            <a:solidFill>
              <a:schemeClr val="lt1"/>
            </a:solidFill>
          </a:ln>
          <a:effectLst/>
        </c:spPr>
      </c:pivotFmt>
      <c:pivotFmt>
        <c:idx val="542"/>
        <c:spPr>
          <a:solidFill>
            <a:schemeClr val="accent1"/>
          </a:solidFill>
          <a:ln w="19050">
            <a:solidFill>
              <a:schemeClr val="lt1"/>
            </a:solidFill>
          </a:ln>
          <a:effectLst/>
        </c:spPr>
      </c:pivotFmt>
      <c:pivotFmt>
        <c:idx val="543"/>
        <c:spPr>
          <a:solidFill>
            <a:schemeClr val="accent1"/>
          </a:solidFill>
          <a:ln w="19050">
            <a:solidFill>
              <a:schemeClr val="lt1"/>
            </a:solidFill>
          </a:ln>
          <a:effectLst/>
        </c:spPr>
      </c:pivotFmt>
      <c:pivotFmt>
        <c:idx val="544"/>
        <c:spPr>
          <a:solidFill>
            <a:schemeClr val="accent1"/>
          </a:solidFill>
          <a:ln w="19050">
            <a:solidFill>
              <a:schemeClr val="lt1"/>
            </a:solidFill>
          </a:ln>
          <a:effectLst/>
        </c:spPr>
      </c:pivotFmt>
      <c:pivotFmt>
        <c:idx val="545"/>
        <c:spPr>
          <a:solidFill>
            <a:schemeClr val="accent1"/>
          </a:solidFill>
          <a:ln w="19050">
            <a:solidFill>
              <a:schemeClr val="lt1"/>
            </a:solidFill>
          </a:ln>
          <a:effectLst/>
        </c:spPr>
      </c:pivotFmt>
      <c:pivotFmt>
        <c:idx val="546"/>
        <c:spPr>
          <a:solidFill>
            <a:schemeClr val="accent1"/>
          </a:solidFill>
          <a:ln w="19050">
            <a:solidFill>
              <a:schemeClr val="lt1"/>
            </a:solidFill>
          </a:ln>
          <a:effectLst/>
        </c:spPr>
      </c:pivotFmt>
      <c:pivotFmt>
        <c:idx val="547"/>
        <c:spPr>
          <a:solidFill>
            <a:schemeClr val="accent1"/>
          </a:solidFill>
          <a:ln w="19050">
            <a:solidFill>
              <a:schemeClr val="lt1"/>
            </a:solidFill>
          </a:ln>
          <a:effectLst/>
        </c:spPr>
      </c:pivotFmt>
      <c:pivotFmt>
        <c:idx val="548"/>
        <c:spPr>
          <a:solidFill>
            <a:schemeClr val="accent1"/>
          </a:solidFill>
          <a:ln w="19050">
            <a:solidFill>
              <a:schemeClr val="lt1"/>
            </a:solidFill>
          </a:ln>
          <a:effectLst/>
        </c:spPr>
      </c:pivotFmt>
      <c:pivotFmt>
        <c:idx val="549"/>
        <c:spPr>
          <a:solidFill>
            <a:schemeClr val="accent1"/>
          </a:solidFill>
          <a:ln w="19050">
            <a:solidFill>
              <a:schemeClr val="lt1"/>
            </a:solidFill>
          </a:ln>
          <a:effectLst/>
        </c:spPr>
      </c:pivotFmt>
      <c:pivotFmt>
        <c:idx val="550"/>
        <c:spPr>
          <a:solidFill>
            <a:schemeClr val="accent1"/>
          </a:solidFill>
          <a:ln w="19050">
            <a:solidFill>
              <a:schemeClr val="lt1"/>
            </a:solidFill>
          </a:ln>
          <a:effectLst/>
        </c:spPr>
      </c:pivotFmt>
      <c:pivotFmt>
        <c:idx val="551"/>
        <c:spPr>
          <a:solidFill>
            <a:schemeClr val="accent1"/>
          </a:solidFill>
          <a:ln w="19050">
            <a:solidFill>
              <a:schemeClr val="lt1"/>
            </a:solidFill>
          </a:ln>
          <a:effectLst/>
        </c:spPr>
      </c:pivotFmt>
      <c:pivotFmt>
        <c:idx val="552"/>
        <c:spPr>
          <a:solidFill>
            <a:schemeClr val="accent1"/>
          </a:solidFill>
          <a:ln w="19050">
            <a:solidFill>
              <a:schemeClr val="lt1"/>
            </a:solidFill>
          </a:ln>
          <a:effectLst/>
        </c:spPr>
      </c:pivotFmt>
      <c:pivotFmt>
        <c:idx val="553"/>
        <c:spPr>
          <a:solidFill>
            <a:schemeClr val="accent1"/>
          </a:solidFill>
          <a:ln w="19050">
            <a:solidFill>
              <a:schemeClr val="lt1"/>
            </a:solidFill>
          </a:ln>
          <a:effectLst/>
        </c:spPr>
      </c:pivotFmt>
      <c:pivotFmt>
        <c:idx val="554"/>
        <c:spPr>
          <a:solidFill>
            <a:schemeClr val="accent1"/>
          </a:solidFill>
          <a:ln w="19050">
            <a:solidFill>
              <a:schemeClr val="lt1"/>
            </a:solidFill>
          </a:ln>
          <a:effectLst/>
        </c:spPr>
      </c:pivotFmt>
      <c:pivotFmt>
        <c:idx val="555"/>
        <c:spPr>
          <a:solidFill>
            <a:schemeClr val="accent1"/>
          </a:solidFill>
          <a:ln w="19050">
            <a:solidFill>
              <a:schemeClr val="lt1"/>
            </a:solidFill>
          </a:ln>
          <a:effectLst/>
        </c:spPr>
      </c:pivotFmt>
      <c:pivotFmt>
        <c:idx val="556"/>
        <c:spPr>
          <a:solidFill>
            <a:schemeClr val="accent1"/>
          </a:solidFill>
          <a:ln w="19050">
            <a:solidFill>
              <a:schemeClr val="lt1"/>
            </a:solidFill>
          </a:ln>
          <a:effectLst/>
        </c:spPr>
      </c:pivotFmt>
      <c:pivotFmt>
        <c:idx val="557"/>
        <c:spPr>
          <a:solidFill>
            <a:schemeClr val="accent1"/>
          </a:solidFill>
          <a:ln w="19050">
            <a:solidFill>
              <a:schemeClr val="lt1"/>
            </a:solidFill>
          </a:ln>
          <a:effectLst/>
        </c:spPr>
      </c:pivotFmt>
      <c:pivotFmt>
        <c:idx val="558"/>
        <c:spPr>
          <a:solidFill>
            <a:schemeClr val="accent1"/>
          </a:solidFill>
          <a:ln w="19050">
            <a:solidFill>
              <a:schemeClr val="lt1"/>
            </a:solidFill>
          </a:ln>
          <a:effectLst/>
        </c:spPr>
      </c:pivotFmt>
      <c:pivotFmt>
        <c:idx val="559"/>
        <c:spPr>
          <a:solidFill>
            <a:schemeClr val="accent1"/>
          </a:solidFill>
          <a:ln w="19050">
            <a:solidFill>
              <a:schemeClr val="lt1"/>
            </a:solidFill>
          </a:ln>
          <a:effectLst/>
        </c:spPr>
      </c:pivotFmt>
      <c:pivotFmt>
        <c:idx val="560"/>
        <c:spPr>
          <a:solidFill>
            <a:schemeClr val="accent1"/>
          </a:solidFill>
          <a:ln w="19050">
            <a:solidFill>
              <a:schemeClr val="lt1"/>
            </a:solidFill>
          </a:ln>
          <a:effectLst/>
        </c:spPr>
      </c:pivotFmt>
      <c:pivotFmt>
        <c:idx val="561"/>
        <c:spPr>
          <a:solidFill>
            <a:schemeClr val="accent1"/>
          </a:solidFill>
          <a:ln w="19050">
            <a:solidFill>
              <a:schemeClr val="lt1"/>
            </a:solidFill>
          </a:ln>
          <a:effectLst/>
        </c:spPr>
      </c:pivotFmt>
      <c:pivotFmt>
        <c:idx val="562"/>
        <c:spPr>
          <a:solidFill>
            <a:schemeClr val="accent1"/>
          </a:solidFill>
          <a:ln w="19050">
            <a:solidFill>
              <a:schemeClr val="lt1"/>
            </a:solidFill>
          </a:ln>
          <a:effectLst/>
        </c:spPr>
      </c:pivotFmt>
      <c:pivotFmt>
        <c:idx val="563"/>
        <c:spPr>
          <a:solidFill>
            <a:schemeClr val="accent1"/>
          </a:solidFill>
          <a:ln w="19050">
            <a:solidFill>
              <a:schemeClr val="lt1"/>
            </a:solidFill>
          </a:ln>
          <a:effectLst/>
        </c:spPr>
      </c:pivotFmt>
      <c:pivotFmt>
        <c:idx val="564"/>
        <c:spPr>
          <a:solidFill>
            <a:schemeClr val="accent1"/>
          </a:solidFill>
          <a:ln w="19050">
            <a:solidFill>
              <a:schemeClr val="lt1"/>
            </a:solidFill>
          </a:ln>
          <a:effectLst/>
        </c:spPr>
      </c:pivotFmt>
      <c:pivotFmt>
        <c:idx val="565"/>
        <c:spPr>
          <a:solidFill>
            <a:schemeClr val="accent1"/>
          </a:solidFill>
          <a:ln w="19050">
            <a:solidFill>
              <a:schemeClr val="lt1"/>
            </a:solidFill>
          </a:ln>
          <a:effectLst/>
        </c:spPr>
      </c:pivotFmt>
      <c:pivotFmt>
        <c:idx val="566"/>
        <c:spPr>
          <a:solidFill>
            <a:schemeClr val="accent1"/>
          </a:solidFill>
          <a:ln w="19050">
            <a:solidFill>
              <a:schemeClr val="lt1"/>
            </a:solidFill>
          </a:ln>
          <a:effectLst/>
        </c:spPr>
      </c:pivotFmt>
      <c:pivotFmt>
        <c:idx val="567"/>
        <c:spPr>
          <a:solidFill>
            <a:schemeClr val="accent1"/>
          </a:solidFill>
          <a:ln w="19050">
            <a:solidFill>
              <a:schemeClr val="lt1"/>
            </a:solidFill>
          </a:ln>
          <a:effectLst/>
        </c:spPr>
      </c:pivotFmt>
      <c:pivotFmt>
        <c:idx val="568"/>
        <c:spPr>
          <a:solidFill>
            <a:schemeClr val="accent1"/>
          </a:solidFill>
          <a:ln w="19050">
            <a:solidFill>
              <a:schemeClr val="lt1"/>
            </a:solidFill>
          </a:ln>
          <a:effectLst/>
        </c:spPr>
      </c:pivotFmt>
      <c:pivotFmt>
        <c:idx val="569"/>
        <c:spPr>
          <a:solidFill>
            <a:schemeClr val="accent1"/>
          </a:solidFill>
          <a:ln w="19050">
            <a:solidFill>
              <a:schemeClr val="lt1"/>
            </a:solidFill>
          </a:ln>
          <a:effectLst/>
        </c:spPr>
      </c:pivotFmt>
      <c:pivotFmt>
        <c:idx val="570"/>
        <c:spPr>
          <a:solidFill>
            <a:schemeClr val="accent1"/>
          </a:solidFill>
          <a:ln w="19050">
            <a:solidFill>
              <a:schemeClr val="lt1"/>
            </a:solidFill>
          </a:ln>
          <a:effectLst/>
        </c:spPr>
      </c:pivotFmt>
      <c:pivotFmt>
        <c:idx val="571"/>
        <c:spPr>
          <a:solidFill>
            <a:schemeClr val="accent1"/>
          </a:solidFill>
          <a:ln w="19050">
            <a:solidFill>
              <a:schemeClr val="lt1"/>
            </a:solidFill>
          </a:ln>
          <a:effectLst/>
        </c:spPr>
      </c:pivotFmt>
      <c:pivotFmt>
        <c:idx val="572"/>
        <c:spPr>
          <a:solidFill>
            <a:schemeClr val="accent1"/>
          </a:solidFill>
          <a:ln w="19050">
            <a:solidFill>
              <a:schemeClr val="lt1"/>
            </a:solidFill>
          </a:ln>
          <a:effectLst/>
        </c:spPr>
      </c:pivotFmt>
      <c:pivotFmt>
        <c:idx val="573"/>
        <c:spPr>
          <a:solidFill>
            <a:schemeClr val="accent1"/>
          </a:solidFill>
          <a:ln w="19050">
            <a:solidFill>
              <a:schemeClr val="lt1"/>
            </a:solidFill>
          </a:ln>
          <a:effectLst/>
        </c:spPr>
      </c:pivotFmt>
      <c:pivotFmt>
        <c:idx val="574"/>
        <c:spPr>
          <a:solidFill>
            <a:schemeClr val="accent1"/>
          </a:solidFill>
          <a:ln w="19050">
            <a:solidFill>
              <a:schemeClr val="lt1"/>
            </a:solidFill>
          </a:ln>
          <a:effectLst/>
        </c:spPr>
      </c:pivotFmt>
      <c:pivotFmt>
        <c:idx val="575"/>
        <c:spPr>
          <a:solidFill>
            <a:schemeClr val="accent1"/>
          </a:solidFill>
          <a:ln w="19050">
            <a:solidFill>
              <a:schemeClr val="lt1"/>
            </a:solidFill>
          </a:ln>
          <a:effectLst/>
        </c:spPr>
      </c:pivotFmt>
      <c:pivotFmt>
        <c:idx val="576"/>
        <c:spPr>
          <a:solidFill>
            <a:schemeClr val="accent1"/>
          </a:solidFill>
          <a:ln w="19050">
            <a:solidFill>
              <a:schemeClr val="lt1"/>
            </a:solidFill>
          </a:ln>
          <a:effectLst/>
        </c:spPr>
      </c:pivotFmt>
      <c:pivotFmt>
        <c:idx val="577"/>
        <c:spPr>
          <a:solidFill>
            <a:schemeClr val="accent1"/>
          </a:solidFill>
          <a:ln w="19050">
            <a:solidFill>
              <a:schemeClr val="lt1"/>
            </a:solidFill>
          </a:ln>
          <a:effectLst/>
        </c:spPr>
      </c:pivotFmt>
      <c:pivotFmt>
        <c:idx val="578"/>
        <c:spPr>
          <a:solidFill>
            <a:schemeClr val="accent1"/>
          </a:solidFill>
          <a:ln w="19050">
            <a:solidFill>
              <a:schemeClr val="lt1"/>
            </a:solidFill>
          </a:ln>
          <a:effectLst/>
        </c:spPr>
      </c:pivotFmt>
      <c:pivotFmt>
        <c:idx val="579"/>
        <c:spPr>
          <a:solidFill>
            <a:schemeClr val="accent1"/>
          </a:solidFill>
          <a:ln w="19050">
            <a:solidFill>
              <a:schemeClr val="lt1"/>
            </a:solidFill>
          </a:ln>
          <a:effectLst/>
        </c:spPr>
      </c:pivotFmt>
      <c:pivotFmt>
        <c:idx val="580"/>
        <c:spPr>
          <a:solidFill>
            <a:schemeClr val="accent1"/>
          </a:solidFill>
          <a:ln w="19050">
            <a:solidFill>
              <a:schemeClr val="lt1"/>
            </a:solidFill>
          </a:ln>
          <a:effectLst/>
        </c:spPr>
      </c:pivotFmt>
      <c:pivotFmt>
        <c:idx val="581"/>
        <c:spPr>
          <a:solidFill>
            <a:schemeClr val="accent1"/>
          </a:solidFill>
          <a:ln w="19050">
            <a:solidFill>
              <a:schemeClr val="lt1"/>
            </a:solidFill>
          </a:ln>
          <a:effectLst/>
        </c:spPr>
      </c:pivotFmt>
      <c:pivotFmt>
        <c:idx val="582"/>
        <c:spPr>
          <a:solidFill>
            <a:schemeClr val="accent1"/>
          </a:solidFill>
          <a:ln w="19050">
            <a:solidFill>
              <a:schemeClr val="lt1"/>
            </a:solidFill>
          </a:ln>
          <a:effectLst/>
        </c:spPr>
      </c:pivotFmt>
      <c:pivotFmt>
        <c:idx val="583"/>
        <c:spPr>
          <a:solidFill>
            <a:schemeClr val="accent1"/>
          </a:solidFill>
          <a:ln w="19050">
            <a:solidFill>
              <a:schemeClr val="lt1"/>
            </a:solidFill>
          </a:ln>
          <a:effectLst/>
        </c:spPr>
      </c:pivotFmt>
      <c:pivotFmt>
        <c:idx val="584"/>
        <c:spPr>
          <a:solidFill>
            <a:schemeClr val="accent1"/>
          </a:solidFill>
          <a:ln w="19050">
            <a:solidFill>
              <a:schemeClr val="lt1"/>
            </a:solidFill>
          </a:ln>
          <a:effectLst/>
        </c:spPr>
      </c:pivotFmt>
      <c:pivotFmt>
        <c:idx val="585"/>
        <c:spPr>
          <a:solidFill>
            <a:schemeClr val="accent1"/>
          </a:solidFill>
          <a:ln w="19050">
            <a:solidFill>
              <a:schemeClr val="lt1"/>
            </a:solidFill>
          </a:ln>
          <a:effectLst/>
        </c:spPr>
      </c:pivotFmt>
      <c:pivotFmt>
        <c:idx val="586"/>
        <c:spPr>
          <a:solidFill>
            <a:schemeClr val="accent1"/>
          </a:solidFill>
          <a:ln w="19050">
            <a:solidFill>
              <a:schemeClr val="lt1"/>
            </a:solidFill>
          </a:ln>
          <a:effectLst/>
        </c:spPr>
      </c:pivotFmt>
      <c:pivotFmt>
        <c:idx val="587"/>
        <c:spPr>
          <a:solidFill>
            <a:schemeClr val="accent1"/>
          </a:solidFill>
          <a:ln w="19050">
            <a:solidFill>
              <a:schemeClr val="lt1"/>
            </a:solidFill>
          </a:ln>
          <a:effectLst/>
        </c:spPr>
      </c:pivotFmt>
      <c:pivotFmt>
        <c:idx val="588"/>
        <c:spPr>
          <a:solidFill>
            <a:schemeClr val="accent1"/>
          </a:solidFill>
          <a:ln w="19050">
            <a:solidFill>
              <a:schemeClr val="lt1"/>
            </a:solidFill>
          </a:ln>
          <a:effectLst/>
        </c:spPr>
      </c:pivotFmt>
      <c:pivotFmt>
        <c:idx val="589"/>
        <c:spPr>
          <a:solidFill>
            <a:schemeClr val="accent1"/>
          </a:solidFill>
          <a:ln w="19050">
            <a:solidFill>
              <a:schemeClr val="lt1"/>
            </a:solidFill>
          </a:ln>
          <a:effectLst/>
        </c:spPr>
      </c:pivotFmt>
      <c:pivotFmt>
        <c:idx val="590"/>
        <c:spPr>
          <a:solidFill>
            <a:schemeClr val="accent1"/>
          </a:solidFill>
          <a:ln w="19050">
            <a:solidFill>
              <a:schemeClr val="lt1"/>
            </a:solidFill>
          </a:ln>
          <a:effectLst/>
        </c:spPr>
      </c:pivotFmt>
      <c:pivotFmt>
        <c:idx val="591"/>
        <c:spPr>
          <a:solidFill>
            <a:schemeClr val="accent1"/>
          </a:solidFill>
          <a:ln w="19050">
            <a:solidFill>
              <a:schemeClr val="lt1"/>
            </a:solidFill>
          </a:ln>
          <a:effectLst/>
        </c:spPr>
      </c:pivotFmt>
      <c:pivotFmt>
        <c:idx val="592"/>
        <c:spPr>
          <a:solidFill>
            <a:schemeClr val="accent1"/>
          </a:solidFill>
          <a:ln w="19050">
            <a:solidFill>
              <a:schemeClr val="lt1"/>
            </a:solidFill>
          </a:ln>
          <a:effectLst/>
        </c:spPr>
      </c:pivotFmt>
      <c:pivotFmt>
        <c:idx val="593"/>
        <c:spPr>
          <a:solidFill>
            <a:schemeClr val="accent1"/>
          </a:solidFill>
          <a:ln w="19050">
            <a:solidFill>
              <a:schemeClr val="lt1"/>
            </a:solidFill>
          </a:ln>
          <a:effectLst/>
        </c:spPr>
      </c:pivotFmt>
      <c:pivotFmt>
        <c:idx val="594"/>
        <c:spPr>
          <a:solidFill>
            <a:schemeClr val="accent1"/>
          </a:solidFill>
          <a:ln w="19050">
            <a:solidFill>
              <a:schemeClr val="lt1"/>
            </a:solidFill>
          </a:ln>
          <a:effectLst/>
        </c:spPr>
      </c:pivotFmt>
      <c:pivotFmt>
        <c:idx val="595"/>
        <c:spPr>
          <a:solidFill>
            <a:schemeClr val="accent1"/>
          </a:solidFill>
          <a:ln w="19050">
            <a:solidFill>
              <a:schemeClr val="lt1"/>
            </a:solidFill>
          </a:ln>
          <a:effectLst/>
        </c:spPr>
      </c:pivotFmt>
      <c:pivotFmt>
        <c:idx val="596"/>
        <c:spPr>
          <a:solidFill>
            <a:schemeClr val="accent1"/>
          </a:solidFill>
          <a:ln w="19050">
            <a:solidFill>
              <a:schemeClr val="lt1"/>
            </a:solidFill>
          </a:ln>
          <a:effectLst/>
        </c:spPr>
      </c:pivotFmt>
      <c:pivotFmt>
        <c:idx val="597"/>
        <c:spPr>
          <a:solidFill>
            <a:schemeClr val="accent1"/>
          </a:solidFill>
          <a:ln w="19050">
            <a:solidFill>
              <a:schemeClr val="lt1"/>
            </a:solidFill>
          </a:ln>
          <a:effectLst/>
        </c:spPr>
      </c:pivotFmt>
      <c:pivotFmt>
        <c:idx val="598"/>
        <c:spPr>
          <a:solidFill>
            <a:schemeClr val="accent1"/>
          </a:solidFill>
          <a:ln w="19050">
            <a:solidFill>
              <a:schemeClr val="lt1"/>
            </a:solidFill>
          </a:ln>
          <a:effectLst/>
        </c:spPr>
      </c:pivotFmt>
      <c:pivotFmt>
        <c:idx val="599"/>
        <c:spPr>
          <a:solidFill>
            <a:schemeClr val="accent1"/>
          </a:solidFill>
          <a:ln w="19050">
            <a:solidFill>
              <a:schemeClr val="lt1"/>
            </a:solidFill>
          </a:ln>
          <a:effectLst/>
        </c:spPr>
      </c:pivotFmt>
      <c:pivotFmt>
        <c:idx val="600"/>
        <c:spPr>
          <a:solidFill>
            <a:schemeClr val="accent1"/>
          </a:solidFill>
          <a:ln w="19050">
            <a:solidFill>
              <a:schemeClr val="lt1"/>
            </a:solidFill>
          </a:ln>
          <a:effectLst/>
        </c:spPr>
      </c:pivotFmt>
      <c:pivotFmt>
        <c:idx val="601"/>
        <c:spPr>
          <a:solidFill>
            <a:schemeClr val="accent1"/>
          </a:solidFill>
          <a:ln w="19050">
            <a:solidFill>
              <a:schemeClr val="lt1"/>
            </a:solidFill>
          </a:ln>
          <a:effectLst/>
        </c:spPr>
      </c:pivotFmt>
      <c:pivotFmt>
        <c:idx val="602"/>
        <c:spPr>
          <a:solidFill>
            <a:schemeClr val="accent1"/>
          </a:solidFill>
          <a:ln w="19050">
            <a:solidFill>
              <a:schemeClr val="lt1"/>
            </a:solidFill>
          </a:ln>
          <a:effectLst/>
        </c:spPr>
      </c:pivotFmt>
      <c:pivotFmt>
        <c:idx val="603"/>
        <c:spPr>
          <a:solidFill>
            <a:schemeClr val="accent1"/>
          </a:solidFill>
          <a:ln w="19050">
            <a:solidFill>
              <a:schemeClr val="lt1"/>
            </a:solidFill>
          </a:ln>
          <a:effectLst/>
        </c:spPr>
      </c:pivotFmt>
      <c:pivotFmt>
        <c:idx val="604"/>
        <c:spPr>
          <a:solidFill>
            <a:schemeClr val="accent1"/>
          </a:solidFill>
          <a:ln w="19050">
            <a:solidFill>
              <a:schemeClr val="lt1"/>
            </a:solidFill>
          </a:ln>
          <a:effectLst/>
        </c:spPr>
      </c:pivotFmt>
      <c:pivotFmt>
        <c:idx val="605"/>
        <c:spPr>
          <a:solidFill>
            <a:schemeClr val="accent1"/>
          </a:solidFill>
          <a:ln w="19050">
            <a:solidFill>
              <a:schemeClr val="lt1"/>
            </a:solidFill>
          </a:ln>
          <a:effectLst/>
        </c:spPr>
      </c:pivotFmt>
      <c:pivotFmt>
        <c:idx val="606"/>
        <c:spPr>
          <a:solidFill>
            <a:schemeClr val="accent1"/>
          </a:solidFill>
          <a:ln w="19050">
            <a:solidFill>
              <a:schemeClr val="lt1"/>
            </a:solidFill>
          </a:ln>
          <a:effectLst/>
        </c:spPr>
      </c:pivotFmt>
      <c:pivotFmt>
        <c:idx val="607"/>
        <c:spPr>
          <a:solidFill>
            <a:schemeClr val="accent1"/>
          </a:solidFill>
          <a:ln w="19050">
            <a:solidFill>
              <a:schemeClr val="lt1"/>
            </a:solidFill>
          </a:ln>
          <a:effectLst/>
        </c:spPr>
      </c:pivotFmt>
      <c:pivotFmt>
        <c:idx val="608"/>
        <c:spPr>
          <a:solidFill>
            <a:schemeClr val="accent1"/>
          </a:solidFill>
          <a:ln w="19050">
            <a:solidFill>
              <a:schemeClr val="lt1"/>
            </a:solidFill>
          </a:ln>
          <a:effectLst/>
        </c:spPr>
      </c:pivotFmt>
      <c:pivotFmt>
        <c:idx val="609"/>
        <c:spPr>
          <a:solidFill>
            <a:schemeClr val="accent1"/>
          </a:solidFill>
          <a:ln w="19050">
            <a:solidFill>
              <a:schemeClr val="lt1"/>
            </a:solidFill>
          </a:ln>
          <a:effectLst/>
        </c:spPr>
      </c:pivotFmt>
      <c:pivotFmt>
        <c:idx val="610"/>
        <c:spPr>
          <a:solidFill>
            <a:schemeClr val="accent1"/>
          </a:solidFill>
          <a:ln w="19050">
            <a:solidFill>
              <a:schemeClr val="lt1"/>
            </a:solidFill>
          </a:ln>
          <a:effectLst/>
        </c:spPr>
      </c:pivotFmt>
      <c:pivotFmt>
        <c:idx val="611"/>
        <c:spPr>
          <a:solidFill>
            <a:schemeClr val="accent1"/>
          </a:solidFill>
          <a:ln w="19050">
            <a:solidFill>
              <a:schemeClr val="lt1"/>
            </a:solidFill>
          </a:ln>
          <a:effectLst/>
        </c:spPr>
      </c:pivotFmt>
      <c:pivotFmt>
        <c:idx val="612"/>
        <c:spPr>
          <a:solidFill>
            <a:schemeClr val="accent1"/>
          </a:solidFill>
          <a:ln w="19050">
            <a:solidFill>
              <a:schemeClr val="lt1"/>
            </a:solidFill>
          </a:ln>
          <a:effectLst/>
        </c:spPr>
      </c:pivotFmt>
      <c:pivotFmt>
        <c:idx val="613"/>
        <c:spPr>
          <a:solidFill>
            <a:schemeClr val="accent1"/>
          </a:solidFill>
          <a:ln w="19050">
            <a:solidFill>
              <a:schemeClr val="lt1"/>
            </a:solidFill>
          </a:ln>
          <a:effectLst/>
        </c:spPr>
      </c:pivotFmt>
      <c:pivotFmt>
        <c:idx val="614"/>
        <c:spPr>
          <a:solidFill>
            <a:schemeClr val="accent1"/>
          </a:solidFill>
          <a:ln w="19050">
            <a:solidFill>
              <a:schemeClr val="lt1"/>
            </a:solidFill>
          </a:ln>
          <a:effectLst/>
        </c:spPr>
      </c:pivotFmt>
      <c:pivotFmt>
        <c:idx val="615"/>
        <c:spPr>
          <a:solidFill>
            <a:schemeClr val="accent1"/>
          </a:solidFill>
          <a:ln w="19050">
            <a:solidFill>
              <a:schemeClr val="lt1"/>
            </a:solidFill>
          </a:ln>
          <a:effectLst/>
        </c:spPr>
      </c:pivotFmt>
      <c:pivotFmt>
        <c:idx val="616"/>
        <c:spPr>
          <a:solidFill>
            <a:schemeClr val="accent1"/>
          </a:solidFill>
          <a:ln w="19050">
            <a:solidFill>
              <a:schemeClr val="lt1"/>
            </a:solidFill>
          </a:ln>
          <a:effectLst/>
        </c:spPr>
      </c:pivotFmt>
      <c:pivotFmt>
        <c:idx val="617"/>
        <c:spPr>
          <a:solidFill>
            <a:schemeClr val="accent1"/>
          </a:solidFill>
          <a:ln w="19050">
            <a:solidFill>
              <a:schemeClr val="lt1"/>
            </a:solidFill>
          </a:ln>
          <a:effectLst/>
        </c:spPr>
      </c:pivotFmt>
      <c:pivotFmt>
        <c:idx val="618"/>
        <c:spPr>
          <a:solidFill>
            <a:schemeClr val="accent1"/>
          </a:solidFill>
          <a:ln w="19050">
            <a:solidFill>
              <a:schemeClr val="lt1"/>
            </a:solidFill>
          </a:ln>
          <a:effectLst/>
        </c:spPr>
      </c:pivotFmt>
      <c:pivotFmt>
        <c:idx val="619"/>
        <c:spPr>
          <a:solidFill>
            <a:schemeClr val="accent1"/>
          </a:solidFill>
          <a:ln w="19050">
            <a:solidFill>
              <a:schemeClr val="lt1"/>
            </a:solidFill>
          </a:ln>
          <a:effectLst/>
        </c:spPr>
      </c:pivotFmt>
      <c:pivotFmt>
        <c:idx val="620"/>
        <c:spPr>
          <a:solidFill>
            <a:schemeClr val="accent1"/>
          </a:solidFill>
          <a:ln w="19050">
            <a:solidFill>
              <a:schemeClr val="lt1"/>
            </a:solidFill>
          </a:ln>
          <a:effectLst/>
        </c:spPr>
      </c:pivotFmt>
      <c:pivotFmt>
        <c:idx val="621"/>
        <c:spPr>
          <a:solidFill>
            <a:schemeClr val="accent1"/>
          </a:solidFill>
          <a:ln w="19050">
            <a:solidFill>
              <a:schemeClr val="lt1"/>
            </a:solidFill>
          </a:ln>
          <a:effectLst/>
        </c:spPr>
      </c:pivotFmt>
      <c:pivotFmt>
        <c:idx val="622"/>
        <c:spPr>
          <a:solidFill>
            <a:schemeClr val="accent1"/>
          </a:solidFill>
          <a:ln w="19050">
            <a:solidFill>
              <a:schemeClr val="lt1"/>
            </a:solidFill>
          </a:ln>
          <a:effectLst/>
        </c:spPr>
      </c:pivotFmt>
      <c:pivotFmt>
        <c:idx val="623"/>
        <c:spPr>
          <a:solidFill>
            <a:schemeClr val="accent1"/>
          </a:solidFill>
          <a:ln w="19050">
            <a:solidFill>
              <a:schemeClr val="lt1"/>
            </a:solidFill>
          </a:ln>
          <a:effectLst/>
        </c:spPr>
      </c:pivotFmt>
      <c:pivotFmt>
        <c:idx val="624"/>
        <c:spPr>
          <a:solidFill>
            <a:schemeClr val="accent1"/>
          </a:solidFill>
          <a:ln w="19050">
            <a:solidFill>
              <a:schemeClr val="lt1"/>
            </a:solidFill>
          </a:ln>
          <a:effectLst/>
        </c:spPr>
      </c:pivotFmt>
      <c:pivotFmt>
        <c:idx val="625"/>
        <c:spPr>
          <a:solidFill>
            <a:schemeClr val="accent1"/>
          </a:solidFill>
          <a:ln w="19050">
            <a:solidFill>
              <a:schemeClr val="lt1"/>
            </a:solidFill>
          </a:ln>
          <a:effectLst/>
        </c:spPr>
      </c:pivotFmt>
      <c:pivotFmt>
        <c:idx val="626"/>
        <c:spPr>
          <a:solidFill>
            <a:schemeClr val="accent1"/>
          </a:solidFill>
          <a:ln w="19050">
            <a:solidFill>
              <a:schemeClr val="lt1"/>
            </a:solidFill>
          </a:ln>
          <a:effectLst/>
        </c:spPr>
      </c:pivotFmt>
      <c:pivotFmt>
        <c:idx val="627"/>
        <c:spPr>
          <a:solidFill>
            <a:schemeClr val="accent1"/>
          </a:solidFill>
          <a:ln w="19050">
            <a:solidFill>
              <a:schemeClr val="lt1"/>
            </a:solidFill>
          </a:ln>
          <a:effectLst/>
        </c:spPr>
      </c:pivotFmt>
      <c:pivotFmt>
        <c:idx val="628"/>
        <c:spPr>
          <a:solidFill>
            <a:schemeClr val="accent1"/>
          </a:solidFill>
          <a:ln w="19050">
            <a:solidFill>
              <a:schemeClr val="lt1"/>
            </a:solidFill>
          </a:ln>
          <a:effectLst/>
        </c:spPr>
      </c:pivotFmt>
      <c:pivotFmt>
        <c:idx val="629"/>
        <c:spPr>
          <a:solidFill>
            <a:schemeClr val="accent1"/>
          </a:solidFill>
          <a:ln w="19050">
            <a:solidFill>
              <a:schemeClr val="lt1"/>
            </a:solidFill>
          </a:ln>
          <a:effectLst/>
        </c:spPr>
      </c:pivotFmt>
      <c:pivotFmt>
        <c:idx val="630"/>
        <c:spPr>
          <a:solidFill>
            <a:schemeClr val="accent1"/>
          </a:solidFill>
          <a:ln w="19050">
            <a:solidFill>
              <a:schemeClr val="lt1"/>
            </a:solidFill>
          </a:ln>
          <a:effectLst/>
        </c:spPr>
      </c:pivotFmt>
      <c:pivotFmt>
        <c:idx val="631"/>
        <c:spPr>
          <a:solidFill>
            <a:schemeClr val="accent1"/>
          </a:solidFill>
          <a:ln w="19050">
            <a:solidFill>
              <a:schemeClr val="lt1"/>
            </a:solidFill>
          </a:ln>
          <a:effectLst/>
        </c:spPr>
      </c:pivotFmt>
      <c:pivotFmt>
        <c:idx val="632"/>
        <c:spPr>
          <a:solidFill>
            <a:schemeClr val="accent1"/>
          </a:solidFill>
          <a:ln w="19050">
            <a:solidFill>
              <a:schemeClr val="lt1"/>
            </a:solidFill>
          </a:ln>
          <a:effectLst/>
        </c:spPr>
      </c:pivotFmt>
      <c:pivotFmt>
        <c:idx val="633"/>
        <c:spPr>
          <a:solidFill>
            <a:schemeClr val="accent1"/>
          </a:solidFill>
          <a:ln w="19050">
            <a:solidFill>
              <a:schemeClr val="lt1"/>
            </a:solidFill>
          </a:ln>
          <a:effectLst/>
        </c:spPr>
      </c:pivotFmt>
      <c:pivotFmt>
        <c:idx val="634"/>
        <c:spPr>
          <a:solidFill>
            <a:schemeClr val="accent1"/>
          </a:solidFill>
          <a:ln w="19050">
            <a:solidFill>
              <a:schemeClr val="lt1"/>
            </a:solidFill>
          </a:ln>
          <a:effectLst/>
        </c:spPr>
      </c:pivotFmt>
      <c:pivotFmt>
        <c:idx val="635"/>
        <c:spPr>
          <a:solidFill>
            <a:schemeClr val="accent1"/>
          </a:solidFill>
          <a:ln w="19050">
            <a:solidFill>
              <a:schemeClr val="lt1"/>
            </a:solidFill>
          </a:ln>
          <a:effectLst/>
        </c:spPr>
      </c:pivotFmt>
      <c:pivotFmt>
        <c:idx val="636"/>
        <c:spPr>
          <a:solidFill>
            <a:schemeClr val="accent1"/>
          </a:solidFill>
          <a:ln w="19050">
            <a:solidFill>
              <a:schemeClr val="lt1"/>
            </a:solidFill>
          </a:ln>
          <a:effectLst/>
        </c:spPr>
      </c:pivotFmt>
      <c:pivotFmt>
        <c:idx val="637"/>
        <c:spPr>
          <a:solidFill>
            <a:schemeClr val="accent1"/>
          </a:solidFill>
          <a:ln w="19050">
            <a:solidFill>
              <a:schemeClr val="lt1"/>
            </a:solidFill>
          </a:ln>
          <a:effectLst/>
        </c:spPr>
      </c:pivotFmt>
      <c:pivotFmt>
        <c:idx val="638"/>
        <c:spPr>
          <a:solidFill>
            <a:schemeClr val="accent1"/>
          </a:solidFill>
          <a:ln w="19050">
            <a:solidFill>
              <a:schemeClr val="lt1"/>
            </a:solidFill>
          </a:ln>
          <a:effectLst/>
        </c:spPr>
      </c:pivotFmt>
      <c:pivotFmt>
        <c:idx val="639"/>
        <c:spPr>
          <a:solidFill>
            <a:schemeClr val="accent1"/>
          </a:solidFill>
          <a:ln w="19050">
            <a:solidFill>
              <a:schemeClr val="lt1"/>
            </a:solidFill>
          </a:ln>
          <a:effectLst/>
        </c:spPr>
      </c:pivotFmt>
      <c:pivotFmt>
        <c:idx val="640"/>
        <c:spPr>
          <a:solidFill>
            <a:schemeClr val="accent1"/>
          </a:solidFill>
          <a:ln w="19050">
            <a:solidFill>
              <a:schemeClr val="lt1"/>
            </a:solidFill>
          </a:ln>
          <a:effectLst/>
        </c:spPr>
      </c:pivotFmt>
      <c:pivotFmt>
        <c:idx val="641"/>
        <c:spPr>
          <a:solidFill>
            <a:schemeClr val="accent1"/>
          </a:solidFill>
          <a:ln w="19050">
            <a:solidFill>
              <a:schemeClr val="lt1"/>
            </a:solidFill>
          </a:ln>
          <a:effectLst/>
        </c:spPr>
      </c:pivotFmt>
      <c:pivotFmt>
        <c:idx val="642"/>
        <c:spPr>
          <a:solidFill>
            <a:schemeClr val="accent1"/>
          </a:solidFill>
          <a:ln w="19050">
            <a:solidFill>
              <a:schemeClr val="lt1"/>
            </a:solidFill>
          </a:ln>
          <a:effectLst/>
        </c:spPr>
      </c:pivotFmt>
      <c:pivotFmt>
        <c:idx val="643"/>
        <c:spPr>
          <a:solidFill>
            <a:schemeClr val="accent1"/>
          </a:solidFill>
          <a:ln w="19050">
            <a:solidFill>
              <a:schemeClr val="lt1"/>
            </a:solidFill>
          </a:ln>
          <a:effectLst/>
        </c:spPr>
      </c:pivotFmt>
      <c:pivotFmt>
        <c:idx val="644"/>
        <c:spPr>
          <a:solidFill>
            <a:schemeClr val="accent1"/>
          </a:solidFill>
          <a:ln w="19050">
            <a:solidFill>
              <a:schemeClr val="lt1"/>
            </a:solidFill>
          </a:ln>
          <a:effectLst/>
        </c:spPr>
      </c:pivotFmt>
      <c:pivotFmt>
        <c:idx val="645"/>
        <c:spPr>
          <a:solidFill>
            <a:schemeClr val="accent1"/>
          </a:solidFill>
          <a:ln w="19050">
            <a:solidFill>
              <a:schemeClr val="lt1"/>
            </a:solidFill>
          </a:ln>
          <a:effectLst/>
        </c:spPr>
      </c:pivotFmt>
      <c:pivotFmt>
        <c:idx val="646"/>
        <c:spPr>
          <a:solidFill>
            <a:schemeClr val="accent1"/>
          </a:solidFill>
          <a:ln w="19050">
            <a:solidFill>
              <a:schemeClr val="lt1"/>
            </a:solidFill>
          </a:ln>
          <a:effectLst/>
        </c:spPr>
      </c:pivotFmt>
      <c:pivotFmt>
        <c:idx val="647"/>
        <c:spPr>
          <a:solidFill>
            <a:schemeClr val="accent1"/>
          </a:solidFill>
          <a:ln w="19050">
            <a:solidFill>
              <a:schemeClr val="lt1"/>
            </a:solidFill>
          </a:ln>
          <a:effectLst/>
        </c:spPr>
      </c:pivotFmt>
      <c:pivotFmt>
        <c:idx val="648"/>
        <c:spPr>
          <a:solidFill>
            <a:schemeClr val="accent1"/>
          </a:solidFill>
          <a:ln w="19050">
            <a:solidFill>
              <a:schemeClr val="lt1"/>
            </a:solidFill>
          </a:ln>
          <a:effectLst/>
        </c:spPr>
      </c:pivotFmt>
      <c:pivotFmt>
        <c:idx val="649"/>
        <c:spPr>
          <a:solidFill>
            <a:schemeClr val="accent1"/>
          </a:solidFill>
          <a:ln w="19050">
            <a:solidFill>
              <a:schemeClr val="lt1"/>
            </a:solidFill>
          </a:ln>
          <a:effectLst/>
        </c:spPr>
      </c:pivotFmt>
      <c:pivotFmt>
        <c:idx val="650"/>
        <c:spPr>
          <a:solidFill>
            <a:schemeClr val="accent1"/>
          </a:solidFill>
          <a:ln w="19050">
            <a:solidFill>
              <a:schemeClr val="lt1"/>
            </a:solidFill>
          </a:ln>
          <a:effectLst/>
        </c:spPr>
      </c:pivotFmt>
      <c:pivotFmt>
        <c:idx val="651"/>
        <c:spPr>
          <a:solidFill>
            <a:schemeClr val="accent1"/>
          </a:solidFill>
          <a:ln w="19050">
            <a:solidFill>
              <a:schemeClr val="lt1"/>
            </a:solidFill>
          </a:ln>
          <a:effectLst/>
        </c:spPr>
      </c:pivotFmt>
      <c:pivotFmt>
        <c:idx val="652"/>
        <c:spPr>
          <a:solidFill>
            <a:schemeClr val="accent1"/>
          </a:solidFill>
          <a:ln w="19050">
            <a:solidFill>
              <a:schemeClr val="lt1"/>
            </a:solidFill>
          </a:ln>
          <a:effectLst/>
        </c:spPr>
      </c:pivotFmt>
      <c:pivotFmt>
        <c:idx val="653"/>
        <c:spPr>
          <a:solidFill>
            <a:schemeClr val="accent1"/>
          </a:solidFill>
          <a:ln w="19050">
            <a:solidFill>
              <a:schemeClr val="lt1"/>
            </a:solidFill>
          </a:ln>
          <a:effectLst/>
        </c:spPr>
      </c:pivotFmt>
      <c:pivotFmt>
        <c:idx val="654"/>
        <c:spPr>
          <a:solidFill>
            <a:schemeClr val="accent1"/>
          </a:solidFill>
          <a:ln w="19050">
            <a:solidFill>
              <a:schemeClr val="lt1"/>
            </a:solidFill>
          </a:ln>
          <a:effectLst/>
        </c:spPr>
      </c:pivotFmt>
      <c:pivotFmt>
        <c:idx val="655"/>
        <c:spPr>
          <a:solidFill>
            <a:schemeClr val="accent1"/>
          </a:solidFill>
          <a:ln w="19050">
            <a:solidFill>
              <a:schemeClr val="lt1"/>
            </a:solidFill>
          </a:ln>
          <a:effectLst/>
        </c:spPr>
      </c:pivotFmt>
      <c:pivotFmt>
        <c:idx val="656"/>
        <c:spPr>
          <a:solidFill>
            <a:schemeClr val="accent1"/>
          </a:solidFill>
          <a:ln w="19050">
            <a:solidFill>
              <a:schemeClr val="lt1"/>
            </a:solidFill>
          </a:ln>
          <a:effectLst/>
        </c:spPr>
      </c:pivotFmt>
      <c:pivotFmt>
        <c:idx val="657"/>
        <c:spPr>
          <a:solidFill>
            <a:schemeClr val="accent1"/>
          </a:solidFill>
          <a:ln w="19050">
            <a:solidFill>
              <a:schemeClr val="lt1"/>
            </a:solidFill>
          </a:ln>
          <a:effectLst/>
        </c:spPr>
      </c:pivotFmt>
      <c:pivotFmt>
        <c:idx val="658"/>
        <c:spPr>
          <a:solidFill>
            <a:schemeClr val="accent1"/>
          </a:solidFill>
          <a:ln w="19050">
            <a:solidFill>
              <a:schemeClr val="lt1"/>
            </a:solidFill>
          </a:ln>
          <a:effectLst/>
        </c:spPr>
      </c:pivotFmt>
      <c:pivotFmt>
        <c:idx val="659"/>
        <c:spPr>
          <a:solidFill>
            <a:schemeClr val="accent1"/>
          </a:solidFill>
          <a:ln w="19050">
            <a:solidFill>
              <a:schemeClr val="lt1"/>
            </a:solidFill>
          </a:ln>
          <a:effectLst/>
        </c:spPr>
      </c:pivotFmt>
      <c:pivotFmt>
        <c:idx val="660"/>
        <c:spPr>
          <a:solidFill>
            <a:schemeClr val="accent1"/>
          </a:solidFill>
          <a:ln w="19050">
            <a:solidFill>
              <a:schemeClr val="lt1"/>
            </a:solidFill>
          </a:ln>
          <a:effectLst/>
        </c:spPr>
      </c:pivotFmt>
      <c:pivotFmt>
        <c:idx val="661"/>
        <c:spPr>
          <a:solidFill>
            <a:schemeClr val="accent1"/>
          </a:solidFill>
          <a:ln w="19050">
            <a:solidFill>
              <a:schemeClr val="lt1"/>
            </a:solidFill>
          </a:ln>
          <a:effectLst/>
        </c:spPr>
      </c:pivotFmt>
      <c:pivotFmt>
        <c:idx val="662"/>
        <c:spPr>
          <a:solidFill>
            <a:schemeClr val="accent1"/>
          </a:solidFill>
          <a:ln w="19050">
            <a:solidFill>
              <a:schemeClr val="lt1"/>
            </a:solidFill>
          </a:ln>
          <a:effectLst/>
        </c:spPr>
      </c:pivotFmt>
      <c:pivotFmt>
        <c:idx val="663"/>
        <c:spPr>
          <a:solidFill>
            <a:schemeClr val="accent1"/>
          </a:solidFill>
          <a:ln w="19050">
            <a:solidFill>
              <a:schemeClr val="lt1"/>
            </a:solidFill>
          </a:ln>
          <a:effectLst/>
        </c:spPr>
      </c:pivotFmt>
      <c:pivotFmt>
        <c:idx val="664"/>
        <c:spPr>
          <a:solidFill>
            <a:schemeClr val="accent1"/>
          </a:solidFill>
          <a:ln w="19050">
            <a:solidFill>
              <a:schemeClr val="lt1"/>
            </a:solidFill>
          </a:ln>
          <a:effectLst/>
        </c:spPr>
      </c:pivotFmt>
      <c:pivotFmt>
        <c:idx val="665"/>
        <c:spPr>
          <a:solidFill>
            <a:schemeClr val="accent1"/>
          </a:solidFill>
          <a:ln w="19050">
            <a:solidFill>
              <a:schemeClr val="lt1"/>
            </a:solidFill>
          </a:ln>
          <a:effectLst/>
        </c:spPr>
      </c:pivotFmt>
      <c:pivotFmt>
        <c:idx val="666"/>
        <c:spPr>
          <a:solidFill>
            <a:schemeClr val="accent1"/>
          </a:solidFill>
          <a:ln w="19050">
            <a:solidFill>
              <a:schemeClr val="lt1"/>
            </a:solidFill>
          </a:ln>
          <a:effectLst/>
        </c:spPr>
      </c:pivotFmt>
      <c:pivotFmt>
        <c:idx val="667"/>
        <c:spPr>
          <a:solidFill>
            <a:schemeClr val="accent1"/>
          </a:solidFill>
          <a:ln w="19050">
            <a:solidFill>
              <a:schemeClr val="lt1"/>
            </a:solidFill>
          </a:ln>
          <a:effectLst/>
        </c:spPr>
      </c:pivotFmt>
      <c:pivotFmt>
        <c:idx val="668"/>
        <c:spPr>
          <a:solidFill>
            <a:schemeClr val="accent1"/>
          </a:solidFill>
          <a:ln w="19050">
            <a:solidFill>
              <a:schemeClr val="lt1"/>
            </a:solidFill>
          </a:ln>
          <a:effectLst/>
        </c:spPr>
      </c:pivotFmt>
      <c:pivotFmt>
        <c:idx val="669"/>
        <c:spPr>
          <a:solidFill>
            <a:schemeClr val="accent1"/>
          </a:solidFill>
          <a:ln w="19050">
            <a:solidFill>
              <a:schemeClr val="lt1"/>
            </a:solidFill>
          </a:ln>
          <a:effectLst/>
        </c:spPr>
      </c:pivotFmt>
      <c:pivotFmt>
        <c:idx val="670"/>
        <c:spPr>
          <a:solidFill>
            <a:schemeClr val="accent1"/>
          </a:solidFill>
          <a:ln w="19050">
            <a:solidFill>
              <a:schemeClr val="lt1"/>
            </a:solidFill>
          </a:ln>
          <a:effectLst/>
        </c:spPr>
      </c:pivotFmt>
      <c:pivotFmt>
        <c:idx val="671"/>
        <c:spPr>
          <a:solidFill>
            <a:schemeClr val="accent1"/>
          </a:solidFill>
          <a:ln w="19050">
            <a:solidFill>
              <a:schemeClr val="lt1"/>
            </a:solidFill>
          </a:ln>
          <a:effectLst/>
        </c:spPr>
      </c:pivotFmt>
      <c:pivotFmt>
        <c:idx val="672"/>
        <c:spPr>
          <a:solidFill>
            <a:schemeClr val="accent1"/>
          </a:solidFill>
          <a:ln w="19050">
            <a:solidFill>
              <a:schemeClr val="lt1"/>
            </a:solidFill>
          </a:ln>
          <a:effectLst/>
        </c:spPr>
      </c:pivotFmt>
      <c:pivotFmt>
        <c:idx val="673"/>
        <c:spPr>
          <a:solidFill>
            <a:schemeClr val="accent1"/>
          </a:solidFill>
          <a:ln w="19050">
            <a:solidFill>
              <a:schemeClr val="lt1"/>
            </a:solidFill>
          </a:ln>
          <a:effectLst/>
        </c:spPr>
      </c:pivotFmt>
      <c:pivotFmt>
        <c:idx val="674"/>
        <c:spPr>
          <a:solidFill>
            <a:schemeClr val="accent1"/>
          </a:solidFill>
          <a:ln w="19050">
            <a:solidFill>
              <a:schemeClr val="lt1"/>
            </a:solidFill>
          </a:ln>
          <a:effectLst/>
        </c:spPr>
      </c:pivotFmt>
      <c:pivotFmt>
        <c:idx val="675"/>
        <c:spPr>
          <a:solidFill>
            <a:schemeClr val="accent1"/>
          </a:solidFill>
          <a:ln w="19050">
            <a:solidFill>
              <a:schemeClr val="lt1"/>
            </a:solidFill>
          </a:ln>
          <a:effectLst/>
        </c:spPr>
      </c:pivotFmt>
      <c:pivotFmt>
        <c:idx val="676"/>
        <c:spPr>
          <a:solidFill>
            <a:schemeClr val="accent1"/>
          </a:solidFill>
          <a:ln w="19050">
            <a:solidFill>
              <a:schemeClr val="lt1"/>
            </a:solidFill>
          </a:ln>
          <a:effectLst/>
        </c:spPr>
      </c:pivotFmt>
      <c:pivotFmt>
        <c:idx val="677"/>
        <c:spPr>
          <a:solidFill>
            <a:schemeClr val="accent1"/>
          </a:solidFill>
          <a:ln w="19050">
            <a:solidFill>
              <a:schemeClr val="lt1"/>
            </a:solidFill>
          </a:ln>
          <a:effectLst/>
        </c:spPr>
      </c:pivotFmt>
      <c:pivotFmt>
        <c:idx val="678"/>
        <c:spPr>
          <a:solidFill>
            <a:schemeClr val="accent1"/>
          </a:solidFill>
          <a:ln w="19050">
            <a:solidFill>
              <a:schemeClr val="lt1"/>
            </a:solidFill>
          </a:ln>
          <a:effectLst/>
        </c:spPr>
      </c:pivotFmt>
      <c:pivotFmt>
        <c:idx val="679"/>
        <c:spPr>
          <a:solidFill>
            <a:schemeClr val="accent1"/>
          </a:solidFill>
          <a:ln w="19050">
            <a:solidFill>
              <a:schemeClr val="lt1"/>
            </a:solidFill>
          </a:ln>
          <a:effectLst/>
        </c:spPr>
      </c:pivotFmt>
      <c:pivotFmt>
        <c:idx val="680"/>
        <c:spPr>
          <a:solidFill>
            <a:schemeClr val="accent1"/>
          </a:solidFill>
          <a:ln w="19050">
            <a:solidFill>
              <a:schemeClr val="lt1"/>
            </a:solidFill>
          </a:ln>
          <a:effectLst/>
        </c:spPr>
      </c:pivotFmt>
      <c:pivotFmt>
        <c:idx val="681"/>
        <c:spPr>
          <a:solidFill>
            <a:schemeClr val="accent1"/>
          </a:solidFill>
          <a:ln w="19050">
            <a:solidFill>
              <a:schemeClr val="lt1"/>
            </a:solidFill>
          </a:ln>
          <a:effectLst/>
        </c:spPr>
      </c:pivotFmt>
      <c:pivotFmt>
        <c:idx val="682"/>
        <c:spPr>
          <a:solidFill>
            <a:schemeClr val="accent1"/>
          </a:solidFill>
          <a:ln w="19050">
            <a:solidFill>
              <a:schemeClr val="lt1"/>
            </a:solidFill>
          </a:ln>
          <a:effectLst/>
        </c:spPr>
      </c:pivotFmt>
      <c:pivotFmt>
        <c:idx val="683"/>
        <c:spPr>
          <a:solidFill>
            <a:schemeClr val="accent1"/>
          </a:solidFill>
          <a:ln w="19050">
            <a:solidFill>
              <a:schemeClr val="lt1"/>
            </a:solidFill>
          </a:ln>
          <a:effectLst/>
        </c:spPr>
      </c:pivotFmt>
      <c:pivotFmt>
        <c:idx val="684"/>
        <c:spPr>
          <a:solidFill>
            <a:schemeClr val="accent1"/>
          </a:solidFill>
          <a:ln w="19050">
            <a:solidFill>
              <a:schemeClr val="lt1"/>
            </a:solidFill>
          </a:ln>
          <a:effectLst/>
        </c:spPr>
      </c:pivotFmt>
      <c:pivotFmt>
        <c:idx val="685"/>
        <c:spPr>
          <a:solidFill>
            <a:schemeClr val="accent1"/>
          </a:solidFill>
          <a:ln w="19050">
            <a:solidFill>
              <a:schemeClr val="lt1"/>
            </a:solidFill>
          </a:ln>
          <a:effectLst/>
        </c:spPr>
      </c:pivotFmt>
      <c:pivotFmt>
        <c:idx val="686"/>
        <c:spPr>
          <a:solidFill>
            <a:schemeClr val="accent1"/>
          </a:solidFill>
          <a:ln w="19050">
            <a:solidFill>
              <a:schemeClr val="lt1"/>
            </a:solidFill>
          </a:ln>
          <a:effectLst/>
        </c:spPr>
      </c:pivotFmt>
      <c:pivotFmt>
        <c:idx val="687"/>
        <c:spPr>
          <a:solidFill>
            <a:schemeClr val="accent1"/>
          </a:solidFill>
          <a:ln w="19050">
            <a:solidFill>
              <a:schemeClr val="lt1"/>
            </a:solidFill>
          </a:ln>
          <a:effectLst/>
        </c:spPr>
      </c:pivotFmt>
      <c:pivotFmt>
        <c:idx val="688"/>
        <c:spPr>
          <a:solidFill>
            <a:schemeClr val="accent1"/>
          </a:solidFill>
          <a:ln w="19050">
            <a:solidFill>
              <a:schemeClr val="lt1"/>
            </a:solidFill>
          </a:ln>
          <a:effectLst/>
        </c:spPr>
      </c:pivotFmt>
      <c:pivotFmt>
        <c:idx val="689"/>
        <c:spPr>
          <a:solidFill>
            <a:schemeClr val="accent1"/>
          </a:solidFill>
          <a:ln w="19050">
            <a:solidFill>
              <a:schemeClr val="lt1"/>
            </a:solidFill>
          </a:ln>
          <a:effectLst/>
        </c:spPr>
      </c:pivotFmt>
      <c:pivotFmt>
        <c:idx val="690"/>
        <c:spPr>
          <a:solidFill>
            <a:schemeClr val="accent1"/>
          </a:solidFill>
          <a:ln w="19050">
            <a:solidFill>
              <a:schemeClr val="lt1"/>
            </a:solidFill>
          </a:ln>
          <a:effectLst/>
        </c:spPr>
      </c:pivotFmt>
      <c:pivotFmt>
        <c:idx val="691"/>
        <c:spPr>
          <a:solidFill>
            <a:schemeClr val="accent1"/>
          </a:solidFill>
          <a:ln w="19050">
            <a:solidFill>
              <a:schemeClr val="lt1"/>
            </a:solidFill>
          </a:ln>
          <a:effectLst/>
        </c:spPr>
      </c:pivotFmt>
      <c:pivotFmt>
        <c:idx val="692"/>
        <c:spPr>
          <a:solidFill>
            <a:schemeClr val="accent1"/>
          </a:solidFill>
          <a:ln w="19050">
            <a:solidFill>
              <a:schemeClr val="lt1"/>
            </a:solidFill>
          </a:ln>
          <a:effectLst/>
        </c:spPr>
      </c:pivotFmt>
      <c:pivotFmt>
        <c:idx val="693"/>
        <c:spPr>
          <a:solidFill>
            <a:schemeClr val="accent1"/>
          </a:solidFill>
          <a:ln w="19050">
            <a:solidFill>
              <a:schemeClr val="lt1"/>
            </a:solidFill>
          </a:ln>
          <a:effectLst/>
        </c:spPr>
      </c:pivotFmt>
      <c:pivotFmt>
        <c:idx val="694"/>
        <c:spPr>
          <a:solidFill>
            <a:schemeClr val="accent1"/>
          </a:solidFill>
          <a:ln w="19050">
            <a:solidFill>
              <a:schemeClr val="lt1"/>
            </a:solidFill>
          </a:ln>
          <a:effectLst/>
        </c:spPr>
      </c:pivotFmt>
      <c:pivotFmt>
        <c:idx val="695"/>
        <c:spPr>
          <a:solidFill>
            <a:schemeClr val="accent1"/>
          </a:solidFill>
          <a:ln w="19050">
            <a:solidFill>
              <a:schemeClr val="lt1"/>
            </a:solidFill>
          </a:ln>
          <a:effectLst/>
        </c:spPr>
      </c:pivotFmt>
      <c:pivotFmt>
        <c:idx val="696"/>
        <c:spPr>
          <a:solidFill>
            <a:schemeClr val="accent1"/>
          </a:solidFill>
          <a:ln w="19050">
            <a:solidFill>
              <a:schemeClr val="lt1"/>
            </a:solidFill>
          </a:ln>
          <a:effectLst/>
        </c:spPr>
      </c:pivotFmt>
      <c:pivotFmt>
        <c:idx val="697"/>
        <c:spPr>
          <a:solidFill>
            <a:schemeClr val="accent1"/>
          </a:solidFill>
          <a:ln w="19050">
            <a:solidFill>
              <a:schemeClr val="lt1"/>
            </a:solidFill>
          </a:ln>
          <a:effectLst/>
        </c:spPr>
      </c:pivotFmt>
      <c:pivotFmt>
        <c:idx val="698"/>
        <c:spPr>
          <a:solidFill>
            <a:schemeClr val="accent1"/>
          </a:solidFill>
          <a:ln w="19050">
            <a:solidFill>
              <a:schemeClr val="lt1"/>
            </a:solidFill>
          </a:ln>
          <a:effectLst/>
        </c:spPr>
      </c:pivotFmt>
      <c:pivotFmt>
        <c:idx val="699"/>
        <c:spPr>
          <a:solidFill>
            <a:schemeClr val="accent1"/>
          </a:solidFill>
          <a:ln w="19050">
            <a:solidFill>
              <a:schemeClr val="lt1"/>
            </a:solidFill>
          </a:ln>
          <a:effectLst/>
        </c:spPr>
      </c:pivotFmt>
      <c:pivotFmt>
        <c:idx val="700"/>
        <c:spPr>
          <a:solidFill>
            <a:schemeClr val="accent1"/>
          </a:solidFill>
          <a:ln w="19050">
            <a:solidFill>
              <a:schemeClr val="lt1"/>
            </a:solidFill>
          </a:ln>
          <a:effectLst/>
        </c:spPr>
      </c:pivotFmt>
      <c:pivotFmt>
        <c:idx val="701"/>
        <c:spPr>
          <a:solidFill>
            <a:schemeClr val="accent1"/>
          </a:solidFill>
          <a:ln w="19050">
            <a:solidFill>
              <a:schemeClr val="lt1"/>
            </a:solidFill>
          </a:ln>
          <a:effectLst/>
        </c:spPr>
      </c:pivotFmt>
      <c:pivotFmt>
        <c:idx val="702"/>
        <c:spPr>
          <a:solidFill>
            <a:schemeClr val="accent1"/>
          </a:solidFill>
          <a:ln w="19050">
            <a:solidFill>
              <a:schemeClr val="lt1"/>
            </a:solidFill>
          </a:ln>
          <a:effectLst/>
        </c:spPr>
      </c:pivotFmt>
      <c:pivotFmt>
        <c:idx val="703"/>
        <c:spPr>
          <a:solidFill>
            <a:schemeClr val="accent1"/>
          </a:solidFill>
          <a:ln w="19050">
            <a:solidFill>
              <a:schemeClr val="lt1"/>
            </a:solidFill>
          </a:ln>
          <a:effectLst/>
        </c:spPr>
      </c:pivotFmt>
      <c:pivotFmt>
        <c:idx val="704"/>
        <c:spPr>
          <a:solidFill>
            <a:schemeClr val="accent1"/>
          </a:solidFill>
          <a:ln w="19050">
            <a:solidFill>
              <a:schemeClr val="lt1"/>
            </a:solidFill>
          </a:ln>
          <a:effectLst/>
        </c:spPr>
      </c:pivotFmt>
      <c:pivotFmt>
        <c:idx val="705"/>
        <c:spPr>
          <a:solidFill>
            <a:schemeClr val="accent1"/>
          </a:solidFill>
          <a:ln w="19050">
            <a:solidFill>
              <a:schemeClr val="lt1"/>
            </a:solidFill>
          </a:ln>
          <a:effectLst/>
        </c:spPr>
      </c:pivotFmt>
      <c:pivotFmt>
        <c:idx val="706"/>
        <c:spPr>
          <a:solidFill>
            <a:schemeClr val="accent1"/>
          </a:solidFill>
          <a:ln w="19050">
            <a:solidFill>
              <a:schemeClr val="lt1"/>
            </a:solidFill>
          </a:ln>
          <a:effectLst/>
        </c:spPr>
      </c:pivotFmt>
      <c:pivotFmt>
        <c:idx val="707"/>
        <c:spPr>
          <a:solidFill>
            <a:schemeClr val="accent1"/>
          </a:solidFill>
          <a:ln w="19050">
            <a:solidFill>
              <a:schemeClr val="lt1"/>
            </a:solidFill>
          </a:ln>
          <a:effectLst/>
        </c:spPr>
      </c:pivotFmt>
      <c:pivotFmt>
        <c:idx val="708"/>
        <c:spPr>
          <a:solidFill>
            <a:schemeClr val="accent1"/>
          </a:solidFill>
          <a:ln w="19050">
            <a:solidFill>
              <a:schemeClr val="lt1"/>
            </a:solidFill>
          </a:ln>
          <a:effectLst/>
        </c:spPr>
      </c:pivotFmt>
      <c:pivotFmt>
        <c:idx val="709"/>
        <c:spPr>
          <a:solidFill>
            <a:schemeClr val="accent1"/>
          </a:solidFill>
          <a:ln w="19050">
            <a:solidFill>
              <a:schemeClr val="lt1"/>
            </a:solidFill>
          </a:ln>
          <a:effectLst/>
        </c:spPr>
      </c:pivotFmt>
      <c:pivotFmt>
        <c:idx val="710"/>
        <c:spPr>
          <a:solidFill>
            <a:schemeClr val="accent1"/>
          </a:solidFill>
          <a:ln w="19050">
            <a:solidFill>
              <a:schemeClr val="lt1"/>
            </a:solidFill>
          </a:ln>
          <a:effectLst/>
        </c:spPr>
      </c:pivotFmt>
      <c:pivotFmt>
        <c:idx val="711"/>
        <c:spPr>
          <a:solidFill>
            <a:schemeClr val="accent1"/>
          </a:solidFill>
          <a:ln w="19050">
            <a:solidFill>
              <a:schemeClr val="lt1"/>
            </a:solidFill>
          </a:ln>
          <a:effectLst/>
        </c:spPr>
      </c:pivotFmt>
      <c:pivotFmt>
        <c:idx val="712"/>
        <c:spPr>
          <a:solidFill>
            <a:schemeClr val="accent1"/>
          </a:solidFill>
          <a:ln w="19050">
            <a:solidFill>
              <a:schemeClr val="lt1"/>
            </a:solidFill>
          </a:ln>
          <a:effectLst/>
        </c:spPr>
      </c:pivotFmt>
      <c:pivotFmt>
        <c:idx val="713"/>
        <c:spPr>
          <a:solidFill>
            <a:schemeClr val="accent1"/>
          </a:solidFill>
          <a:ln w="19050">
            <a:solidFill>
              <a:schemeClr val="lt1"/>
            </a:solidFill>
          </a:ln>
          <a:effectLst/>
        </c:spPr>
      </c:pivotFmt>
      <c:pivotFmt>
        <c:idx val="714"/>
        <c:spPr>
          <a:solidFill>
            <a:schemeClr val="accent1"/>
          </a:solidFill>
          <a:ln w="19050">
            <a:solidFill>
              <a:schemeClr val="lt1"/>
            </a:solidFill>
          </a:ln>
          <a:effectLst/>
        </c:spPr>
      </c:pivotFmt>
      <c:pivotFmt>
        <c:idx val="715"/>
        <c:spPr>
          <a:solidFill>
            <a:schemeClr val="accent1"/>
          </a:solidFill>
          <a:ln w="19050">
            <a:solidFill>
              <a:schemeClr val="lt1"/>
            </a:solidFill>
          </a:ln>
          <a:effectLst/>
        </c:spPr>
      </c:pivotFmt>
      <c:pivotFmt>
        <c:idx val="716"/>
        <c:spPr>
          <a:solidFill>
            <a:schemeClr val="accent1"/>
          </a:solidFill>
          <a:ln w="19050">
            <a:solidFill>
              <a:schemeClr val="lt1"/>
            </a:solidFill>
          </a:ln>
          <a:effectLst/>
        </c:spPr>
      </c:pivotFmt>
      <c:pivotFmt>
        <c:idx val="717"/>
        <c:spPr>
          <a:solidFill>
            <a:schemeClr val="accent1"/>
          </a:solidFill>
          <a:ln w="19050">
            <a:solidFill>
              <a:schemeClr val="lt1"/>
            </a:solidFill>
          </a:ln>
          <a:effectLst/>
        </c:spPr>
      </c:pivotFmt>
      <c:pivotFmt>
        <c:idx val="718"/>
        <c:spPr>
          <a:solidFill>
            <a:schemeClr val="accent1"/>
          </a:solidFill>
          <a:ln w="19050">
            <a:solidFill>
              <a:schemeClr val="lt1"/>
            </a:solidFill>
          </a:ln>
          <a:effectLst/>
        </c:spPr>
      </c:pivotFmt>
      <c:pivotFmt>
        <c:idx val="719"/>
        <c:spPr>
          <a:solidFill>
            <a:schemeClr val="accent1"/>
          </a:solidFill>
          <a:ln w="19050">
            <a:solidFill>
              <a:schemeClr val="lt1"/>
            </a:solidFill>
          </a:ln>
          <a:effectLst/>
        </c:spPr>
      </c:pivotFmt>
      <c:pivotFmt>
        <c:idx val="720"/>
        <c:spPr>
          <a:solidFill>
            <a:schemeClr val="accent1"/>
          </a:solidFill>
          <a:ln w="19050">
            <a:solidFill>
              <a:schemeClr val="lt1"/>
            </a:solidFill>
          </a:ln>
          <a:effectLst/>
        </c:spPr>
      </c:pivotFmt>
      <c:pivotFmt>
        <c:idx val="721"/>
        <c:spPr>
          <a:solidFill>
            <a:schemeClr val="accent1"/>
          </a:solidFill>
          <a:ln w="19050">
            <a:solidFill>
              <a:schemeClr val="lt1"/>
            </a:solidFill>
          </a:ln>
          <a:effectLst/>
        </c:spPr>
      </c:pivotFmt>
      <c:pivotFmt>
        <c:idx val="722"/>
        <c:spPr>
          <a:solidFill>
            <a:schemeClr val="accent1"/>
          </a:solidFill>
          <a:ln w="19050">
            <a:solidFill>
              <a:schemeClr val="lt1"/>
            </a:solidFill>
          </a:ln>
          <a:effectLst/>
        </c:spPr>
      </c:pivotFmt>
      <c:pivotFmt>
        <c:idx val="723"/>
        <c:spPr>
          <a:solidFill>
            <a:schemeClr val="accent1"/>
          </a:solidFill>
          <a:ln w="19050">
            <a:solidFill>
              <a:schemeClr val="lt1"/>
            </a:solidFill>
          </a:ln>
          <a:effectLst/>
        </c:spPr>
      </c:pivotFmt>
      <c:pivotFmt>
        <c:idx val="724"/>
        <c:spPr>
          <a:solidFill>
            <a:schemeClr val="accent1"/>
          </a:solidFill>
          <a:ln w="19050">
            <a:solidFill>
              <a:schemeClr val="lt1"/>
            </a:solidFill>
          </a:ln>
          <a:effectLst/>
        </c:spPr>
      </c:pivotFmt>
      <c:pivotFmt>
        <c:idx val="725"/>
        <c:spPr>
          <a:solidFill>
            <a:schemeClr val="accent1"/>
          </a:solidFill>
          <a:ln w="19050">
            <a:solidFill>
              <a:schemeClr val="lt1"/>
            </a:solidFill>
          </a:ln>
          <a:effectLst/>
        </c:spPr>
      </c:pivotFmt>
      <c:pivotFmt>
        <c:idx val="726"/>
        <c:spPr>
          <a:solidFill>
            <a:schemeClr val="accent1"/>
          </a:solidFill>
          <a:ln w="19050">
            <a:solidFill>
              <a:schemeClr val="lt1"/>
            </a:solidFill>
          </a:ln>
          <a:effectLst/>
        </c:spPr>
      </c:pivotFmt>
      <c:pivotFmt>
        <c:idx val="727"/>
        <c:spPr>
          <a:solidFill>
            <a:schemeClr val="accent1"/>
          </a:solidFill>
          <a:ln w="19050">
            <a:solidFill>
              <a:schemeClr val="lt1"/>
            </a:solidFill>
          </a:ln>
          <a:effectLst/>
        </c:spPr>
      </c:pivotFmt>
      <c:pivotFmt>
        <c:idx val="728"/>
        <c:spPr>
          <a:solidFill>
            <a:schemeClr val="accent1"/>
          </a:solidFill>
          <a:ln w="19050">
            <a:solidFill>
              <a:schemeClr val="lt1"/>
            </a:solidFill>
          </a:ln>
          <a:effectLst/>
        </c:spPr>
      </c:pivotFmt>
      <c:pivotFmt>
        <c:idx val="729"/>
        <c:spPr>
          <a:solidFill>
            <a:schemeClr val="accent1"/>
          </a:solidFill>
          <a:ln w="19050">
            <a:solidFill>
              <a:schemeClr val="lt1"/>
            </a:solidFill>
          </a:ln>
          <a:effectLst/>
        </c:spPr>
      </c:pivotFmt>
      <c:pivotFmt>
        <c:idx val="730"/>
        <c:spPr>
          <a:solidFill>
            <a:schemeClr val="accent1"/>
          </a:solidFill>
          <a:ln w="19050">
            <a:solidFill>
              <a:schemeClr val="lt1"/>
            </a:solidFill>
          </a:ln>
          <a:effectLst/>
        </c:spPr>
      </c:pivotFmt>
      <c:pivotFmt>
        <c:idx val="731"/>
        <c:spPr>
          <a:solidFill>
            <a:schemeClr val="accent1"/>
          </a:solidFill>
          <a:ln w="19050">
            <a:solidFill>
              <a:schemeClr val="lt1"/>
            </a:solidFill>
          </a:ln>
          <a:effectLst/>
        </c:spPr>
      </c:pivotFmt>
      <c:pivotFmt>
        <c:idx val="732"/>
        <c:spPr>
          <a:solidFill>
            <a:schemeClr val="accent1"/>
          </a:solidFill>
          <a:ln w="19050">
            <a:solidFill>
              <a:schemeClr val="lt1"/>
            </a:solidFill>
          </a:ln>
          <a:effectLst/>
        </c:spPr>
      </c:pivotFmt>
      <c:pivotFmt>
        <c:idx val="733"/>
        <c:spPr>
          <a:solidFill>
            <a:schemeClr val="accent1"/>
          </a:solidFill>
          <a:ln w="19050">
            <a:solidFill>
              <a:schemeClr val="lt1"/>
            </a:solidFill>
          </a:ln>
          <a:effectLst/>
        </c:spPr>
      </c:pivotFmt>
      <c:pivotFmt>
        <c:idx val="734"/>
        <c:spPr>
          <a:solidFill>
            <a:schemeClr val="accent1"/>
          </a:solidFill>
          <a:ln w="19050">
            <a:solidFill>
              <a:schemeClr val="lt1"/>
            </a:solidFill>
          </a:ln>
          <a:effectLst/>
        </c:spPr>
      </c:pivotFmt>
      <c:pivotFmt>
        <c:idx val="735"/>
        <c:spPr>
          <a:solidFill>
            <a:schemeClr val="accent1"/>
          </a:solidFill>
          <a:ln w="19050">
            <a:solidFill>
              <a:schemeClr val="lt1"/>
            </a:solidFill>
          </a:ln>
          <a:effectLst/>
        </c:spPr>
      </c:pivotFmt>
      <c:pivotFmt>
        <c:idx val="736"/>
        <c:spPr>
          <a:solidFill>
            <a:schemeClr val="accent1"/>
          </a:solidFill>
          <a:ln w="19050">
            <a:solidFill>
              <a:schemeClr val="lt1"/>
            </a:solidFill>
          </a:ln>
          <a:effectLst/>
        </c:spPr>
      </c:pivotFmt>
      <c:pivotFmt>
        <c:idx val="737"/>
        <c:spPr>
          <a:solidFill>
            <a:schemeClr val="accent1"/>
          </a:solidFill>
          <a:ln w="19050">
            <a:solidFill>
              <a:schemeClr val="lt1"/>
            </a:solidFill>
          </a:ln>
          <a:effectLst/>
        </c:spPr>
      </c:pivotFmt>
      <c:pivotFmt>
        <c:idx val="738"/>
        <c:spPr>
          <a:solidFill>
            <a:schemeClr val="accent1"/>
          </a:solidFill>
          <a:ln w="19050">
            <a:solidFill>
              <a:schemeClr val="lt1"/>
            </a:solidFill>
          </a:ln>
          <a:effectLst/>
        </c:spPr>
      </c:pivotFmt>
      <c:pivotFmt>
        <c:idx val="739"/>
        <c:spPr>
          <a:solidFill>
            <a:schemeClr val="accent1"/>
          </a:solidFill>
          <a:ln w="19050">
            <a:solidFill>
              <a:schemeClr val="lt1"/>
            </a:solidFill>
          </a:ln>
          <a:effectLst/>
        </c:spPr>
      </c:pivotFmt>
      <c:pivotFmt>
        <c:idx val="740"/>
        <c:spPr>
          <a:solidFill>
            <a:schemeClr val="accent1"/>
          </a:solidFill>
          <a:ln w="19050">
            <a:solidFill>
              <a:schemeClr val="lt1"/>
            </a:solidFill>
          </a:ln>
          <a:effectLst/>
        </c:spPr>
      </c:pivotFmt>
      <c:pivotFmt>
        <c:idx val="741"/>
        <c:spPr>
          <a:solidFill>
            <a:schemeClr val="accent1"/>
          </a:solidFill>
          <a:ln w="19050">
            <a:solidFill>
              <a:schemeClr val="lt1"/>
            </a:solidFill>
          </a:ln>
          <a:effectLst/>
        </c:spPr>
      </c:pivotFmt>
      <c:pivotFmt>
        <c:idx val="742"/>
        <c:spPr>
          <a:solidFill>
            <a:schemeClr val="accent1"/>
          </a:solidFill>
          <a:ln w="19050">
            <a:solidFill>
              <a:schemeClr val="lt1"/>
            </a:solidFill>
          </a:ln>
          <a:effectLst/>
        </c:spPr>
      </c:pivotFmt>
      <c:pivotFmt>
        <c:idx val="743"/>
        <c:spPr>
          <a:solidFill>
            <a:schemeClr val="accent1"/>
          </a:solidFill>
          <a:ln w="19050">
            <a:solidFill>
              <a:schemeClr val="lt1"/>
            </a:solidFill>
          </a:ln>
          <a:effectLst/>
        </c:spPr>
      </c:pivotFmt>
      <c:pivotFmt>
        <c:idx val="744"/>
        <c:spPr>
          <a:solidFill>
            <a:schemeClr val="accent1"/>
          </a:solidFill>
          <a:ln w="19050">
            <a:solidFill>
              <a:schemeClr val="lt1"/>
            </a:solidFill>
          </a:ln>
          <a:effectLst/>
        </c:spPr>
      </c:pivotFmt>
      <c:pivotFmt>
        <c:idx val="745"/>
        <c:spPr>
          <a:solidFill>
            <a:schemeClr val="accent1"/>
          </a:solidFill>
          <a:ln w="19050">
            <a:solidFill>
              <a:schemeClr val="lt1"/>
            </a:solidFill>
          </a:ln>
          <a:effectLst/>
        </c:spPr>
      </c:pivotFmt>
      <c:pivotFmt>
        <c:idx val="746"/>
        <c:spPr>
          <a:solidFill>
            <a:schemeClr val="accent1"/>
          </a:solidFill>
          <a:ln w="19050">
            <a:solidFill>
              <a:schemeClr val="lt1"/>
            </a:solidFill>
          </a:ln>
          <a:effectLst/>
        </c:spPr>
      </c:pivotFmt>
      <c:pivotFmt>
        <c:idx val="747"/>
        <c:spPr>
          <a:solidFill>
            <a:schemeClr val="accent1"/>
          </a:solidFill>
          <a:ln w="19050">
            <a:solidFill>
              <a:schemeClr val="lt1"/>
            </a:solidFill>
          </a:ln>
          <a:effectLst/>
        </c:spPr>
      </c:pivotFmt>
      <c:pivotFmt>
        <c:idx val="748"/>
        <c:spPr>
          <a:solidFill>
            <a:schemeClr val="accent1"/>
          </a:solidFill>
          <a:ln w="19050">
            <a:solidFill>
              <a:schemeClr val="lt1"/>
            </a:solidFill>
          </a:ln>
          <a:effectLst/>
        </c:spPr>
      </c:pivotFmt>
      <c:pivotFmt>
        <c:idx val="749"/>
        <c:spPr>
          <a:solidFill>
            <a:schemeClr val="accent1"/>
          </a:solidFill>
          <a:ln w="19050">
            <a:solidFill>
              <a:schemeClr val="lt1"/>
            </a:solidFill>
          </a:ln>
          <a:effectLst/>
        </c:spPr>
      </c:pivotFmt>
      <c:pivotFmt>
        <c:idx val="750"/>
        <c:spPr>
          <a:solidFill>
            <a:schemeClr val="accent1"/>
          </a:solidFill>
          <a:ln w="19050">
            <a:solidFill>
              <a:schemeClr val="lt1"/>
            </a:solidFill>
          </a:ln>
          <a:effectLst/>
        </c:spPr>
      </c:pivotFmt>
      <c:pivotFmt>
        <c:idx val="751"/>
        <c:spPr>
          <a:solidFill>
            <a:schemeClr val="accent1"/>
          </a:solidFill>
          <a:ln w="19050">
            <a:solidFill>
              <a:schemeClr val="lt1"/>
            </a:solidFill>
          </a:ln>
          <a:effectLst/>
        </c:spPr>
      </c:pivotFmt>
      <c:pivotFmt>
        <c:idx val="752"/>
        <c:spPr>
          <a:solidFill>
            <a:schemeClr val="accent1"/>
          </a:solidFill>
          <a:ln w="19050">
            <a:solidFill>
              <a:schemeClr val="lt1"/>
            </a:solidFill>
          </a:ln>
          <a:effectLst/>
        </c:spPr>
      </c:pivotFmt>
      <c:pivotFmt>
        <c:idx val="753"/>
        <c:spPr>
          <a:solidFill>
            <a:schemeClr val="accent1"/>
          </a:solidFill>
          <a:ln w="19050">
            <a:solidFill>
              <a:schemeClr val="lt1"/>
            </a:solidFill>
          </a:ln>
          <a:effectLst/>
        </c:spPr>
      </c:pivotFmt>
      <c:pivotFmt>
        <c:idx val="754"/>
        <c:spPr>
          <a:solidFill>
            <a:schemeClr val="accent1"/>
          </a:solidFill>
          <a:ln w="19050">
            <a:solidFill>
              <a:schemeClr val="lt1"/>
            </a:solidFill>
          </a:ln>
          <a:effectLst/>
        </c:spPr>
      </c:pivotFmt>
      <c:pivotFmt>
        <c:idx val="755"/>
        <c:spPr>
          <a:solidFill>
            <a:schemeClr val="accent1"/>
          </a:solidFill>
          <a:ln w="19050">
            <a:solidFill>
              <a:schemeClr val="lt1"/>
            </a:solidFill>
          </a:ln>
          <a:effectLst/>
        </c:spPr>
      </c:pivotFmt>
      <c:pivotFmt>
        <c:idx val="756"/>
        <c:spPr>
          <a:solidFill>
            <a:schemeClr val="accent1"/>
          </a:solidFill>
          <a:ln w="19050">
            <a:solidFill>
              <a:schemeClr val="lt1"/>
            </a:solidFill>
          </a:ln>
          <a:effectLst/>
        </c:spPr>
      </c:pivotFmt>
      <c:pivotFmt>
        <c:idx val="757"/>
        <c:spPr>
          <a:solidFill>
            <a:schemeClr val="accent1"/>
          </a:solidFill>
          <a:ln w="19050">
            <a:solidFill>
              <a:schemeClr val="lt1"/>
            </a:solidFill>
          </a:ln>
          <a:effectLst/>
        </c:spPr>
      </c:pivotFmt>
      <c:pivotFmt>
        <c:idx val="758"/>
        <c:spPr>
          <a:solidFill>
            <a:schemeClr val="accent1"/>
          </a:solidFill>
          <a:ln w="19050">
            <a:solidFill>
              <a:schemeClr val="lt1"/>
            </a:solidFill>
          </a:ln>
          <a:effectLst/>
        </c:spPr>
      </c:pivotFmt>
      <c:pivotFmt>
        <c:idx val="759"/>
        <c:spPr>
          <a:solidFill>
            <a:schemeClr val="accent1"/>
          </a:solidFill>
          <a:ln w="19050">
            <a:solidFill>
              <a:schemeClr val="lt1"/>
            </a:solidFill>
          </a:ln>
          <a:effectLst/>
        </c:spPr>
      </c:pivotFmt>
      <c:pivotFmt>
        <c:idx val="760"/>
        <c:spPr>
          <a:solidFill>
            <a:schemeClr val="accent1"/>
          </a:solidFill>
          <a:ln w="19050">
            <a:solidFill>
              <a:schemeClr val="lt1"/>
            </a:solidFill>
          </a:ln>
          <a:effectLst/>
        </c:spPr>
      </c:pivotFmt>
      <c:pivotFmt>
        <c:idx val="761"/>
        <c:spPr>
          <a:solidFill>
            <a:schemeClr val="accent1"/>
          </a:solidFill>
          <a:ln w="19050">
            <a:solidFill>
              <a:schemeClr val="lt1"/>
            </a:solidFill>
          </a:ln>
          <a:effectLst/>
        </c:spPr>
      </c:pivotFmt>
      <c:pivotFmt>
        <c:idx val="762"/>
        <c:spPr>
          <a:solidFill>
            <a:schemeClr val="accent1"/>
          </a:solidFill>
          <a:ln w="19050">
            <a:solidFill>
              <a:schemeClr val="lt1"/>
            </a:solidFill>
          </a:ln>
          <a:effectLst/>
        </c:spPr>
      </c:pivotFmt>
      <c:pivotFmt>
        <c:idx val="763"/>
        <c:spPr>
          <a:solidFill>
            <a:schemeClr val="accent1"/>
          </a:solidFill>
          <a:ln w="19050">
            <a:solidFill>
              <a:schemeClr val="lt1"/>
            </a:solidFill>
          </a:ln>
          <a:effectLst/>
        </c:spPr>
      </c:pivotFmt>
      <c:pivotFmt>
        <c:idx val="764"/>
        <c:spPr>
          <a:solidFill>
            <a:schemeClr val="accent1"/>
          </a:solidFill>
          <a:ln w="19050">
            <a:solidFill>
              <a:schemeClr val="lt1"/>
            </a:solidFill>
          </a:ln>
          <a:effectLst/>
        </c:spPr>
      </c:pivotFmt>
      <c:pivotFmt>
        <c:idx val="765"/>
        <c:spPr>
          <a:solidFill>
            <a:schemeClr val="accent1"/>
          </a:solidFill>
          <a:ln w="19050">
            <a:solidFill>
              <a:schemeClr val="lt1"/>
            </a:solidFill>
          </a:ln>
          <a:effectLst/>
        </c:spPr>
      </c:pivotFmt>
      <c:pivotFmt>
        <c:idx val="766"/>
        <c:spPr>
          <a:solidFill>
            <a:schemeClr val="accent1"/>
          </a:solidFill>
          <a:ln w="19050">
            <a:solidFill>
              <a:schemeClr val="lt1"/>
            </a:solidFill>
          </a:ln>
          <a:effectLst/>
        </c:spPr>
      </c:pivotFmt>
      <c:pivotFmt>
        <c:idx val="767"/>
        <c:spPr>
          <a:solidFill>
            <a:schemeClr val="accent1"/>
          </a:solidFill>
          <a:ln w="19050">
            <a:solidFill>
              <a:schemeClr val="lt1"/>
            </a:solidFill>
          </a:ln>
          <a:effectLst/>
        </c:spPr>
      </c:pivotFmt>
      <c:pivotFmt>
        <c:idx val="768"/>
        <c:spPr>
          <a:solidFill>
            <a:schemeClr val="accent1"/>
          </a:solidFill>
          <a:ln w="19050">
            <a:solidFill>
              <a:schemeClr val="lt1"/>
            </a:solidFill>
          </a:ln>
          <a:effectLst/>
        </c:spPr>
      </c:pivotFmt>
      <c:pivotFmt>
        <c:idx val="769"/>
        <c:spPr>
          <a:solidFill>
            <a:schemeClr val="accent1"/>
          </a:solidFill>
          <a:ln w="19050">
            <a:solidFill>
              <a:schemeClr val="lt1"/>
            </a:solidFill>
          </a:ln>
          <a:effectLst/>
        </c:spPr>
      </c:pivotFmt>
      <c:pivotFmt>
        <c:idx val="770"/>
        <c:spPr>
          <a:solidFill>
            <a:schemeClr val="accent1"/>
          </a:solidFill>
          <a:ln w="19050">
            <a:solidFill>
              <a:schemeClr val="lt1"/>
            </a:solidFill>
          </a:ln>
          <a:effectLst/>
        </c:spPr>
      </c:pivotFmt>
      <c:pivotFmt>
        <c:idx val="771"/>
        <c:spPr>
          <a:solidFill>
            <a:schemeClr val="accent1"/>
          </a:solidFill>
          <a:ln w="19050">
            <a:solidFill>
              <a:schemeClr val="lt1"/>
            </a:solidFill>
          </a:ln>
          <a:effectLst/>
        </c:spPr>
      </c:pivotFmt>
      <c:pivotFmt>
        <c:idx val="772"/>
        <c:spPr>
          <a:solidFill>
            <a:schemeClr val="accent1"/>
          </a:solidFill>
          <a:ln w="19050">
            <a:solidFill>
              <a:schemeClr val="lt1"/>
            </a:solidFill>
          </a:ln>
          <a:effectLst/>
        </c:spPr>
      </c:pivotFmt>
      <c:pivotFmt>
        <c:idx val="773"/>
        <c:spPr>
          <a:solidFill>
            <a:schemeClr val="accent1"/>
          </a:solidFill>
          <a:ln w="19050">
            <a:solidFill>
              <a:schemeClr val="lt1"/>
            </a:solidFill>
          </a:ln>
          <a:effectLst/>
        </c:spPr>
      </c:pivotFmt>
      <c:pivotFmt>
        <c:idx val="774"/>
        <c:spPr>
          <a:solidFill>
            <a:schemeClr val="accent1"/>
          </a:solidFill>
          <a:ln w="19050">
            <a:solidFill>
              <a:schemeClr val="lt1"/>
            </a:solidFill>
          </a:ln>
          <a:effectLst/>
        </c:spPr>
      </c:pivotFmt>
      <c:pivotFmt>
        <c:idx val="775"/>
        <c:spPr>
          <a:solidFill>
            <a:schemeClr val="accent1"/>
          </a:solidFill>
          <a:ln w="19050">
            <a:solidFill>
              <a:schemeClr val="lt1"/>
            </a:solidFill>
          </a:ln>
          <a:effectLst/>
        </c:spPr>
      </c:pivotFmt>
      <c:pivotFmt>
        <c:idx val="776"/>
        <c:spPr>
          <a:solidFill>
            <a:schemeClr val="accent1"/>
          </a:solidFill>
          <a:ln w="19050">
            <a:solidFill>
              <a:schemeClr val="lt1"/>
            </a:solidFill>
          </a:ln>
          <a:effectLst/>
        </c:spPr>
      </c:pivotFmt>
      <c:pivotFmt>
        <c:idx val="777"/>
        <c:spPr>
          <a:solidFill>
            <a:schemeClr val="accent1"/>
          </a:solidFill>
          <a:ln w="19050">
            <a:solidFill>
              <a:schemeClr val="lt1"/>
            </a:solidFill>
          </a:ln>
          <a:effectLst/>
        </c:spPr>
      </c:pivotFmt>
      <c:pivotFmt>
        <c:idx val="778"/>
        <c:spPr>
          <a:solidFill>
            <a:schemeClr val="accent1"/>
          </a:solidFill>
          <a:ln w="19050">
            <a:solidFill>
              <a:schemeClr val="lt1"/>
            </a:solidFill>
          </a:ln>
          <a:effectLst/>
        </c:spPr>
      </c:pivotFmt>
      <c:pivotFmt>
        <c:idx val="779"/>
        <c:spPr>
          <a:solidFill>
            <a:schemeClr val="accent1"/>
          </a:solidFill>
          <a:ln w="19050">
            <a:solidFill>
              <a:schemeClr val="lt1"/>
            </a:solidFill>
          </a:ln>
          <a:effectLst/>
        </c:spPr>
      </c:pivotFmt>
      <c:pivotFmt>
        <c:idx val="780"/>
        <c:spPr>
          <a:solidFill>
            <a:schemeClr val="accent1"/>
          </a:solidFill>
          <a:ln w="19050">
            <a:solidFill>
              <a:schemeClr val="lt1"/>
            </a:solidFill>
          </a:ln>
          <a:effectLst/>
        </c:spPr>
      </c:pivotFmt>
      <c:pivotFmt>
        <c:idx val="781"/>
        <c:spPr>
          <a:solidFill>
            <a:schemeClr val="accent1"/>
          </a:solidFill>
          <a:ln w="19050">
            <a:solidFill>
              <a:schemeClr val="lt1"/>
            </a:solidFill>
          </a:ln>
          <a:effectLst/>
        </c:spPr>
      </c:pivotFmt>
      <c:pivotFmt>
        <c:idx val="782"/>
        <c:spPr>
          <a:solidFill>
            <a:schemeClr val="accent1"/>
          </a:solidFill>
          <a:ln w="19050">
            <a:solidFill>
              <a:schemeClr val="lt1"/>
            </a:solidFill>
          </a:ln>
          <a:effectLst/>
        </c:spPr>
      </c:pivotFmt>
      <c:pivotFmt>
        <c:idx val="783"/>
        <c:spPr>
          <a:solidFill>
            <a:schemeClr val="accent1"/>
          </a:solidFill>
          <a:ln w="19050">
            <a:solidFill>
              <a:schemeClr val="lt1"/>
            </a:solidFill>
          </a:ln>
          <a:effectLst/>
        </c:spPr>
      </c:pivotFmt>
      <c:pivotFmt>
        <c:idx val="784"/>
        <c:spPr>
          <a:solidFill>
            <a:schemeClr val="accent1"/>
          </a:solidFill>
          <a:ln w="19050">
            <a:solidFill>
              <a:schemeClr val="lt1"/>
            </a:solidFill>
          </a:ln>
          <a:effectLst/>
        </c:spPr>
      </c:pivotFmt>
      <c:pivotFmt>
        <c:idx val="785"/>
        <c:spPr>
          <a:solidFill>
            <a:schemeClr val="accent1"/>
          </a:solidFill>
          <a:ln w="19050">
            <a:solidFill>
              <a:schemeClr val="lt1"/>
            </a:solidFill>
          </a:ln>
          <a:effectLst/>
        </c:spPr>
      </c:pivotFmt>
      <c:pivotFmt>
        <c:idx val="786"/>
        <c:spPr>
          <a:solidFill>
            <a:schemeClr val="accent1"/>
          </a:solidFill>
          <a:ln w="19050">
            <a:solidFill>
              <a:schemeClr val="lt1"/>
            </a:solidFill>
          </a:ln>
          <a:effectLst/>
        </c:spPr>
      </c:pivotFmt>
      <c:pivotFmt>
        <c:idx val="787"/>
        <c:spPr>
          <a:solidFill>
            <a:schemeClr val="accent1"/>
          </a:solidFill>
          <a:ln w="19050">
            <a:solidFill>
              <a:schemeClr val="lt1"/>
            </a:solidFill>
          </a:ln>
          <a:effectLst/>
        </c:spPr>
      </c:pivotFmt>
      <c:pivotFmt>
        <c:idx val="788"/>
        <c:spPr>
          <a:solidFill>
            <a:schemeClr val="accent1"/>
          </a:solidFill>
          <a:ln w="19050">
            <a:solidFill>
              <a:schemeClr val="lt1"/>
            </a:solidFill>
          </a:ln>
          <a:effectLst/>
        </c:spPr>
      </c:pivotFmt>
      <c:pivotFmt>
        <c:idx val="789"/>
        <c:spPr>
          <a:solidFill>
            <a:schemeClr val="accent1"/>
          </a:solidFill>
          <a:ln w="19050">
            <a:solidFill>
              <a:schemeClr val="lt1"/>
            </a:solidFill>
          </a:ln>
          <a:effectLst/>
        </c:spPr>
      </c:pivotFmt>
      <c:pivotFmt>
        <c:idx val="790"/>
        <c:spPr>
          <a:solidFill>
            <a:schemeClr val="accent1"/>
          </a:solidFill>
          <a:ln w="19050">
            <a:solidFill>
              <a:schemeClr val="lt1"/>
            </a:solidFill>
          </a:ln>
          <a:effectLst/>
        </c:spPr>
      </c:pivotFmt>
      <c:pivotFmt>
        <c:idx val="791"/>
        <c:spPr>
          <a:solidFill>
            <a:schemeClr val="accent1"/>
          </a:solidFill>
          <a:ln w="19050">
            <a:solidFill>
              <a:schemeClr val="lt1"/>
            </a:solidFill>
          </a:ln>
          <a:effectLst/>
        </c:spPr>
      </c:pivotFmt>
      <c:pivotFmt>
        <c:idx val="792"/>
        <c:spPr>
          <a:solidFill>
            <a:schemeClr val="accent1"/>
          </a:solidFill>
          <a:ln w="19050">
            <a:solidFill>
              <a:schemeClr val="lt1"/>
            </a:solidFill>
          </a:ln>
          <a:effectLst/>
        </c:spPr>
      </c:pivotFmt>
      <c:pivotFmt>
        <c:idx val="793"/>
        <c:spPr>
          <a:solidFill>
            <a:schemeClr val="accent1"/>
          </a:solidFill>
          <a:ln w="19050">
            <a:solidFill>
              <a:schemeClr val="lt1"/>
            </a:solidFill>
          </a:ln>
          <a:effectLst/>
        </c:spPr>
      </c:pivotFmt>
      <c:pivotFmt>
        <c:idx val="794"/>
        <c:spPr>
          <a:solidFill>
            <a:schemeClr val="accent1"/>
          </a:solidFill>
          <a:ln w="19050">
            <a:solidFill>
              <a:schemeClr val="lt1"/>
            </a:solidFill>
          </a:ln>
          <a:effectLst/>
        </c:spPr>
      </c:pivotFmt>
      <c:pivotFmt>
        <c:idx val="795"/>
        <c:spPr>
          <a:solidFill>
            <a:schemeClr val="accent1"/>
          </a:solidFill>
          <a:ln w="19050">
            <a:solidFill>
              <a:schemeClr val="lt1"/>
            </a:solidFill>
          </a:ln>
          <a:effectLst/>
        </c:spPr>
      </c:pivotFmt>
      <c:pivotFmt>
        <c:idx val="796"/>
        <c:spPr>
          <a:solidFill>
            <a:schemeClr val="accent1"/>
          </a:solidFill>
          <a:ln w="19050">
            <a:solidFill>
              <a:schemeClr val="lt1"/>
            </a:solidFill>
          </a:ln>
          <a:effectLst/>
        </c:spPr>
      </c:pivotFmt>
      <c:pivotFmt>
        <c:idx val="797"/>
        <c:spPr>
          <a:solidFill>
            <a:schemeClr val="accent1"/>
          </a:solidFill>
          <a:ln w="19050">
            <a:solidFill>
              <a:schemeClr val="lt1"/>
            </a:solidFill>
          </a:ln>
          <a:effectLst/>
        </c:spPr>
      </c:pivotFmt>
      <c:pivotFmt>
        <c:idx val="798"/>
        <c:spPr>
          <a:solidFill>
            <a:schemeClr val="accent1"/>
          </a:solidFill>
          <a:ln w="19050">
            <a:solidFill>
              <a:schemeClr val="lt1"/>
            </a:solidFill>
          </a:ln>
          <a:effectLst/>
        </c:spPr>
      </c:pivotFmt>
      <c:pivotFmt>
        <c:idx val="799"/>
        <c:spPr>
          <a:solidFill>
            <a:schemeClr val="accent1"/>
          </a:solidFill>
          <a:ln w="19050">
            <a:solidFill>
              <a:schemeClr val="lt1"/>
            </a:solidFill>
          </a:ln>
          <a:effectLst/>
        </c:spPr>
      </c:pivotFmt>
      <c:pivotFmt>
        <c:idx val="800"/>
        <c:spPr>
          <a:solidFill>
            <a:schemeClr val="accent1"/>
          </a:solidFill>
          <a:ln w="19050">
            <a:solidFill>
              <a:schemeClr val="lt1"/>
            </a:solidFill>
          </a:ln>
          <a:effectLst/>
        </c:spPr>
      </c:pivotFmt>
      <c:pivotFmt>
        <c:idx val="801"/>
        <c:spPr>
          <a:solidFill>
            <a:schemeClr val="accent1"/>
          </a:solidFill>
          <a:ln w="19050">
            <a:solidFill>
              <a:schemeClr val="lt1"/>
            </a:solidFill>
          </a:ln>
          <a:effectLst/>
        </c:spPr>
      </c:pivotFmt>
      <c:pivotFmt>
        <c:idx val="802"/>
        <c:spPr>
          <a:solidFill>
            <a:schemeClr val="accent1"/>
          </a:solidFill>
          <a:ln w="19050">
            <a:solidFill>
              <a:schemeClr val="lt1"/>
            </a:solidFill>
          </a:ln>
          <a:effectLst/>
        </c:spPr>
      </c:pivotFmt>
      <c:pivotFmt>
        <c:idx val="803"/>
        <c:spPr>
          <a:solidFill>
            <a:schemeClr val="accent1"/>
          </a:solidFill>
          <a:ln w="19050">
            <a:solidFill>
              <a:schemeClr val="lt1"/>
            </a:solidFill>
          </a:ln>
          <a:effectLst/>
        </c:spPr>
      </c:pivotFmt>
      <c:pivotFmt>
        <c:idx val="804"/>
        <c:spPr>
          <a:solidFill>
            <a:schemeClr val="accent1"/>
          </a:solidFill>
          <a:ln w="19050">
            <a:solidFill>
              <a:schemeClr val="lt1"/>
            </a:solidFill>
          </a:ln>
          <a:effectLst/>
        </c:spPr>
      </c:pivotFmt>
      <c:pivotFmt>
        <c:idx val="805"/>
        <c:spPr>
          <a:solidFill>
            <a:schemeClr val="accent1"/>
          </a:solidFill>
          <a:ln w="19050">
            <a:solidFill>
              <a:schemeClr val="lt1"/>
            </a:solidFill>
          </a:ln>
          <a:effectLst/>
        </c:spPr>
      </c:pivotFmt>
      <c:pivotFmt>
        <c:idx val="806"/>
        <c:spPr>
          <a:solidFill>
            <a:schemeClr val="accent1"/>
          </a:solidFill>
          <a:ln w="19050">
            <a:solidFill>
              <a:schemeClr val="lt1"/>
            </a:solidFill>
          </a:ln>
          <a:effectLst/>
        </c:spPr>
      </c:pivotFmt>
      <c:pivotFmt>
        <c:idx val="807"/>
        <c:spPr>
          <a:solidFill>
            <a:schemeClr val="accent1"/>
          </a:solidFill>
          <a:ln w="19050">
            <a:solidFill>
              <a:schemeClr val="lt1"/>
            </a:solidFill>
          </a:ln>
          <a:effectLst/>
        </c:spPr>
      </c:pivotFmt>
      <c:pivotFmt>
        <c:idx val="808"/>
        <c:spPr>
          <a:solidFill>
            <a:schemeClr val="accent1"/>
          </a:solidFill>
          <a:ln w="19050">
            <a:solidFill>
              <a:schemeClr val="lt1"/>
            </a:solidFill>
          </a:ln>
          <a:effectLst/>
        </c:spPr>
      </c:pivotFmt>
      <c:pivotFmt>
        <c:idx val="809"/>
        <c:spPr>
          <a:solidFill>
            <a:schemeClr val="accent1"/>
          </a:solidFill>
          <a:ln w="19050">
            <a:solidFill>
              <a:schemeClr val="lt1"/>
            </a:solidFill>
          </a:ln>
          <a:effectLst/>
        </c:spPr>
      </c:pivotFmt>
      <c:pivotFmt>
        <c:idx val="810"/>
        <c:spPr>
          <a:solidFill>
            <a:schemeClr val="accent1"/>
          </a:solidFill>
          <a:ln w="19050">
            <a:solidFill>
              <a:schemeClr val="lt1"/>
            </a:solidFill>
          </a:ln>
          <a:effectLst/>
        </c:spPr>
      </c:pivotFmt>
      <c:pivotFmt>
        <c:idx val="811"/>
        <c:spPr>
          <a:solidFill>
            <a:schemeClr val="accent1"/>
          </a:solidFill>
          <a:ln w="19050">
            <a:solidFill>
              <a:schemeClr val="lt1"/>
            </a:solidFill>
          </a:ln>
          <a:effectLst/>
        </c:spPr>
      </c:pivotFmt>
      <c:pivotFmt>
        <c:idx val="812"/>
        <c:spPr>
          <a:solidFill>
            <a:schemeClr val="accent1"/>
          </a:solidFill>
          <a:ln w="19050">
            <a:solidFill>
              <a:schemeClr val="lt1"/>
            </a:solidFill>
          </a:ln>
          <a:effectLst/>
        </c:spPr>
      </c:pivotFmt>
      <c:pivotFmt>
        <c:idx val="813"/>
        <c:spPr>
          <a:solidFill>
            <a:schemeClr val="accent1"/>
          </a:solidFill>
          <a:ln w="19050">
            <a:solidFill>
              <a:schemeClr val="lt1"/>
            </a:solidFill>
          </a:ln>
          <a:effectLst/>
        </c:spPr>
      </c:pivotFmt>
      <c:pivotFmt>
        <c:idx val="814"/>
        <c:spPr>
          <a:solidFill>
            <a:schemeClr val="accent1"/>
          </a:solidFill>
          <a:ln w="19050">
            <a:solidFill>
              <a:schemeClr val="lt1"/>
            </a:solidFill>
          </a:ln>
          <a:effectLst/>
        </c:spPr>
      </c:pivotFmt>
      <c:pivotFmt>
        <c:idx val="815"/>
        <c:spPr>
          <a:solidFill>
            <a:schemeClr val="accent1"/>
          </a:solidFill>
          <a:ln w="19050">
            <a:solidFill>
              <a:schemeClr val="lt1"/>
            </a:solidFill>
          </a:ln>
          <a:effectLst/>
        </c:spPr>
      </c:pivotFmt>
      <c:pivotFmt>
        <c:idx val="816"/>
        <c:spPr>
          <a:solidFill>
            <a:schemeClr val="accent1"/>
          </a:solidFill>
          <a:ln w="19050">
            <a:solidFill>
              <a:schemeClr val="lt1"/>
            </a:solidFill>
          </a:ln>
          <a:effectLst/>
        </c:spPr>
      </c:pivotFmt>
      <c:pivotFmt>
        <c:idx val="817"/>
        <c:spPr>
          <a:solidFill>
            <a:schemeClr val="accent1"/>
          </a:solidFill>
          <a:ln w="19050">
            <a:solidFill>
              <a:schemeClr val="lt1"/>
            </a:solidFill>
          </a:ln>
          <a:effectLst/>
        </c:spPr>
      </c:pivotFmt>
      <c:pivotFmt>
        <c:idx val="818"/>
        <c:spPr>
          <a:solidFill>
            <a:schemeClr val="accent1"/>
          </a:solidFill>
          <a:ln w="19050">
            <a:solidFill>
              <a:schemeClr val="lt1"/>
            </a:solidFill>
          </a:ln>
          <a:effectLst/>
        </c:spPr>
      </c:pivotFmt>
      <c:pivotFmt>
        <c:idx val="819"/>
        <c:spPr>
          <a:solidFill>
            <a:schemeClr val="accent1"/>
          </a:solidFill>
          <a:ln w="19050">
            <a:solidFill>
              <a:schemeClr val="lt1"/>
            </a:solidFill>
          </a:ln>
          <a:effectLst/>
        </c:spPr>
      </c:pivotFmt>
      <c:pivotFmt>
        <c:idx val="820"/>
        <c:spPr>
          <a:solidFill>
            <a:schemeClr val="accent1"/>
          </a:solidFill>
          <a:ln w="19050">
            <a:solidFill>
              <a:schemeClr val="lt1"/>
            </a:solidFill>
          </a:ln>
          <a:effectLst/>
        </c:spPr>
      </c:pivotFmt>
      <c:pivotFmt>
        <c:idx val="821"/>
        <c:spPr>
          <a:solidFill>
            <a:schemeClr val="accent1"/>
          </a:solidFill>
          <a:ln w="19050">
            <a:solidFill>
              <a:schemeClr val="lt1"/>
            </a:solidFill>
          </a:ln>
          <a:effectLst/>
        </c:spPr>
      </c:pivotFmt>
      <c:pivotFmt>
        <c:idx val="822"/>
        <c:spPr>
          <a:solidFill>
            <a:schemeClr val="accent1"/>
          </a:solidFill>
          <a:ln w="19050">
            <a:solidFill>
              <a:schemeClr val="lt1"/>
            </a:solidFill>
          </a:ln>
          <a:effectLst/>
        </c:spPr>
      </c:pivotFmt>
      <c:pivotFmt>
        <c:idx val="823"/>
        <c:spPr>
          <a:solidFill>
            <a:schemeClr val="accent1"/>
          </a:solidFill>
          <a:ln w="19050">
            <a:solidFill>
              <a:schemeClr val="lt1"/>
            </a:solidFill>
          </a:ln>
          <a:effectLst/>
        </c:spPr>
      </c:pivotFmt>
      <c:pivotFmt>
        <c:idx val="824"/>
        <c:spPr>
          <a:solidFill>
            <a:schemeClr val="accent1"/>
          </a:solidFill>
          <a:ln w="19050">
            <a:solidFill>
              <a:schemeClr val="lt1"/>
            </a:solidFill>
          </a:ln>
          <a:effectLst/>
        </c:spPr>
      </c:pivotFmt>
      <c:pivotFmt>
        <c:idx val="825"/>
        <c:spPr>
          <a:solidFill>
            <a:schemeClr val="accent1"/>
          </a:solidFill>
          <a:ln w="19050">
            <a:solidFill>
              <a:schemeClr val="lt1"/>
            </a:solidFill>
          </a:ln>
          <a:effectLst/>
        </c:spPr>
      </c:pivotFmt>
      <c:pivotFmt>
        <c:idx val="826"/>
        <c:spPr>
          <a:solidFill>
            <a:schemeClr val="accent1"/>
          </a:solidFill>
          <a:ln w="19050">
            <a:solidFill>
              <a:schemeClr val="lt1"/>
            </a:solidFill>
          </a:ln>
          <a:effectLst/>
        </c:spPr>
      </c:pivotFmt>
      <c:pivotFmt>
        <c:idx val="827"/>
        <c:spPr>
          <a:solidFill>
            <a:schemeClr val="accent1"/>
          </a:solidFill>
          <a:ln w="19050">
            <a:solidFill>
              <a:schemeClr val="lt1"/>
            </a:solidFill>
          </a:ln>
          <a:effectLst/>
        </c:spPr>
      </c:pivotFmt>
      <c:pivotFmt>
        <c:idx val="828"/>
        <c:spPr>
          <a:solidFill>
            <a:schemeClr val="accent1"/>
          </a:solidFill>
          <a:ln w="19050">
            <a:solidFill>
              <a:schemeClr val="lt1"/>
            </a:solidFill>
          </a:ln>
          <a:effectLst/>
        </c:spPr>
      </c:pivotFmt>
      <c:pivotFmt>
        <c:idx val="829"/>
        <c:spPr>
          <a:solidFill>
            <a:schemeClr val="accent1"/>
          </a:solidFill>
          <a:ln w="19050">
            <a:solidFill>
              <a:schemeClr val="lt1"/>
            </a:solidFill>
          </a:ln>
          <a:effectLst/>
        </c:spPr>
      </c:pivotFmt>
      <c:pivotFmt>
        <c:idx val="830"/>
        <c:spPr>
          <a:solidFill>
            <a:schemeClr val="accent1"/>
          </a:solidFill>
          <a:ln w="19050">
            <a:solidFill>
              <a:schemeClr val="lt1"/>
            </a:solidFill>
          </a:ln>
          <a:effectLst/>
        </c:spPr>
      </c:pivotFmt>
      <c:pivotFmt>
        <c:idx val="831"/>
        <c:spPr>
          <a:solidFill>
            <a:schemeClr val="accent1"/>
          </a:solidFill>
          <a:ln w="19050">
            <a:solidFill>
              <a:schemeClr val="lt1"/>
            </a:solidFill>
          </a:ln>
          <a:effectLst/>
        </c:spPr>
      </c:pivotFmt>
      <c:pivotFmt>
        <c:idx val="832"/>
        <c:spPr>
          <a:solidFill>
            <a:schemeClr val="accent1"/>
          </a:solidFill>
          <a:ln w="19050">
            <a:solidFill>
              <a:schemeClr val="lt1"/>
            </a:solidFill>
          </a:ln>
          <a:effectLst/>
        </c:spPr>
      </c:pivotFmt>
      <c:pivotFmt>
        <c:idx val="833"/>
        <c:spPr>
          <a:solidFill>
            <a:schemeClr val="accent1"/>
          </a:solidFill>
          <a:ln w="19050">
            <a:solidFill>
              <a:schemeClr val="lt1"/>
            </a:solidFill>
          </a:ln>
          <a:effectLst/>
        </c:spPr>
      </c:pivotFmt>
      <c:pivotFmt>
        <c:idx val="834"/>
        <c:spPr>
          <a:solidFill>
            <a:schemeClr val="accent1"/>
          </a:solidFill>
          <a:ln w="19050">
            <a:solidFill>
              <a:schemeClr val="lt1"/>
            </a:solidFill>
          </a:ln>
          <a:effectLst/>
        </c:spPr>
      </c:pivotFmt>
      <c:pivotFmt>
        <c:idx val="835"/>
        <c:spPr>
          <a:solidFill>
            <a:schemeClr val="accent1"/>
          </a:solidFill>
          <a:ln w="19050">
            <a:solidFill>
              <a:schemeClr val="lt1"/>
            </a:solidFill>
          </a:ln>
          <a:effectLst/>
        </c:spPr>
      </c:pivotFmt>
      <c:pivotFmt>
        <c:idx val="836"/>
        <c:spPr>
          <a:solidFill>
            <a:schemeClr val="accent1"/>
          </a:solidFill>
          <a:ln w="19050">
            <a:solidFill>
              <a:schemeClr val="lt1"/>
            </a:solidFill>
          </a:ln>
          <a:effectLst/>
        </c:spPr>
      </c:pivotFmt>
      <c:pivotFmt>
        <c:idx val="837"/>
        <c:spPr>
          <a:solidFill>
            <a:schemeClr val="accent1"/>
          </a:solidFill>
          <a:ln w="19050">
            <a:solidFill>
              <a:schemeClr val="lt1"/>
            </a:solidFill>
          </a:ln>
          <a:effectLst/>
        </c:spPr>
      </c:pivotFmt>
      <c:pivotFmt>
        <c:idx val="838"/>
        <c:spPr>
          <a:solidFill>
            <a:schemeClr val="accent1"/>
          </a:solidFill>
          <a:ln w="19050">
            <a:solidFill>
              <a:schemeClr val="lt1"/>
            </a:solidFill>
          </a:ln>
          <a:effectLst/>
        </c:spPr>
      </c:pivotFmt>
      <c:pivotFmt>
        <c:idx val="839"/>
        <c:spPr>
          <a:solidFill>
            <a:schemeClr val="accent1"/>
          </a:solidFill>
          <a:ln w="19050">
            <a:solidFill>
              <a:schemeClr val="lt1"/>
            </a:solidFill>
          </a:ln>
          <a:effectLst/>
        </c:spPr>
      </c:pivotFmt>
      <c:pivotFmt>
        <c:idx val="840"/>
        <c:spPr>
          <a:solidFill>
            <a:schemeClr val="accent1"/>
          </a:solidFill>
          <a:ln w="19050">
            <a:solidFill>
              <a:schemeClr val="lt1"/>
            </a:solidFill>
          </a:ln>
          <a:effectLst/>
        </c:spPr>
      </c:pivotFmt>
      <c:pivotFmt>
        <c:idx val="841"/>
        <c:spPr>
          <a:solidFill>
            <a:schemeClr val="accent1"/>
          </a:solidFill>
          <a:ln w="19050">
            <a:solidFill>
              <a:schemeClr val="lt1"/>
            </a:solidFill>
          </a:ln>
          <a:effectLst/>
        </c:spPr>
      </c:pivotFmt>
      <c:pivotFmt>
        <c:idx val="842"/>
        <c:spPr>
          <a:solidFill>
            <a:schemeClr val="accent1"/>
          </a:solidFill>
          <a:ln w="19050">
            <a:solidFill>
              <a:schemeClr val="lt1"/>
            </a:solidFill>
          </a:ln>
          <a:effectLst/>
        </c:spPr>
      </c:pivotFmt>
      <c:pivotFmt>
        <c:idx val="843"/>
        <c:spPr>
          <a:solidFill>
            <a:schemeClr val="accent1"/>
          </a:solidFill>
          <a:ln w="19050">
            <a:solidFill>
              <a:schemeClr val="lt1"/>
            </a:solidFill>
          </a:ln>
          <a:effectLst/>
        </c:spPr>
      </c:pivotFmt>
      <c:pivotFmt>
        <c:idx val="844"/>
        <c:spPr>
          <a:solidFill>
            <a:schemeClr val="accent1"/>
          </a:solidFill>
          <a:ln w="19050">
            <a:solidFill>
              <a:schemeClr val="lt1"/>
            </a:solidFill>
          </a:ln>
          <a:effectLst/>
        </c:spPr>
      </c:pivotFmt>
      <c:pivotFmt>
        <c:idx val="845"/>
        <c:spPr>
          <a:solidFill>
            <a:schemeClr val="accent1"/>
          </a:solidFill>
          <a:ln w="19050">
            <a:solidFill>
              <a:schemeClr val="lt1"/>
            </a:solidFill>
          </a:ln>
          <a:effectLst/>
        </c:spPr>
      </c:pivotFmt>
      <c:pivotFmt>
        <c:idx val="846"/>
        <c:spPr>
          <a:solidFill>
            <a:schemeClr val="accent1"/>
          </a:solidFill>
          <a:ln w="19050">
            <a:solidFill>
              <a:schemeClr val="lt1"/>
            </a:solidFill>
          </a:ln>
          <a:effectLst/>
        </c:spPr>
      </c:pivotFmt>
      <c:pivotFmt>
        <c:idx val="847"/>
        <c:spPr>
          <a:solidFill>
            <a:schemeClr val="accent1"/>
          </a:solidFill>
          <a:ln w="19050">
            <a:solidFill>
              <a:schemeClr val="lt1"/>
            </a:solidFill>
          </a:ln>
          <a:effectLst/>
        </c:spPr>
      </c:pivotFmt>
      <c:pivotFmt>
        <c:idx val="848"/>
        <c:spPr>
          <a:solidFill>
            <a:schemeClr val="accent1"/>
          </a:solidFill>
          <a:ln w="19050">
            <a:solidFill>
              <a:schemeClr val="lt1"/>
            </a:solidFill>
          </a:ln>
          <a:effectLst/>
        </c:spPr>
      </c:pivotFmt>
      <c:pivotFmt>
        <c:idx val="849"/>
        <c:spPr>
          <a:solidFill>
            <a:schemeClr val="accent1"/>
          </a:solidFill>
          <a:ln w="19050">
            <a:solidFill>
              <a:schemeClr val="lt1"/>
            </a:solidFill>
          </a:ln>
          <a:effectLst/>
        </c:spPr>
      </c:pivotFmt>
      <c:pivotFmt>
        <c:idx val="850"/>
        <c:spPr>
          <a:solidFill>
            <a:schemeClr val="accent1"/>
          </a:solidFill>
          <a:ln w="19050">
            <a:solidFill>
              <a:schemeClr val="lt1"/>
            </a:solidFill>
          </a:ln>
          <a:effectLst/>
        </c:spPr>
      </c:pivotFmt>
      <c:pivotFmt>
        <c:idx val="851"/>
        <c:spPr>
          <a:solidFill>
            <a:schemeClr val="accent1"/>
          </a:solidFill>
          <a:ln w="19050">
            <a:solidFill>
              <a:schemeClr val="lt1"/>
            </a:solidFill>
          </a:ln>
          <a:effectLst/>
        </c:spPr>
      </c:pivotFmt>
      <c:pivotFmt>
        <c:idx val="852"/>
        <c:spPr>
          <a:solidFill>
            <a:schemeClr val="accent1"/>
          </a:solidFill>
          <a:ln w="19050">
            <a:solidFill>
              <a:schemeClr val="lt1"/>
            </a:solidFill>
          </a:ln>
          <a:effectLst/>
        </c:spPr>
      </c:pivotFmt>
      <c:pivotFmt>
        <c:idx val="853"/>
        <c:spPr>
          <a:solidFill>
            <a:schemeClr val="accent1"/>
          </a:solidFill>
          <a:ln w="19050">
            <a:solidFill>
              <a:schemeClr val="lt1"/>
            </a:solidFill>
          </a:ln>
          <a:effectLst/>
        </c:spPr>
      </c:pivotFmt>
      <c:pivotFmt>
        <c:idx val="854"/>
        <c:spPr>
          <a:solidFill>
            <a:schemeClr val="accent1"/>
          </a:solidFill>
          <a:ln w="19050">
            <a:solidFill>
              <a:schemeClr val="lt1"/>
            </a:solidFill>
          </a:ln>
          <a:effectLst/>
        </c:spPr>
      </c:pivotFmt>
      <c:pivotFmt>
        <c:idx val="855"/>
        <c:spPr>
          <a:solidFill>
            <a:schemeClr val="accent1"/>
          </a:solidFill>
          <a:ln w="19050">
            <a:solidFill>
              <a:schemeClr val="lt1"/>
            </a:solidFill>
          </a:ln>
          <a:effectLst/>
        </c:spPr>
      </c:pivotFmt>
      <c:pivotFmt>
        <c:idx val="856"/>
        <c:spPr>
          <a:solidFill>
            <a:schemeClr val="accent1"/>
          </a:solidFill>
          <a:ln w="19050">
            <a:solidFill>
              <a:schemeClr val="lt1"/>
            </a:solidFill>
          </a:ln>
          <a:effectLst/>
        </c:spPr>
      </c:pivotFmt>
      <c:pivotFmt>
        <c:idx val="857"/>
        <c:spPr>
          <a:solidFill>
            <a:schemeClr val="accent1"/>
          </a:solidFill>
          <a:ln w="19050">
            <a:solidFill>
              <a:schemeClr val="lt1"/>
            </a:solidFill>
          </a:ln>
          <a:effectLst/>
        </c:spPr>
      </c:pivotFmt>
      <c:pivotFmt>
        <c:idx val="858"/>
        <c:spPr>
          <a:solidFill>
            <a:schemeClr val="accent1"/>
          </a:solidFill>
          <a:ln w="19050">
            <a:solidFill>
              <a:schemeClr val="lt1"/>
            </a:solidFill>
          </a:ln>
          <a:effectLst/>
        </c:spPr>
      </c:pivotFmt>
      <c:pivotFmt>
        <c:idx val="859"/>
        <c:spPr>
          <a:solidFill>
            <a:schemeClr val="accent1"/>
          </a:solidFill>
          <a:ln w="19050">
            <a:solidFill>
              <a:schemeClr val="lt1"/>
            </a:solidFill>
          </a:ln>
          <a:effectLst/>
        </c:spPr>
      </c:pivotFmt>
      <c:pivotFmt>
        <c:idx val="860"/>
        <c:spPr>
          <a:solidFill>
            <a:schemeClr val="accent1"/>
          </a:solidFill>
          <a:ln w="19050">
            <a:solidFill>
              <a:schemeClr val="lt1"/>
            </a:solidFill>
          </a:ln>
          <a:effectLst/>
        </c:spPr>
      </c:pivotFmt>
      <c:pivotFmt>
        <c:idx val="861"/>
        <c:spPr>
          <a:solidFill>
            <a:schemeClr val="accent1"/>
          </a:solidFill>
          <a:ln w="19050">
            <a:solidFill>
              <a:schemeClr val="lt1"/>
            </a:solidFill>
          </a:ln>
          <a:effectLst/>
        </c:spPr>
      </c:pivotFmt>
      <c:pivotFmt>
        <c:idx val="862"/>
        <c:spPr>
          <a:solidFill>
            <a:schemeClr val="accent1"/>
          </a:solidFill>
          <a:ln w="19050">
            <a:solidFill>
              <a:schemeClr val="lt1"/>
            </a:solidFill>
          </a:ln>
          <a:effectLst/>
        </c:spPr>
      </c:pivotFmt>
      <c:pivotFmt>
        <c:idx val="863"/>
        <c:spPr>
          <a:solidFill>
            <a:schemeClr val="accent1"/>
          </a:solidFill>
          <a:ln w="19050">
            <a:solidFill>
              <a:schemeClr val="lt1"/>
            </a:solidFill>
          </a:ln>
          <a:effectLst/>
        </c:spPr>
      </c:pivotFmt>
      <c:pivotFmt>
        <c:idx val="864"/>
        <c:spPr>
          <a:solidFill>
            <a:schemeClr val="accent1"/>
          </a:solidFill>
          <a:ln w="19050">
            <a:solidFill>
              <a:schemeClr val="lt1"/>
            </a:solidFill>
          </a:ln>
          <a:effectLst/>
        </c:spPr>
      </c:pivotFmt>
      <c:pivotFmt>
        <c:idx val="865"/>
        <c:spPr>
          <a:solidFill>
            <a:schemeClr val="accent1"/>
          </a:solidFill>
          <a:ln w="19050">
            <a:solidFill>
              <a:schemeClr val="lt1"/>
            </a:solidFill>
          </a:ln>
          <a:effectLst/>
        </c:spPr>
      </c:pivotFmt>
      <c:pivotFmt>
        <c:idx val="866"/>
        <c:spPr>
          <a:solidFill>
            <a:schemeClr val="accent1"/>
          </a:solidFill>
          <a:ln w="19050">
            <a:solidFill>
              <a:schemeClr val="lt1"/>
            </a:solidFill>
          </a:ln>
          <a:effectLst/>
        </c:spPr>
      </c:pivotFmt>
      <c:pivotFmt>
        <c:idx val="867"/>
        <c:spPr>
          <a:solidFill>
            <a:schemeClr val="accent1"/>
          </a:solidFill>
          <a:ln w="19050">
            <a:solidFill>
              <a:schemeClr val="lt1"/>
            </a:solidFill>
          </a:ln>
          <a:effectLst/>
        </c:spPr>
      </c:pivotFmt>
      <c:pivotFmt>
        <c:idx val="868"/>
        <c:spPr>
          <a:solidFill>
            <a:schemeClr val="accent1"/>
          </a:solidFill>
          <a:ln w="19050">
            <a:solidFill>
              <a:schemeClr val="lt1"/>
            </a:solidFill>
          </a:ln>
          <a:effectLst/>
        </c:spPr>
      </c:pivotFmt>
      <c:pivotFmt>
        <c:idx val="869"/>
        <c:spPr>
          <a:solidFill>
            <a:schemeClr val="accent1"/>
          </a:solidFill>
          <a:ln w="19050">
            <a:solidFill>
              <a:schemeClr val="lt1"/>
            </a:solidFill>
          </a:ln>
          <a:effectLst/>
        </c:spPr>
      </c:pivotFmt>
      <c:pivotFmt>
        <c:idx val="870"/>
        <c:spPr>
          <a:solidFill>
            <a:schemeClr val="accent1"/>
          </a:solidFill>
          <a:ln w="19050">
            <a:solidFill>
              <a:schemeClr val="lt1"/>
            </a:solidFill>
          </a:ln>
          <a:effectLst/>
        </c:spPr>
      </c:pivotFmt>
      <c:pivotFmt>
        <c:idx val="871"/>
        <c:spPr>
          <a:solidFill>
            <a:schemeClr val="accent1"/>
          </a:solidFill>
          <a:ln w="19050">
            <a:solidFill>
              <a:schemeClr val="lt1"/>
            </a:solidFill>
          </a:ln>
          <a:effectLst/>
        </c:spPr>
      </c:pivotFmt>
      <c:pivotFmt>
        <c:idx val="872"/>
        <c:spPr>
          <a:solidFill>
            <a:schemeClr val="accent1"/>
          </a:solidFill>
          <a:ln w="19050">
            <a:solidFill>
              <a:schemeClr val="lt1"/>
            </a:solidFill>
          </a:ln>
          <a:effectLst/>
        </c:spPr>
      </c:pivotFmt>
      <c:pivotFmt>
        <c:idx val="873"/>
        <c:spPr>
          <a:solidFill>
            <a:schemeClr val="accent1"/>
          </a:solidFill>
          <a:ln w="19050">
            <a:solidFill>
              <a:schemeClr val="lt1"/>
            </a:solidFill>
          </a:ln>
          <a:effectLst/>
        </c:spPr>
      </c:pivotFmt>
      <c:pivotFmt>
        <c:idx val="874"/>
        <c:spPr>
          <a:solidFill>
            <a:schemeClr val="accent1"/>
          </a:solidFill>
          <a:ln w="19050">
            <a:solidFill>
              <a:schemeClr val="lt1"/>
            </a:solidFill>
          </a:ln>
          <a:effectLst/>
        </c:spPr>
      </c:pivotFmt>
      <c:pivotFmt>
        <c:idx val="875"/>
        <c:spPr>
          <a:solidFill>
            <a:schemeClr val="accent1"/>
          </a:solidFill>
          <a:ln w="19050">
            <a:solidFill>
              <a:schemeClr val="lt1"/>
            </a:solidFill>
          </a:ln>
          <a:effectLst/>
        </c:spPr>
      </c:pivotFmt>
      <c:pivotFmt>
        <c:idx val="876"/>
        <c:spPr>
          <a:solidFill>
            <a:schemeClr val="accent1"/>
          </a:solidFill>
          <a:ln w="19050">
            <a:solidFill>
              <a:schemeClr val="lt1"/>
            </a:solidFill>
          </a:ln>
          <a:effectLst/>
        </c:spPr>
      </c:pivotFmt>
      <c:pivotFmt>
        <c:idx val="877"/>
        <c:spPr>
          <a:solidFill>
            <a:schemeClr val="accent1"/>
          </a:solidFill>
          <a:ln w="19050">
            <a:solidFill>
              <a:schemeClr val="lt1"/>
            </a:solidFill>
          </a:ln>
          <a:effectLst/>
        </c:spPr>
      </c:pivotFmt>
      <c:pivotFmt>
        <c:idx val="878"/>
        <c:spPr>
          <a:solidFill>
            <a:schemeClr val="accent1"/>
          </a:solidFill>
          <a:ln w="19050">
            <a:solidFill>
              <a:schemeClr val="lt1"/>
            </a:solidFill>
          </a:ln>
          <a:effectLst/>
        </c:spPr>
      </c:pivotFmt>
      <c:pivotFmt>
        <c:idx val="879"/>
        <c:spPr>
          <a:solidFill>
            <a:schemeClr val="accent1"/>
          </a:solidFill>
          <a:ln w="19050">
            <a:solidFill>
              <a:schemeClr val="lt1"/>
            </a:solidFill>
          </a:ln>
          <a:effectLst/>
        </c:spPr>
      </c:pivotFmt>
      <c:pivotFmt>
        <c:idx val="880"/>
        <c:spPr>
          <a:solidFill>
            <a:schemeClr val="accent1"/>
          </a:solidFill>
          <a:ln w="19050">
            <a:solidFill>
              <a:schemeClr val="lt1"/>
            </a:solidFill>
          </a:ln>
          <a:effectLst/>
        </c:spPr>
      </c:pivotFmt>
      <c:pivotFmt>
        <c:idx val="881"/>
        <c:spPr>
          <a:solidFill>
            <a:schemeClr val="accent1"/>
          </a:solidFill>
          <a:ln w="19050">
            <a:solidFill>
              <a:schemeClr val="lt1"/>
            </a:solidFill>
          </a:ln>
          <a:effectLst/>
        </c:spPr>
      </c:pivotFmt>
      <c:pivotFmt>
        <c:idx val="882"/>
        <c:spPr>
          <a:solidFill>
            <a:schemeClr val="accent1"/>
          </a:solidFill>
          <a:ln w="19050">
            <a:solidFill>
              <a:schemeClr val="lt1"/>
            </a:solidFill>
          </a:ln>
          <a:effectLst/>
        </c:spPr>
      </c:pivotFmt>
      <c:pivotFmt>
        <c:idx val="883"/>
        <c:spPr>
          <a:solidFill>
            <a:schemeClr val="accent1"/>
          </a:solidFill>
          <a:ln w="19050">
            <a:solidFill>
              <a:schemeClr val="lt1"/>
            </a:solidFill>
          </a:ln>
          <a:effectLst/>
        </c:spPr>
      </c:pivotFmt>
      <c:pivotFmt>
        <c:idx val="884"/>
        <c:spPr>
          <a:solidFill>
            <a:schemeClr val="accent1"/>
          </a:solidFill>
          <a:ln w="19050">
            <a:solidFill>
              <a:schemeClr val="lt1"/>
            </a:solidFill>
          </a:ln>
          <a:effectLst/>
        </c:spPr>
      </c:pivotFmt>
      <c:pivotFmt>
        <c:idx val="885"/>
        <c:spPr>
          <a:solidFill>
            <a:schemeClr val="accent1"/>
          </a:solidFill>
          <a:ln w="19050">
            <a:solidFill>
              <a:schemeClr val="lt1"/>
            </a:solidFill>
          </a:ln>
          <a:effectLst/>
        </c:spPr>
      </c:pivotFmt>
      <c:pivotFmt>
        <c:idx val="886"/>
        <c:spPr>
          <a:solidFill>
            <a:schemeClr val="accent1"/>
          </a:solidFill>
          <a:ln w="19050">
            <a:solidFill>
              <a:schemeClr val="lt1"/>
            </a:solidFill>
          </a:ln>
          <a:effectLst/>
        </c:spPr>
      </c:pivotFmt>
      <c:pivotFmt>
        <c:idx val="887"/>
        <c:spPr>
          <a:solidFill>
            <a:schemeClr val="accent1"/>
          </a:solidFill>
          <a:ln w="19050">
            <a:solidFill>
              <a:schemeClr val="lt1"/>
            </a:solidFill>
          </a:ln>
          <a:effectLst/>
        </c:spPr>
      </c:pivotFmt>
      <c:pivotFmt>
        <c:idx val="888"/>
        <c:spPr>
          <a:solidFill>
            <a:schemeClr val="accent1"/>
          </a:solidFill>
          <a:ln w="19050">
            <a:solidFill>
              <a:schemeClr val="lt1"/>
            </a:solidFill>
          </a:ln>
          <a:effectLst/>
        </c:spPr>
      </c:pivotFmt>
      <c:pivotFmt>
        <c:idx val="889"/>
        <c:spPr>
          <a:solidFill>
            <a:schemeClr val="accent1"/>
          </a:solidFill>
          <a:ln w="19050">
            <a:solidFill>
              <a:schemeClr val="lt1"/>
            </a:solidFill>
          </a:ln>
          <a:effectLst/>
        </c:spPr>
      </c:pivotFmt>
      <c:pivotFmt>
        <c:idx val="890"/>
        <c:spPr>
          <a:solidFill>
            <a:schemeClr val="accent1"/>
          </a:solidFill>
          <a:ln w="19050">
            <a:solidFill>
              <a:schemeClr val="lt1"/>
            </a:solidFill>
          </a:ln>
          <a:effectLst/>
        </c:spPr>
      </c:pivotFmt>
      <c:pivotFmt>
        <c:idx val="891"/>
        <c:spPr>
          <a:solidFill>
            <a:schemeClr val="accent1"/>
          </a:solidFill>
          <a:ln w="19050">
            <a:solidFill>
              <a:schemeClr val="lt1"/>
            </a:solidFill>
          </a:ln>
          <a:effectLst/>
        </c:spPr>
      </c:pivotFmt>
      <c:pivotFmt>
        <c:idx val="892"/>
        <c:spPr>
          <a:solidFill>
            <a:schemeClr val="accent1"/>
          </a:solidFill>
          <a:ln w="19050">
            <a:solidFill>
              <a:schemeClr val="lt1"/>
            </a:solidFill>
          </a:ln>
          <a:effectLst/>
        </c:spPr>
      </c:pivotFmt>
      <c:pivotFmt>
        <c:idx val="893"/>
        <c:spPr>
          <a:solidFill>
            <a:schemeClr val="accent1"/>
          </a:solidFill>
          <a:ln w="19050">
            <a:solidFill>
              <a:schemeClr val="lt1"/>
            </a:solidFill>
          </a:ln>
          <a:effectLst/>
        </c:spPr>
      </c:pivotFmt>
      <c:pivotFmt>
        <c:idx val="894"/>
        <c:spPr>
          <a:solidFill>
            <a:schemeClr val="accent1"/>
          </a:solidFill>
          <a:ln w="19050">
            <a:solidFill>
              <a:schemeClr val="lt1"/>
            </a:solidFill>
          </a:ln>
          <a:effectLst/>
        </c:spPr>
      </c:pivotFmt>
      <c:pivotFmt>
        <c:idx val="895"/>
        <c:spPr>
          <a:solidFill>
            <a:schemeClr val="accent1"/>
          </a:solidFill>
          <a:ln w="19050">
            <a:solidFill>
              <a:schemeClr val="lt1"/>
            </a:solidFill>
          </a:ln>
          <a:effectLst/>
        </c:spPr>
      </c:pivotFmt>
      <c:pivotFmt>
        <c:idx val="896"/>
        <c:spPr>
          <a:solidFill>
            <a:schemeClr val="accent1"/>
          </a:solidFill>
          <a:ln w="19050">
            <a:solidFill>
              <a:schemeClr val="lt1"/>
            </a:solidFill>
          </a:ln>
          <a:effectLst/>
        </c:spPr>
      </c:pivotFmt>
      <c:pivotFmt>
        <c:idx val="897"/>
        <c:spPr>
          <a:solidFill>
            <a:schemeClr val="accent1"/>
          </a:solidFill>
          <a:ln w="19050">
            <a:solidFill>
              <a:schemeClr val="lt1"/>
            </a:solidFill>
          </a:ln>
          <a:effectLst/>
        </c:spPr>
      </c:pivotFmt>
      <c:pivotFmt>
        <c:idx val="898"/>
        <c:spPr>
          <a:solidFill>
            <a:schemeClr val="accent1"/>
          </a:solidFill>
          <a:ln w="19050">
            <a:solidFill>
              <a:schemeClr val="lt1"/>
            </a:solidFill>
          </a:ln>
          <a:effectLst/>
        </c:spPr>
      </c:pivotFmt>
      <c:pivotFmt>
        <c:idx val="899"/>
        <c:spPr>
          <a:solidFill>
            <a:schemeClr val="accent1"/>
          </a:solidFill>
          <a:ln w="19050">
            <a:solidFill>
              <a:schemeClr val="lt1"/>
            </a:solidFill>
          </a:ln>
          <a:effectLst/>
        </c:spPr>
      </c:pivotFmt>
      <c:pivotFmt>
        <c:idx val="900"/>
        <c:spPr>
          <a:solidFill>
            <a:schemeClr val="accent1"/>
          </a:solidFill>
          <a:ln w="19050">
            <a:solidFill>
              <a:schemeClr val="lt1"/>
            </a:solidFill>
          </a:ln>
          <a:effectLst/>
        </c:spPr>
      </c:pivotFmt>
      <c:pivotFmt>
        <c:idx val="901"/>
        <c:spPr>
          <a:solidFill>
            <a:schemeClr val="accent1"/>
          </a:solidFill>
          <a:ln w="19050">
            <a:solidFill>
              <a:schemeClr val="lt1"/>
            </a:solidFill>
          </a:ln>
          <a:effectLst/>
        </c:spPr>
      </c:pivotFmt>
      <c:pivotFmt>
        <c:idx val="902"/>
        <c:spPr>
          <a:solidFill>
            <a:schemeClr val="accent1"/>
          </a:solidFill>
          <a:ln w="19050">
            <a:solidFill>
              <a:schemeClr val="lt1"/>
            </a:solidFill>
          </a:ln>
          <a:effectLst/>
        </c:spPr>
      </c:pivotFmt>
      <c:pivotFmt>
        <c:idx val="903"/>
        <c:spPr>
          <a:solidFill>
            <a:schemeClr val="accent1"/>
          </a:solidFill>
          <a:ln w="19050">
            <a:solidFill>
              <a:schemeClr val="lt1"/>
            </a:solidFill>
          </a:ln>
          <a:effectLst/>
        </c:spPr>
      </c:pivotFmt>
      <c:pivotFmt>
        <c:idx val="904"/>
        <c:spPr>
          <a:solidFill>
            <a:schemeClr val="accent1"/>
          </a:solidFill>
          <a:ln w="19050">
            <a:solidFill>
              <a:schemeClr val="lt1"/>
            </a:solidFill>
          </a:ln>
          <a:effectLst/>
        </c:spPr>
      </c:pivotFmt>
      <c:pivotFmt>
        <c:idx val="905"/>
        <c:spPr>
          <a:solidFill>
            <a:schemeClr val="accent1"/>
          </a:solidFill>
          <a:ln w="19050">
            <a:solidFill>
              <a:schemeClr val="lt1"/>
            </a:solidFill>
          </a:ln>
          <a:effectLst/>
        </c:spPr>
      </c:pivotFmt>
      <c:pivotFmt>
        <c:idx val="906"/>
        <c:spPr>
          <a:solidFill>
            <a:schemeClr val="accent1"/>
          </a:solidFill>
          <a:ln w="19050">
            <a:solidFill>
              <a:schemeClr val="lt1"/>
            </a:solidFill>
          </a:ln>
          <a:effectLst/>
        </c:spPr>
      </c:pivotFmt>
      <c:pivotFmt>
        <c:idx val="907"/>
        <c:spPr>
          <a:solidFill>
            <a:schemeClr val="accent1"/>
          </a:solidFill>
          <a:ln w="19050">
            <a:solidFill>
              <a:schemeClr val="lt1"/>
            </a:solidFill>
          </a:ln>
          <a:effectLst/>
        </c:spPr>
      </c:pivotFmt>
      <c:pivotFmt>
        <c:idx val="908"/>
        <c:spPr>
          <a:solidFill>
            <a:schemeClr val="accent1"/>
          </a:solidFill>
          <a:ln w="19050">
            <a:solidFill>
              <a:schemeClr val="lt1"/>
            </a:solidFill>
          </a:ln>
          <a:effectLst/>
        </c:spPr>
      </c:pivotFmt>
      <c:pivotFmt>
        <c:idx val="909"/>
        <c:spPr>
          <a:solidFill>
            <a:schemeClr val="accent1"/>
          </a:solidFill>
          <a:ln w="19050">
            <a:solidFill>
              <a:schemeClr val="lt1"/>
            </a:solidFill>
          </a:ln>
          <a:effectLst/>
        </c:spPr>
      </c:pivotFmt>
      <c:pivotFmt>
        <c:idx val="910"/>
        <c:spPr>
          <a:solidFill>
            <a:schemeClr val="accent1"/>
          </a:solidFill>
          <a:ln w="19050">
            <a:solidFill>
              <a:schemeClr val="lt1"/>
            </a:solidFill>
          </a:ln>
          <a:effectLst/>
        </c:spPr>
      </c:pivotFmt>
      <c:pivotFmt>
        <c:idx val="911"/>
        <c:spPr>
          <a:solidFill>
            <a:schemeClr val="accent1"/>
          </a:solidFill>
          <a:ln w="19050">
            <a:solidFill>
              <a:schemeClr val="lt1"/>
            </a:solidFill>
          </a:ln>
          <a:effectLst/>
        </c:spPr>
      </c:pivotFmt>
      <c:pivotFmt>
        <c:idx val="912"/>
        <c:spPr>
          <a:solidFill>
            <a:schemeClr val="accent1"/>
          </a:solidFill>
          <a:ln w="19050">
            <a:solidFill>
              <a:schemeClr val="lt1"/>
            </a:solidFill>
          </a:ln>
          <a:effectLst/>
        </c:spPr>
      </c:pivotFmt>
      <c:pivotFmt>
        <c:idx val="913"/>
        <c:spPr>
          <a:solidFill>
            <a:schemeClr val="accent1"/>
          </a:solidFill>
          <a:ln w="19050">
            <a:solidFill>
              <a:schemeClr val="lt1"/>
            </a:solidFill>
          </a:ln>
          <a:effectLst/>
        </c:spPr>
      </c:pivotFmt>
      <c:pivotFmt>
        <c:idx val="914"/>
        <c:spPr>
          <a:solidFill>
            <a:schemeClr val="accent1"/>
          </a:solidFill>
          <a:ln w="19050">
            <a:solidFill>
              <a:schemeClr val="lt1"/>
            </a:solidFill>
          </a:ln>
          <a:effectLst/>
        </c:spPr>
      </c:pivotFmt>
      <c:pivotFmt>
        <c:idx val="915"/>
        <c:spPr>
          <a:solidFill>
            <a:schemeClr val="accent1"/>
          </a:solidFill>
          <a:ln w="19050">
            <a:solidFill>
              <a:schemeClr val="lt1"/>
            </a:solidFill>
          </a:ln>
          <a:effectLst/>
        </c:spPr>
      </c:pivotFmt>
      <c:pivotFmt>
        <c:idx val="916"/>
        <c:spPr>
          <a:solidFill>
            <a:schemeClr val="accent1"/>
          </a:solidFill>
          <a:ln w="19050">
            <a:solidFill>
              <a:schemeClr val="lt1"/>
            </a:solidFill>
          </a:ln>
          <a:effectLst/>
        </c:spPr>
      </c:pivotFmt>
      <c:pivotFmt>
        <c:idx val="917"/>
        <c:spPr>
          <a:solidFill>
            <a:schemeClr val="accent1"/>
          </a:solidFill>
          <a:ln w="19050">
            <a:solidFill>
              <a:schemeClr val="lt1"/>
            </a:solidFill>
          </a:ln>
          <a:effectLst/>
        </c:spPr>
      </c:pivotFmt>
      <c:pivotFmt>
        <c:idx val="918"/>
        <c:spPr>
          <a:solidFill>
            <a:schemeClr val="accent1"/>
          </a:solidFill>
          <a:ln w="19050">
            <a:solidFill>
              <a:schemeClr val="lt1"/>
            </a:solidFill>
          </a:ln>
          <a:effectLst/>
        </c:spPr>
      </c:pivotFmt>
      <c:pivotFmt>
        <c:idx val="919"/>
        <c:spPr>
          <a:solidFill>
            <a:schemeClr val="accent1"/>
          </a:solidFill>
          <a:ln w="19050">
            <a:solidFill>
              <a:schemeClr val="lt1"/>
            </a:solidFill>
          </a:ln>
          <a:effectLst/>
        </c:spPr>
      </c:pivotFmt>
      <c:pivotFmt>
        <c:idx val="920"/>
        <c:spPr>
          <a:solidFill>
            <a:schemeClr val="accent1"/>
          </a:solidFill>
          <a:ln w="19050">
            <a:solidFill>
              <a:schemeClr val="lt1"/>
            </a:solidFill>
          </a:ln>
          <a:effectLst/>
        </c:spPr>
      </c:pivotFmt>
      <c:pivotFmt>
        <c:idx val="921"/>
        <c:spPr>
          <a:solidFill>
            <a:schemeClr val="accent1"/>
          </a:solidFill>
          <a:ln w="19050">
            <a:solidFill>
              <a:schemeClr val="lt1"/>
            </a:solidFill>
          </a:ln>
          <a:effectLst/>
        </c:spPr>
      </c:pivotFmt>
      <c:pivotFmt>
        <c:idx val="922"/>
        <c:spPr>
          <a:solidFill>
            <a:schemeClr val="accent1"/>
          </a:solidFill>
          <a:ln w="19050">
            <a:solidFill>
              <a:schemeClr val="lt1"/>
            </a:solidFill>
          </a:ln>
          <a:effectLst/>
        </c:spPr>
      </c:pivotFmt>
      <c:pivotFmt>
        <c:idx val="923"/>
        <c:spPr>
          <a:solidFill>
            <a:schemeClr val="accent1"/>
          </a:solidFill>
          <a:ln w="19050">
            <a:solidFill>
              <a:schemeClr val="lt1"/>
            </a:solidFill>
          </a:ln>
          <a:effectLst/>
        </c:spPr>
      </c:pivotFmt>
      <c:pivotFmt>
        <c:idx val="924"/>
        <c:spPr>
          <a:solidFill>
            <a:schemeClr val="accent1"/>
          </a:solidFill>
          <a:ln w="19050">
            <a:solidFill>
              <a:schemeClr val="lt1"/>
            </a:solidFill>
          </a:ln>
          <a:effectLst/>
        </c:spPr>
      </c:pivotFmt>
      <c:pivotFmt>
        <c:idx val="925"/>
        <c:spPr>
          <a:solidFill>
            <a:schemeClr val="accent1"/>
          </a:solidFill>
          <a:ln w="19050">
            <a:solidFill>
              <a:schemeClr val="lt1"/>
            </a:solidFill>
          </a:ln>
          <a:effectLst/>
        </c:spPr>
      </c:pivotFmt>
    </c:pivotFmts>
    <c:plotArea>
      <c:layout/>
      <c:pieChart>
        <c:varyColors val="1"/>
        <c:ser>
          <c:idx val="0"/>
          <c:order val="0"/>
          <c:tx>
            <c:strRef>
              <c:f>'Most runs'!$B$3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83F-42CD-9497-9BD9E84897A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83F-42CD-9497-9BD9E84897A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83F-42CD-9497-9BD9E84897A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83F-42CD-9497-9BD9E84897A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83F-42CD-9497-9BD9E84897A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83F-42CD-9497-9BD9E84897A6}"/>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783F-42CD-9497-9BD9E84897A6}"/>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783F-42CD-9497-9BD9E84897A6}"/>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783F-42CD-9497-9BD9E84897A6}"/>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783F-42CD-9497-9BD9E84897A6}"/>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783F-42CD-9497-9BD9E84897A6}"/>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783F-42CD-9497-9BD9E84897A6}"/>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783F-42CD-9497-9BD9E84897A6}"/>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783F-42CD-9497-9BD9E84897A6}"/>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783F-42CD-9497-9BD9E84897A6}"/>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783F-42CD-9497-9BD9E84897A6}"/>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783F-42CD-9497-9BD9E84897A6}"/>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783F-42CD-9497-9BD9E84897A6}"/>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783F-42CD-9497-9BD9E84897A6}"/>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783F-42CD-9497-9BD9E84897A6}"/>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783F-42CD-9497-9BD9E84897A6}"/>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783F-42CD-9497-9BD9E84897A6}"/>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2D-783F-42CD-9497-9BD9E84897A6}"/>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2F-783F-42CD-9497-9BD9E84897A6}"/>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31-783F-42CD-9497-9BD9E84897A6}"/>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33-783F-42CD-9497-9BD9E84897A6}"/>
              </c:ext>
            </c:extLst>
          </c:dPt>
          <c:dPt>
            <c:idx val="26"/>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35-783F-42CD-9497-9BD9E84897A6}"/>
              </c:ext>
            </c:extLst>
          </c:dPt>
          <c:dPt>
            <c:idx val="27"/>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37-783F-42CD-9497-9BD9E84897A6}"/>
              </c:ext>
            </c:extLst>
          </c:dPt>
          <c:dPt>
            <c:idx val="28"/>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39-783F-42CD-9497-9BD9E84897A6}"/>
              </c:ext>
            </c:extLst>
          </c:dPt>
          <c:dPt>
            <c:idx val="29"/>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3B-783F-42CD-9497-9BD9E84897A6}"/>
              </c:ext>
            </c:extLst>
          </c:dPt>
          <c:dPt>
            <c:idx val="3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3D-783F-42CD-9497-9BD9E84897A6}"/>
              </c:ext>
            </c:extLst>
          </c:dPt>
          <c:dPt>
            <c:idx val="3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3F-783F-42CD-9497-9BD9E84897A6}"/>
              </c:ext>
            </c:extLst>
          </c:dPt>
          <c:dPt>
            <c:idx val="32"/>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41-783F-42CD-9497-9BD9E84897A6}"/>
              </c:ext>
            </c:extLst>
          </c:dPt>
          <c:dPt>
            <c:idx val="33"/>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43-783F-42CD-9497-9BD9E84897A6}"/>
              </c:ext>
            </c:extLst>
          </c:dPt>
          <c:dPt>
            <c:idx val="34"/>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45-783F-42CD-9497-9BD9E84897A6}"/>
              </c:ext>
            </c:extLst>
          </c:dPt>
          <c:dPt>
            <c:idx val="35"/>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47-783F-42CD-9497-9BD9E84897A6}"/>
              </c:ext>
            </c:extLst>
          </c:dPt>
          <c:dPt>
            <c:idx val="36"/>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49-783F-42CD-9497-9BD9E84897A6}"/>
              </c:ext>
            </c:extLst>
          </c:dPt>
          <c:dPt>
            <c:idx val="37"/>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4B-783F-42CD-9497-9BD9E84897A6}"/>
              </c:ext>
            </c:extLst>
          </c:dPt>
          <c:dPt>
            <c:idx val="38"/>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4D-783F-42CD-9497-9BD9E84897A6}"/>
              </c:ext>
            </c:extLst>
          </c:dPt>
          <c:dPt>
            <c:idx val="39"/>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4F-783F-42CD-9497-9BD9E84897A6}"/>
              </c:ext>
            </c:extLst>
          </c:dPt>
          <c:dPt>
            <c:idx val="40"/>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51-783F-42CD-9497-9BD9E84897A6}"/>
              </c:ext>
            </c:extLst>
          </c:dPt>
          <c:dPt>
            <c:idx val="41"/>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53-783F-42CD-9497-9BD9E84897A6}"/>
              </c:ext>
            </c:extLst>
          </c:dPt>
          <c:dPt>
            <c:idx val="42"/>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55-783F-42CD-9497-9BD9E84897A6}"/>
              </c:ext>
            </c:extLst>
          </c:dPt>
          <c:dPt>
            <c:idx val="43"/>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57-783F-42CD-9497-9BD9E84897A6}"/>
              </c:ext>
            </c:extLst>
          </c:dPt>
          <c:dPt>
            <c:idx val="44"/>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59-783F-42CD-9497-9BD9E84897A6}"/>
              </c:ext>
            </c:extLst>
          </c:dPt>
          <c:dPt>
            <c:idx val="45"/>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5B-783F-42CD-9497-9BD9E84897A6}"/>
              </c:ext>
            </c:extLst>
          </c:dPt>
          <c:dPt>
            <c:idx val="46"/>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5D-783F-42CD-9497-9BD9E84897A6}"/>
              </c:ext>
            </c:extLst>
          </c:dPt>
          <c:dPt>
            <c:idx val="47"/>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5F-783F-42CD-9497-9BD9E84897A6}"/>
              </c:ext>
            </c:extLst>
          </c:dPt>
          <c:dPt>
            <c:idx val="48"/>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61-783F-42CD-9497-9BD9E84897A6}"/>
              </c:ext>
            </c:extLst>
          </c:dPt>
          <c:dPt>
            <c:idx val="49"/>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63-783F-42CD-9497-9BD9E84897A6}"/>
              </c:ext>
            </c:extLst>
          </c:dPt>
          <c:dPt>
            <c:idx val="50"/>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65-783F-42CD-9497-9BD9E84897A6}"/>
              </c:ext>
            </c:extLst>
          </c:dPt>
          <c:dPt>
            <c:idx val="51"/>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67-783F-42CD-9497-9BD9E84897A6}"/>
              </c:ext>
            </c:extLst>
          </c:dPt>
          <c:dPt>
            <c:idx val="5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69-783F-42CD-9497-9BD9E84897A6}"/>
              </c:ext>
            </c:extLst>
          </c:dPt>
          <c:dPt>
            <c:idx val="53"/>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06B-783F-42CD-9497-9BD9E84897A6}"/>
              </c:ext>
            </c:extLst>
          </c:dPt>
          <c:dPt>
            <c:idx val="54"/>
            <c:bubble3D val="0"/>
            <c:spPr>
              <a:solidFill>
                <a:schemeClr val="accent1"/>
              </a:solidFill>
              <a:ln w="19050">
                <a:solidFill>
                  <a:schemeClr val="lt1"/>
                </a:solidFill>
              </a:ln>
              <a:effectLst/>
            </c:spPr>
            <c:extLst>
              <c:ext xmlns:c16="http://schemas.microsoft.com/office/drawing/2014/chart" uri="{C3380CC4-5D6E-409C-BE32-E72D297353CC}">
                <c16:uniqueId val="{0000006D-783F-42CD-9497-9BD9E84897A6}"/>
              </c:ext>
            </c:extLst>
          </c:dPt>
          <c:dPt>
            <c:idx val="55"/>
            <c:bubble3D val="0"/>
            <c:spPr>
              <a:solidFill>
                <a:schemeClr val="accent2"/>
              </a:solidFill>
              <a:ln w="19050">
                <a:solidFill>
                  <a:schemeClr val="lt1"/>
                </a:solidFill>
              </a:ln>
              <a:effectLst/>
            </c:spPr>
            <c:extLst>
              <c:ext xmlns:c16="http://schemas.microsoft.com/office/drawing/2014/chart" uri="{C3380CC4-5D6E-409C-BE32-E72D297353CC}">
                <c16:uniqueId val="{0000006F-783F-42CD-9497-9BD9E84897A6}"/>
              </c:ext>
            </c:extLst>
          </c:dPt>
          <c:dPt>
            <c:idx val="56"/>
            <c:bubble3D val="0"/>
            <c:spPr>
              <a:solidFill>
                <a:schemeClr val="accent3"/>
              </a:solidFill>
              <a:ln w="19050">
                <a:solidFill>
                  <a:schemeClr val="lt1"/>
                </a:solidFill>
              </a:ln>
              <a:effectLst/>
            </c:spPr>
            <c:extLst>
              <c:ext xmlns:c16="http://schemas.microsoft.com/office/drawing/2014/chart" uri="{C3380CC4-5D6E-409C-BE32-E72D297353CC}">
                <c16:uniqueId val="{00000071-783F-42CD-9497-9BD9E84897A6}"/>
              </c:ext>
            </c:extLst>
          </c:dPt>
          <c:dPt>
            <c:idx val="57"/>
            <c:bubble3D val="0"/>
            <c:spPr>
              <a:solidFill>
                <a:schemeClr val="accent4"/>
              </a:solidFill>
              <a:ln w="19050">
                <a:solidFill>
                  <a:schemeClr val="lt1"/>
                </a:solidFill>
              </a:ln>
              <a:effectLst/>
            </c:spPr>
            <c:extLst>
              <c:ext xmlns:c16="http://schemas.microsoft.com/office/drawing/2014/chart" uri="{C3380CC4-5D6E-409C-BE32-E72D297353CC}">
                <c16:uniqueId val="{00000073-783F-42CD-9497-9BD9E84897A6}"/>
              </c:ext>
            </c:extLst>
          </c:dPt>
          <c:dPt>
            <c:idx val="58"/>
            <c:bubble3D val="0"/>
            <c:spPr>
              <a:solidFill>
                <a:schemeClr val="accent5"/>
              </a:solidFill>
              <a:ln w="19050">
                <a:solidFill>
                  <a:schemeClr val="lt1"/>
                </a:solidFill>
              </a:ln>
              <a:effectLst/>
            </c:spPr>
            <c:extLst>
              <c:ext xmlns:c16="http://schemas.microsoft.com/office/drawing/2014/chart" uri="{C3380CC4-5D6E-409C-BE32-E72D297353CC}">
                <c16:uniqueId val="{00000075-783F-42CD-9497-9BD9E84897A6}"/>
              </c:ext>
            </c:extLst>
          </c:dPt>
          <c:dPt>
            <c:idx val="59"/>
            <c:bubble3D val="0"/>
            <c:spPr>
              <a:solidFill>
                <a:schemeClr val="accent6"/>
              </a:solidFill>
              <a:ln w="19050">
                <a:solidFill>
                  <a:schemeClr val="lt1"/>
                </a:solidFill>
              </a:ln>
              <a:effectLst/>
            </c:spPr>
            <c:extLst>
              <c:ext xmlns:c16="http://schemas.microsoft.com/office/drawing/2014/chart" uri="{C3380CC4-5D6E-409C-BE32-E72D297353CC}">
                <c16:uniqueId val="{00000077-783F-42CD-9497-9BD9E84897A6}"/>
              </c:ext>
            </c:extLst>
          </c:dPt>
          <c:dPt>
            <c:idx val="6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79-783F-42CD-9497-9BD9E84897A6}"/>
              </c:ext>
            </c:extLst>
          </c:dPt>
          <c:dPt>
            <c:idx val="61"/>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7B-783F-42CD-9497-9BD9E84897A6}"/>
              </c:ext>
            </c:extLst>
          </c:dPt>
          <c:dPt>
            <c:idx val="62"/>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7D-783F-42CD-9497-9BD9E84897A6}"/>
              </c:ext>
            </c:extLst>
          </c:dPt>
          <c:dPt>
            <c:idx val="63"/>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7F-783F-42CD-9497-9BD9E84897A6}"/>
              </c:ext>
            </c:extLst>
          </c:dPt>
          <c:dPt>
            <c:idx val="6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81-783F-42CD-9497-9BD9E84897A6}"/>
              </c:ext>
            </c:extLst>
          </c:dPt>
          <c:dPt>
            <c:idx val="65"/>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83-783F-42CD-9497-9BD9E84897A6}"/>
              </c:ext>
            </c:extLst>
          </c:dPt>
          <c:dPt>
            <c:idx val="6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85-783F-42CD-9497-9BD9E84897A6}"/>
              </c:ext>
            </c:extLst>
          </c:dPt>
          <c:dPt>
            <c:idx val="67"/>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87-783F-42CD-9497-9BD9E84897A6}"/>
              </c:ext>
            </c:extLst>
          </c:dPt>
          <c:dPt>
            <c:idx val="68"/>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89-783F-42CD-9497-9BD9E84897A6}"/>
              </c:ext>
            </c:extLst>
          </c:dPt>
          <c:dPt>
            <c:idx val="69"/>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8B-783F-42CD-9497-9BD9E84897A6}"/>
              </c:ext>
            </c:extLst>
          </c:dPt>
          <c:dPt>
            <c:idx val="70"/>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8D-783F-42CD-9497-9BD9E84897A6}"/>
              </c:ext>
            </c:extLst>
          </c:dPt>
          <c:dPt>
            <c:idx val="71"/>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8F-783F-42CD-9497-9BD9E84897A6}"/>
              </c:ext>
            </c:extLst>
          </c:dPt>
          <c:dPt>
            <c:idx val="72"/>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91-783F-42CD-9497-9BD9E84897A6}"/>
              </c:ext>
            </c:extLst>
          </c:dPt>
          <c:dPt>
            <c:idx val="73"/>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93-783F-42CD-9497-9BD9E84897A6}"/>
              </c:ext>
            </c:extLst>
          </c:dPt>
          <c:dPt>
            <c:idx val="74"/>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95-783F-42CD-9497-9BD9E84897A6}"/>
              </c:ext>
            </c:extLst>
          </c:dPt>
          <c:dPt>
            <c:idx val="75"/>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97-783F-42CD-9497-9BD9E84897A6}"/>
              </c:ext>
            </c:extLst>
          </c:dPt>
          <c:dPt>
            <c:idx val="76"/>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99-783F-42CD-9497-9BD9E84897A6}"/>
              </c:ext>
            </c:extLst>
          </c:dPt>
          <c:dPt>
            <c:idx val="77"/>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9B-783F-42CD-9497-9BD9E84897A6}"/>
              </c:ext>
            </c:extLst>
          </c:dPt>
          <c:dPt>
            <c:idx val="78"/>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9D-783F-42CD-9497-9BD9E84897A6}"/>
              </c:ext>
            </c:extLst>
          </c:dPt>
          <c:dPt>
            <c:idx val="79"/>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9F-783F-42CD-9497-9BD9E84897A6}"/>
              </c:ext>
            </c:extLst>
          </c:dPt>
          <c:dPt>
            <c:idx val="80"/>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A1-783F-42CD-9497-9BD9E84897A6}"/>
              </c:ext>
            </c:extLst>
          </c:dPt>
          <c:dPt>
            <c:idx val="81"/>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A3-783F-42CD-9497-9BD9E84897A6}"/>
              </c:ext>
            </c:extLst>
          </c:dPt>
          <c:dPt>
            <c:idx val="82"/>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A5-783F-42CD-9497-9BD9E84897A6}"/>
              </c:ext>
            </c:extLst>
          </c:dPt>
          <c:dPt>
            <c:idx val="83"/>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A7-783F-42CD-9497-9BD9E84897A6}"/>
              </c:ext>
            </c:extLst>
          </c:dPt>
          <c:dPt>
            <c:idx val="84"/>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A9-783F-42CD-9497-9BD9E84897A6}"/>
              </c:ext>
            </c:extLst>
          </c:dPt>
          <c:dPt>
            <c:idx val="85"/>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AB-783F-42CD-9497-9BD9E84897A6}"/>
              </c:ext>
            </c:extLst>
          </c:dPt>
          <c:dPt>
            <c:idx val="86"/>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AD-783F-42CD-9497-9BD9E84897A6}"/>
              </c:ext>
            </c:extLst>
          </c:dPt>
          <c:dPt>
            <c:idx val="87"/>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AF-783F-42CD-9497-9BD9E84897A6}"/>
              </c:ext>
            </c:extLst>
          </c:dPt>
          <c:dPt>
            <c:idx val="88"/>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B1-783F-42CD-9497-9BD9E84897A6}"/>
              </c:ext>
            </c:extLst>
          </c:dPt>
          <c:dPt>
            <c:idx val="89"/>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B3-783F-42CD-9497-9BD9E84897A6}"/>
              </c:ext>
            </c:extLst>
          </c:dPt>
          <c:dPt>
            <c:idx val="90"/>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B5-783F-42CD-9497-9BD9E84897A6}"/>
              </c:ext>
            </c:extLst>
          </c:dPt>
          <c:dPt>
            <c:idx val="91"/>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B7-783F-42CD-9497-9BD9E84897A6}"/>
              </c:ext>
            </c:extLst>
          </c:dPt>
          <c:dPt>
            <c:idx val="92"/>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B9-783F-42CD-9497-9BD9E84897A6}"/>
              </c:ext>
            </c:extLst>
          </c:dPt>
          <c:dPt>
            <c:idx val="93"/>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BB-783F-42CD-9497-9BD9E84897A6}"/>
              </c:ext>
            </c:extLst>
          </c:dPt>
          <c:dPt>
            <c:idx val="94"/>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BD-783F-42CD-9497-9BD9E84897A6}"/>
              </c:ext>
            </c:extLst>
          </c:dPt>
          <c:dPt>
            <c:idx val="95"/>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BF-783F-42CD-9497-9BD9E84897A6}"/>
              </c:ext>
            </c:extLst>
          </c:dPt>
          <c:dPt>
            <c:idx val="96"/>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C1-783F-42CD-9497-9BD9E84897A6}"/>
              </c:ext>
            </c:extLst>
          </c:dPt>
          <c:dPt>
            <c:idx val="97"/>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C3-783F-42CD-9497-9BD9E84897A6}"/>
              </c:ext>
            </c:extLst>
          </c:dPt>
          <c:dPt>
            <c:idx val="98"/>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C5-783F-42CD-9497-9BD9E84897A6}"/>
              </c:ext>
            </c:extLst>
          </c:dPt>
          <c:dPt>
            <c:idx val="99"/>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C7-783F-42CD-9497-9BD9E84897A6}"/>
              </c:ext>
            </c:extLst>
          </c:dPt>
          <c:dPt>
            <c:idx val="100"/>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C9-783F-42CD-9497-9BD9E84897A6}"/>
              </c:ext>
            </c:extLst>
          </c:dPt>
          <c:dPt>
            <c:idx val="101"/>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CB-783F-42CD-9497-9BD9E84897A6}"/>
              </c:ext>
            </c:extLst>
          </c:dPt>
          <c:dPt>
            <c:idx val="102"/>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CD-783F-42CD-9497-9BD9E84897A6}"/>
              </c:ext>
            </c:extLst>
          </c:dPt>
          <c:dPt>
            <c:idx val="103"/>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CF-783F-42CD-9497-9BD9E84897A6}"/>
              </c:ext>
            </c:extLst>
          </c:dPt>
          <c:dPt>
            <c:idx val="104"/>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D1-783F-42CD-9497-9BD9E84897A6}"/>
              </c:ext>
            </c:extLst>
          </c:dPt>
          <c:dPt>
            <c:idx val="105"/>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D3-783F-42CD-9497-9BD9E84897A6}"/>
              </c:ext>
            </c:extLst>
          </c:dPt>
          <c:dPt>
            <c:idx val="106"/>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D5-783F-42CD-9497-9BD9E84897A6}"/>
              </c:ext>
            </c:extLst>
          </c:dPt>
          <c:dPt>
            <c:idx val="107"/>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0D7-783F-42CD-9497-9BD9E84897A6}"/>
              </c:ext>
            </c:extLst>
          </c:dPt>
          <c:dPt>
            <c:idx val="108"/>
            <c:bubble3D val="0"/>
            <c:spPr>
              <a:solidFill>
                <a:schemeClr val="accent1"/>
              </a:solidFill>
              <a:ln w="19050">
                <a:solidFill>
                  <a:schemeClr val="lt1"/>
                </a:solidFill>
              </a:ln>
              <a:effectLst/>
            </c:spPr>
            <c:extLst>
              <c:ext xmlns:c16="http://schemas.microsoft.com/office/drawing/2014/chart" uri="{C3380CC4-5D6E-409C-BE32-E72D297353CC}">
                <c16:uniqueId val="{000000D9-783F-42CD-9497-9BD9E84897A6}"/>
              </c:ext>
            </c:extLst>
          </c:dPt>
          <c:dPt>
            <c:idx val="109"/>
            <c:bubble3D val="0"/>
            <c:spPr>
              <a:solidFill>
                <a:schemeClr val="accent2"/>
              </a:solidFill>
              <a:ln w="19050">
                <a:solidFill>
                  <a:schemeClr val="lt1"/>
                </a:solidFill>
              </a:ln>
              <a:effectLst/>
            </c:spPr>
            <c:extLst>
              <c:ext xmlns:c16="http://schemas.microsoft.com/office/drawing/2014/chart" uri="{C3380CC4-5D6E-409C-BE32-E72D297353CC}">
                <c16:uniqueId val="{000000DB-783F-42CD-9497-9BD9E84897A6}"/>
              </c:ext>
            </c:extLst>
          </c:dPt>
          <c:dPt>
            <c:idx val="110"/>
            <c:bubble3D val="0"/>
            <c:spPr>
              <a:solidFill>
                <a:schemeClr val="accent3"/>
              </a:solidFill>
              <a:ln w="19050">
                <a:solidFill>
                  <a:schemeClr val="lt1"/>
                </a:solidFill>
              </a:ln>
              <a:effectLst/>
            </c:spPr>
            <c:extLst>
              <c:ext xmlns:c16="http://schemas.microsoft.com/office/drawing/2014/chart" uri="{C3380CC4-5D6E-409C-BE32-E72D297353CC}">
                <c16:uniqueId val="{000000DD-783F-42CD-9497-9BD9E84897A6}"/>
              </c:ext>
            </c:extLst>
          </c:dPt>
          <c:dPt>
            <c:idx val="111"/>
            <c:bubble3D val="0"/>
            <c:spPr>
              <a:solidFill>
                <a:schemeClr val="accent4"/>
              </a:solidFill>
              <a:ln w="19050">
                <a:solidFill>
                  <a:schemeClr val="lt1"/>
                </a:solidFill>
              </a:ln>
              <a:effectLst/>
            </c:spPr>
            <c:extLst>
              <c:ext xmlns:c16="http://schemas.microsoft.com/office/drawing/2014/chart" uri="{C3380CC4-5D6E-409C-BE32-E72D297353CC}">
                <c16:uniqueId val="{000000DF-783F-42CD-9497-9BD9E84897A6}"/>
              </c:ext>
            </c:extLst>
          </c:dPt>
          <c:dPt>
            <c:idx val="112"/>
            <c:bubble3D val="0"/>
            <c:spPr>
              <a:solidFill>
                <a:schemeClr val="accent5"/>
              </a:solidFill>
              <a:ln w="19050">
                <a:solidFill>
                  <a:schemeClr val="lt1"/>
                </a:solidFill>
              </a:ln>
              <a:effectLst/>
            </c:spPr>
            <c:extLst>
              <c:ext xmlns:c16="http://schemas.microsoft.com/office/drawing/2014/chart" uri="{C3380CC4-5D6E-409C-BE32-E72D297353CC}">
                <c16:uniqueId val="{000000E1-783F-42CD-9497-9BD9E84897A6}"/>
              </c:ext>
            </c:extLst>
          </c:dPt>
          <c:dPt>
            <c:idx val="113"/>
            <c:bubble3D val="0"/>
            <c:spPr>
              <a:solidFill>
                <a:schemeClr val="accent6"/>
              </a:solidFill>
              <a:ln w="19050">
                <a:solidFill>
                  <a:schemeClr val="lt1"/>
                </a:solidFill>
              </a:ln>
              <a:effectLst/>
            </c:spPr>
            <c:extLst>
              <c:ext xmlns:c16="http://schemas.microsoft.com/office/drawing/2014/chart" uri="{C3380CC4-5D6E-409C-BE32-E72D297353CC}">
                <c16:uniqueId val="{000000E3-783F-42CD-9497-9BD9E84897A6}"/>
              </c:ext>
            </c:extLst>
          </c:dPt>
          <c:dPt>
            <c:idx val="114"/>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E5-783F-42CD-9497-9BD9E84897A6}"/>
              </c:ext>
            </c:extLst>
          </c:dPt>
          <c:dPt>
            <c:idx val="115"/>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E7-783F-42CD-9497-9BD9E84897A6}"/>
              </c:ext>
            </c:extLst>
          </c:dPt>
          <c:dPt>
            <c:idx val="116"/>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E9-783F-42CD-9497-9BD9E84897A6}"/>
              </c:ext>
            </c:extLst>
          </c:dPt>
          <c:dPt>
            <c:idx val="117"/>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EB-783F-42CD-9497-9BD9E84897A6}"/>
              </c:ext>
            </c:extLst>
          </c:dPt>
          <c:dPt>
            <c:idx val="118"/>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ED-783F-42CD-9497-9BD9E84897A6}"/>
              </c:ext>
            </c:extLst>
          </c:dPt>
          <c:dPt>
            <c:idx val="119"/>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EF-783F-42CD-9497-9BD9E84897A6}"/>
              </c:ext>
            </c:extLst>
          </c:dPt>
          <c:dPt>
            <c:idx val="120"/>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F1-783F-42CD-9497-9BD9E84897A6}"/>
              </c:ext>
            </c:extLst>
          </c:dPt>
          <c:dPt>
            <c:idx val="121"/>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F3-783F-42CD-9497-9BD9E84897A6}"/>
              </c:ext>
            </c:extLst>
          </c:dPt>
          <c:dPt>
            <c:idx val="122"/>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F5-783F-42CD-9497-9BD9E84897A6}"/>
              </c:ext>
            </c:extLst>
          </c:dPt>
          <c:dPt>
            <c:idx val="123"/>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F7-783F-42CD-9497-9BD9E84897A6}"/>
              </c:ext>
            </c:extLst>
          </c:dPt>
          <c:dPt>
            <c:idx val="124"/>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F9-783F-42CD-9497-9BD9E84897A6}"/>
              </c:ext>
            </c:extLst>
          </c:dPt>
          <c:dPt>
            <c:idx val="125"/>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FB-783F-42CD-9497-9BD9E84897A6}"/>
              </c:ext>
            </c:extLst>
          </c:dPt>
          <c:dPt>
            <c:idx val="126"/>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FD-783F-42CD-9497-9BD9E84897A6}"/>
              </c:ext>
            </c:extLst>
          </c:dPt>
          <c:dPt>
            <c:idx val="127"/>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FF-783F-42CD-9497-9BD9E84897A6}"/>
              </c:ext>
            </c:extLst>
          </c:dPt>
          <c:dPt>
            <c:idx val="128"/>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01-783F-42CD-9497-9BD9E84897A6}"/>
              </c:ext>
            </c:extLst>
          </c:dPt>
          <c:dPt>
            <c:idx val="129"/>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03-783F-42CD-9497-9BD9E84897A6}"/>
              </c:ext>
            </c:extLst>
          </c:dPt>
          <c:dPt>
            <c:idx val="130"/>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05-783F-42CD-9497-9BD9E84897A6}"/>
              </c:ext>
            </c:extLst>
          </c:dPt>
          <c:dPt>
            <c:idx val="131"/>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07-783F-42CD-9497-9BD9E84897A6}"/>
              </c:ext>
            </c:extLst>
          </c:dPt>
          <c:dPt>
            <c:idx val="13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09-783F-42CD-9497-9BD9E84897A6}"/>
              </c:ext>
            </c:extLst>
          </c:dPt>
          <c:dPt>
            <c:idx val="133"/>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0B-783F-42CD-9497-9BD9E84897A6}"/>
              </c:ext>
            </c:extLst>
          </c:dPt>
          <c:dPt>
            <c:idx val="134"/>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0D-783F-42CD-9497-9BD9E84897A6}"/>
              </c:ext>
            </c:extLst>
          </c:dPt>
          <c:dPt>
            <c:idx val="135"/>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0F-783F-42CD-9497-9BD9E84897A6}"/>
              </c:ext>
            </c:extLst>
          </c:dPt>
          <c:dPt>
            <c:idx val="136"/>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11-783F-42CD-9497-9BD9E84897A6}"/>
              </c:ext>
            </c:extLst>
          </c:dPt>
          <c:dPt>
            <c:idx val="137"/>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13-783F-42CD-9497-9BD9E84897A6}"/>
              </c:ext>
            </c:extLst>
          </c:dPt>
          <c:dPt>
            <c:idx val="138"/>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15-783F-42CD-9497-9BD9E84897A6}"/>
              </c:ext>
            </c:extLst>
          </c:dPt>
          <c:dPt>
            <c:idx val="139"/>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17-783F-42CD-9497-9BD9E84897A6}"/>
              </c:ext>
            </c:extLst>
          </c:dPt>
          <c:dPt>
            <c:idx val="140"/>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19-783F-42CD-9497-9BD9E84897A6}"/>
              </c:ext>
            </c:extLst>
          </c:dPt>
          <c:dPt>
            <c:idx val="141"/>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1B-783F-42CD-9497-9BD9E84897A6}"/>
              </c:ext>
            </c:extLst>
          </c:dPt>
          <c:dPt>
            <c:idx val="142"/>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1D-783F-42CD-9497-9BD9E84897A6}"/>
              </c:ext>
            </c:extLst>
          </c:dPt>
          <c:dPt>
            <c:idx val="143"/>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1F-783F-42CD-9497-9BD9E84897A6}"/>
              </c:ext>
            </c:extLst>
          </c:dPt>
          <c:dPt>
            <c:idx val="144"/>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21-783F-42CD-9497-9BD9E84897A6}"/>
              </c:ext>
            </c:extLst>
          </c:dPt>
          <c:dPt>
            <c:idx val="145"/>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23-783F-42CD-9497-9BD9E84897A6}"/>
              </c:ext>
            </c:extLst>
          </c:dPt>
          <c:dPt>
            <c:idx val="146"/>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25-783F-42CD-9497-9BD9E84897A6}"/>
              </c:ext>
            </c:extLst>
          </c:dPt>
          <c:dPt>
            <c:idx val="147"/>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27-783F-42CD-9497-9BD9E84897A6}"/>
              </c:ext>
            </c:extLst>
          </c:dPt>
          <c:dPt>
            <c:idx val="148"/>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129-783F-42CD-9497-9BD9E84897A6}"/>
              </c:ext>
            </c:extLst>
          </c:dPt>
          <c:dPt>
            <c:idx val="149"/>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12B-783F-42CD-9497-9BD9E84897A6}"/>
              </c:ext>
            </c:extLst>
          </c:dPt>
          <c:dPt>
            <c:idx val="150"/>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12D-783F-42CD-9497-9BD9E84897A6}"/>
              </c:ext>
            </c:extLst>
          </c:dPt>
          <c:dPt>
            <c:idx val="151"/>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12F-783F-42CD-9497-9BD9E84897A6}"/>
              </c:ext>
            </c:extLst>
          </c:dPt>
          <c:dPt>
            <c:idx val="152"/>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131-783F-42CD-9497-9BD9E84897A6}"/>
              </c:ext>
            </c:extLst>
          </c:dPt>
          <c:dPt>
            <c:idx val="153"/>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133-783F-42CD-9497-9BD9E84897A6}"/>
              </c:ext>
            </c:extLst>
          </c:dPt>
          <c:dPt>
            <c:idx val="154"/>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135-783F-42CD-9497-9BD9E84897A6}"/>
              </c:ext>
            </c:extLst>
          </c:dPt>
          <c:dPt>
            <c:idx val="155"/>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137-783F-42CD-9497-9BD9E84897A6}"/>
              </c:ext>
            </c:extLst>
          </c:dPt>
          <c:dPt>
            <c:idx val="156"/>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139-783F-42CD-9497-9BD9E84897A6}"/>
              </c:ext>
            </c:extLst>
          </c:dPt>
          <c:dPt>
            <c:idx val="157"/>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13B-783F-42CD-9497-9BD9E84897A6}"/>
              </c:ext>
            </c:extLst>
          </c:dPt>
          <c:dPt>
            <c:idx val="158"/>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13D-783F-42CD-9497-9BD9E84897A6}"/>
              </c:ext>
            </c:extLst>
          </c:dPt>
          <c:dPt>
            <c:idx val="159"/>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13F-783F-42CD-9497-9BD9E84897A6}"/>
              </c:ext>
            </c:extLst>
          </c:dPt>
          <c:dPt>
            <c:idx val="160"/>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141-783F-42CD-9497-9BD9E84897A6}"/>
              </c:ext>
            </c:extLst>
          </c:dPt>
          <c:dPt>
            <c:idx val="161"/>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143-783F-42CD-9497-9BD9E84897A6}"/>
              </c:ext>
            </c:extLst>
          </c:dPt>
          <c:dPt>
            <c:idx val="162"/>
            <c:bubble3D val="0"/>
            <c:spPr>
              <a:solidFill>
                <a:schemeClr val="accent1"/>
              </a:solidFill>
              <a:ln w="19050">
                <a:solidFill>
                  <a:schemeClr val="lt1"/>
                </a:solidFill>
              </a:ln>
              <a:effectLst/>
            </c:spPr>
            <c:extLst>
              <c:ext xmlns:c16="http://schemas.microsoft.com/office/drawing/2014/chart" uri="{C3380CC4-5D6E-409C-BE32-E72D297353CC}">
                <c16:uniqueId val="{00000145-783F-42CD-9497-9BD9E84897A6}"/>
              </c:ext>
            </c:extLst>
          </c:dPt>
          <c:dPt>
            <c:idx val="163"/>
            <c:bubble3D val="0"/>
            <c:spPr>
              <a:solidFill>
                <a:schemeClr val="accent2"/>
              </a:solidFill>
              <a:ln w="19050">
                <a:solidFill>
                  <a:schemeClr val="lt1"/>
                </a:solidFill>
              </a:ln>
              <a:effectLst/>
            </c:spPr>
            <c:extLst>
              <c:ext xmlns:c16="http://schemas.microsoft.com/office/drawing/2014/chart" uri="{C3380CC4-5D6E-409C-BE32-E72D297353CC}">
                <c16:uniqueId val="{00000147-783F-42CD-9497-9BD9E84897A6}"/>
              </c:ext>
            </c:extLst>
          </c:dPt>
          <c:dPt>
            <c:idx val="164"/>
            <c:bubble3D val="0"/>
            <c:spPr>
              <a:solidFill>
                <a:schemeClr val="accent3"/>
              </a:solidFill>
              <a:ln w="19050">
                <a:solidFill>
                  <a:schemeClr val="lt1"/>
                </a:solidFill>
              </a:ln>
              <a:effectLst/>
            </c:spPr>
            <c:extLst>
              <c:ext xmlns:c16="http://schemas.microsoft.com/office/drawing/2014/chart" uri="{C3380CC4-5D6E-409C-BE32-E72D297353CC}">
                <c16:uniqueId val="{00000149-783F-42CD-9497-9BD9E84897A6}"/>
              </c:ext>
            </c:extLst>
          </c:dPt>
          <c:dPt>
            <c:idx val="165"/>
            <c:bubble3D val="0"/>
            <c:spPr>
              <a:solidFill>
                <a:schemeClr val="accent4"/>
              </a:solidFill>
              <a:ln w="19050">
                <a:solidFill>
                  <a:schemeClr val="lt1"/>
                </a:solidFill>
              </a:ln>
              <a:effectLst/>
            </c:spPr>
            <c:extLst>
              <c:ext xmlns:c16="http://schemas.microsoft.com/office/drawing/2014/chart" uri="{C3380CC4-5D6E-409C-BE32-E72D297353CC}">
                <c16:uniqueId val="{0000014B-783F-42CD-9497-9BD9E84897A6}"/>
              </c:ext>
            </c:extLst>
          </c:dPt>
          <c:dPt>
            <c:idx val="166"/>
            <c:bubble3D val="0"/>
            <c:spPr>
              <a:solidFill>
                <a:schemeClr val="accent5"/>
              </a:solidFill>
              <a:ln w="19050">
                <a:solidFill>
                  <a:schemeClr val="lt1"/>
                </a:solidFill>
              </a:ln>
              <a:effectLst/>
            </c:spPr>
            <c:extLst>
              <c:ext xmlns:c16="http://schemas.microsoft.com/office/drawing/2014/chart" uri="{C3380CC4-5D6E-409C-BE32-E72D297353CC}">
                <c16:uniqueId val="{0000014D-783F-42CD-9497-9BD9E84897A6}"/>
              </c:ext>
            </c:extLst>
          </c:dPt>
          <c:dPt>
            <c:idx val="167"/>
            <c:bubble3D val="0"/>
            <c:spPr>
              <a:solidFill>
                <a:schemeClr val="accent6"/>
              </a:solidFill>
              <a:ln w="19050">
                <a:solidFill>
                  <a:schemeClr val="lt1"/>
                </a:solidFill>
              </a:ln>
              <a:effectLst/>
            </c:spPr>
            <c:extLst>
              <c:ext xmlns:c16="http://schemas.microsoft.com/office/drawing/2014/chart" uri="{C3380CC4-5D6E-409C-BE32-E72D297353CC}">
                <c16:uniqueId val="{0000014F-783F-42CD-9497-9BD9E84897A6}"/>
              </c:ext>
            </c:extLst>
          </c:dPt>
          <c:dPt>
            <c:idx val="168"/>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151-783F-42CD-9497-9BD9E84897A6}"/>
              </c:ext>
            </c:extLst>
          </c:dPt>
          <c:dPt>
            <c:idx val="169"/>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153-783F-42CD-9497-9BD9E84897A6}"/>
              </c:ext>
            </c:extLst>
          </c:dPt>
          <c:dPt>
            <c:idx val="170"/>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155-783F-42CD-9497-9BD9E84897A6}"/>
              </c:ext>
            </c:extLst>
          </c:dPt>
          <c:dPt>
            <c:idx val="171"/>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157-783F-42CD-9497-9BD9E84897A6}"/>
              </c:ext>
            </c:extLst>
          </c:dPt>
          <c:dPt>
            <c:idx val="172"/>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159-783F-42CD-9497-9BD9E84897A6}"/>
              </c:ext>
            </c:extLst>
          </c:dPt>
          <c:dPt>
            <c:idx val="17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15B-783F-42CD-9497-9BD9E84897A6}"/>
              </c:ext>
            </c:extLst>
          </c:dPt>
          <c:dPt>
            <c:idx val="174"/>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15D-783F-42CD-9497-9BD9E84897A6}"/>
              </c:ext>
            </c:extLst>
          </c:dPt>
          <c:dPt>
            <c:idx val="175"/>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15F-783F-42CD-9497-9BD9E84897A6}"/>
              </c:ext>
            </c:extLst>
          </c:dPt>
          <c:dPt>
            <c:idx val="176"/>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161-783F-42CD-9497-9BD9E84897A6}"/>
              </c:ext>
            </c:extLst>
          </c:dPt>
          <c:dPt>
            <c:idx val="177"/>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163-783F-42CD-9497-9BD9E84897A6}"/>
              </c:ext>
            </c:extLst>
          </c:dPt>
          <c:dPt>
            <c:idx val="17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165-783F-42CD-9497-9BD9E84897A6}"/>
              </c:ext>
            </c:extLst>
          </c:dPt>
          <c:dPt>
            <c:idx val="179"/>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167-783F-42CD-9497-9BD9E84897A6}"/>
              </c:ext>
            </c:extLst>
          </c:dPt>
          <c:dPt>
            <c:idx val="180"/>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169-783F-42CD-9497-9BD9E84897A6}"/>
              </c:ext>
            </c:extLst>
          </c:dPt>
          <c:dPt>
            <c:idx val="181"/>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16B-783F-42CD-9497-9BD9E84897A6}"/>
              </c:ext>
            </c:extLst>
          </c:dPt>
          <c:dPt>
            <c:idx val="182"/>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6D-783F-42CD-9497-9BD9E84897A6}"/>
              </c:ext>
            </c:extLst>
          </c:dPt>
          <c:dPt>
            <c:idx val="183"/>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6F-783F-42CD-9497-9BD9E84897A6}"/>
              </c:ext>
            </c:extLst>
          </c:dPt>
          <c:dPt>
            <c:idx val="184"/>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71-783F-42CD-9497-9BD9E84897A6}"/>
              </c:ext>
            </c:extLst>
          </c:dPt>
          <c:dPt>
            <c:idx val="185"/>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73-783F-42CD-9497-9BD9E84897A6}"/>
              </c:ext>
            </c:extLst>
          </c:dPt>
          <c:dPt>
            <c:idx val="186"/>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75-783F-42CD-9497-9BD9E84897A6}"/>
              </c:ext>
            </c:extLst>
          </c:dPt>
          <c:dPt>
            <c:idx val="187"/>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77-783F-42CD-9497-9BD9E84897A6}"/>
              </c:ext>
            </c:extLst>
          </c:dPt>
          <c:dPt>
            <c:idx val="188"/>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79-783F-42CD-9497-9BD9E84897A6}"/>
              </c:ext>
            </c:extLst>
          </c:dPt>
          <c:dPt>
            <c:idx val="189"/>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7B-783F-42CD-9497-9BD9E84897A6}"/>
              </c:ext>
            </c:extLst>
          </c:dPt>
          <c:dPt>
            <c:idx val="190"/>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7D-783F-42CD-9497-9BD9E84897A6}"/>
              </c:ext>
            </c:extLst>
          </c:dPt>
          <c:dPt>
            <c:idx val="19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7F-783F-42CD-9497-9BD9E84897A6}"/>
              </c:ext>
            </c:extLst>
          </c:dPt>
          <c:dPt>
            <c:idx val="192"/>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81-783F-42CD-9497-9BD9E84897A6}"/>
              </c:ext>
            </c:extLst>
          </c:dPt>
          <c:dPt>
            <c:idx val="193"/>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83-783F-42CD-9497-9BD9E84897A6}"/>
              </c:ext>
            </c:extLst>
          </c:dPt>
          <c:dPt>
            <c:idx val="194"/>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85-783F-42CD-9497-9BD9E84897A6}"/>
              </c:ext>
            </c:extLst>
          </c:dPt>
          <c:dPt>
            <c:idx val="195"/>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87-783F-42CD-9497-9BD9E84897A6}"/>
              </c:ext>
            </c:extLst>
          </c:dPt>
          <c:dPt>
            <c:idx val="196"/>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89-783F-42CD-9497-9BD9E84897A6}"/>
              </c:ext>
            </c:extLst>
          </c:dPt>
          <c:dPt>
            <c:idx val="197"/>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8B-783F-42CD-9497-9BD9E84897A6}"/>
              </c:ext>
            </c:extLst>
          </c:dPt>
          <c:dPt>
            <c:idx val="198"/>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8D-783F-42CD-9497-9BD9E84897A6}"/>
              </c:ext>
            </c:extLst>
          </c:dPt>
          <c:dPt>
            <c:idx val="199"/>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8F-783F-42CD-9497-9BD9E84897A6}"/>
              </c:ext>
            </c:extLst>
          </c:dPt>
          <c:dPt>
            <c:idx val="200"/>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91-783F-42CD-9497-9BD9E84897A6}"/>
              </c:ext>
            </c:extLst>
          </c:dPt>
          <c:dPt>
            <c:idx val="201"/>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93-783F-42CD-9497-9BD9E84897A6}"/>
              </c:ext>
            </c:extLst>
          </c:dPt>
          <c:dPt>
            <c:idx val="202"/>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195-783F-42CD-9497-9BD9E84897A6}"/>
              </c:ext>
            </c:extLst>
          </c:dPt>
          <c:dPt>
            <c:idx val="203"/>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197-783F-42CD-9497-9BD9E84897A6}"/>
              </c:ext>
            </c:extLst>
          </c:dPt>
          <c:dPt>
            <c:idx val="204"/>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199-783F-42CD-9497-9BD9E84897A6}"/>
              </c:ext>
            </c:extLst>
          </c:dPt>
          <c:dPt>
            <c:idx val="205"/>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19B-783F-42CD-9497-9BD9E84897A6}"/>
              </c:ext>
            </c:extLst>
          </c:dPt>
          <c:dPt>
            <c:idx val="206"/>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19D-783F-42CD-9497-9BD9E84897A6}"/>
              </c:ext>
            </c:extLst>
          </c:dPt>
          <c:dPt>
            <c:idx val="207"/>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19F-783F-42CD-9497-9BD9E84897A6}"/>
              </c:ext>
            </c:extLst>
          </c:dPt>
          <c:dPt>
            <c:idx val="208"/>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1A1-783F-42CD-9497-9BD9E84897A6}"/>
              </c:ext>
            </c:extLst>
          </c:dPt>
          <c:dPt>
            <c:idx val="209"/>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1A3-783F-42CD-9497-9BD9E84897A6}"/>
              </c:ext>
            </c:extLst>
          </c:dPt>
          <c:dPt>
            <c:idx val="210"/>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1A5-783F-42CD-9497-9BD9E84897A6}"/>
              </c:ext>
            </c:extLst>
          </c:dPt>
          <c:dPt>
            <c:idx val="211"/>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1A7-783F-42CD-9497-9BD9E84897A6}"/>
              </c:ext>
            </c:extLst>
          </c:dPt>
          <c:dPt>
            <c:idx val="212"/>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1A9-783F-42CD-9497-9BD9E84897A6}"/>
              </c:ext>
            </c:extLst>
          </c:dPt>
          <c:dPt>
            <c:idx val="213"/>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1AB-783F-42CD-9497-9BD9E84897A6}"/>
              </c:ext>
            </c:extLst>
          </c:dPt>
          <c:dPt>
            <c:idx val="214"/>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1AD-783F-42CD-9497-9BD9E84897A6}"/>
              </c:ext>
            </c:extLst>
          </c:dPt>
          <c:dPt>
            <c:idx val="215"/>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1AF-783F-42CD-9497-9BD9E84897A6}"/>
              </c:ext>
            </c:extLst>
          </c:dPt>
          <c:dPt>
            <c:idx val="216"/>
            <c:bubble3D val="0"/>
            <c:spPr>
              <a:solidFill>
                <a:schemeClr val="accent1"/>
              </a:solidFill>
              <a:ln w="19050">
                <a:solidFill>
                  <a:schemeClr val="lt1"/>
                </a:solidFill>
              </a:ln>
              <a:effectLst/>
            </c:spPr>
            <c:extLst>
              <c:ext xmlns:c16="http://schemas.microsoft.com/office/drawing/2014/chart" uri="{C3380CC4-5D6E-409C-BE32-E72D297353CC}">
                <c16:uniqueId val="{000001B1-783F-42CD-9497-9BD9E84897A6}"/>
              </c:ext>
            </c:extLst>
          </c:dPt>
          <c:dPt>
            <c:idx val="217"/>
            <c:bubble3D val="0"/>
            <c:spPr>
              <a:solidFill>
                <a:schemeClr val="accent2"/>
              </a:solidFill>
              <a:ln w="19050">
                <a:solidFill>
                  <a:schemeClr val="lt1"/>
                </a:solidFill>
              </a:ln>
              <a:effectLst/>
            </c:spPr>
            <c:extLst>
              <c:ext xmlns:c16="http://schemas.microsoft.com/office/drawing/2014/chart" uri="{C3380CC4-5D6E-409C-BE32-E72D297353CC}">
                <c16:uniqueId val="{000001B3-783F-42CD-9497-9BD9E84897A6}"/>
              </c:ext>
            </c:extLst>
          </c:dPt>
          <c:dPt>
            <c:idx val="218"/>
            <c:bubble3D val="0"/>
            <c:spPr>
              <a:solidFill>
                <a:schemeClr val="accent3"/>
              </a:solidFill>
              <a:ln w="19050">
                <a:solidFill>
                  <a:schemeClr val="lt1"/>
                </a:solidFill>
              </a:ln>
              <a:effectLst/>
            </c:spPr>
            <c:extLst>
              <c:ext xmlns:c16="http://schemas.microsoft.com/office/drawing/2014/chart" uri="{C3380CC4-5D6E-409C-BE32-E72D297353CC}">
                <c16:uniqueId val="{000001B5-783F-42CD-9497-9BD9E84897A6}"/>
              </c:ext>
            </c:extLst>
          </c:dPt>
          <c:dPt>
            <c:idx val="219"/>
            <c:bubble3D val="0"/>
            <c:spPr>
              <a:solidFill>
                <a:schemeClr val="accent4"/>
              </a:solidFill>
              <a:ln w="19050">
                <a:solidFill>
                  <a:schemeClr val="lt1"/>
                </a:solidFill>
              </a:ln>
              <a:effectLst/>
            </c:spPr>
            <c:extLst>
              <c:ext xmlns:c16="http://schemas.microsoft.com/office/drawing/2014/chart" uri="{C3380CC4-5D6E-409C-BE32-E72D297353CC}">
                <c16:uniqueId val="{000001B7-783F-42CD-9497-9BD9E84897A6}"/>
              </c:ext>
            </c:extLst>
          </c:dPt>
          <c:dPt>
            <c:idx val="220"/>
            <c:bubble3D val="0"/>
            <c:spPr>
              <a:solidFill>
                <a:schemeClr val="accent5"/>
              </a:solidFill>
              <a:ln w="19050">
                <a:solidFill>
                  <a:schemeClr val="lt1"/>
                </a:solidFill>
              </a:ln>
              <a:effectLst/>
            </c:spPr>
            <c:extLst>
              <c:ext xmlns:c16="http://schemas.microsoft.com/office/drawing/2014/chart" uri="{C3380CC4-5D6E-409C-BE32-E72D297353CC}">
                <c16:uniqueId val="{000001B9-783F-42CD-9497-9BD9E84897A6}"/>
              </c:ext>
            </c:extLst>
          </c:dPt>
          <c:dPt>
            <c:idx val="221"/>
            <c:bubble3D val="0"/>
            <c:spPr>
              <a:solidFill>
                <a:schemeClr val="accent6"/>
              </a:solidFill>
              <a:ln w="19050">
                <a:solidFill>
                  <a:schemeClr val="lt1"/>
                </a:solidFill>
              </a:ln>
              <a:effectLst/>
            </c:spPr>
            <c:extLst>
              <c:ext xmlns:c16="http://schemas.microsoft.com/office/drawing/2014/chart" uri="{C3380CC4-5D6E-409C-BE32-E72D297353CC}">
                <c16:uniqueId val="{000001BB-783F-42CD-9497-9BD9E84897A6}"/>
              </c:ext>
            </c:extLst>
          </c:dPt>
          <c:dPt>
            <c:idx val="222"/>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1BD-783F-42CD-9497-9BD9E84897A6}"/>
              </c:ext>
            </c:extLst>
          </c:dPt>
          <c:dPt>
            <c:idx val="22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1BF-783F-42CD-9497-9BD9E84897A6}"/>
              </c:ext>
            </c:extLst>
          </c:dPt>
          <c:dPt>
            <c:idx val="22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1C1-783F-42CD-9497-9BD9E84897A6}"/>
              </c:ext>
            </c:extLst>
          </c:dPt>
          <c:dPt>
            <c:idx val="225"/>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1C3-783F-42CD-9497-9BD9E84897A6}"/>
              </c:ext>
            </c:extLst>
          </c:dPt>
          <c:dPt>
            <c:idx val="226"/>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1C5-783F-42CD-9497-9BD9E84897A6}"/>
              </c:ext>
            </c:extLst>
          </c:dPt>
          <c:dPt>
            <c:idx val="227"/>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1C7-783F-42CD-9497-9BD9E84897A6}"/>
              </c:ext>
            </c:extLst>
          </c:dPt>
          <c:dPt>
            <c:idx val="228"/>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1C9-783F-42CD-9497-9BD9E84897A6}"/>
              </c:ext>
            </c:extLst>
          </c:dPt>
          <c:dPt>
            <c:idx val="229"/>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1CB-783F-42CD-9497-9BD9E84897A6}"/>
              </c:ext>
            </c:extLst>
          </c:dPt>
          <c:dPt>
            <c:idx val="230"/>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1CD-783F-42CD-9497-9BD9E84897A6}"/>
              </c:ext>
            </c:extLst>
          </c:dPt>
          <c:dPt>
            <c:idx val="231"/>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1CF-783F-42CD-9497-9BD9E84897A6}"/>
              </c:ext>
            </c:extLst>
          </c:dPt>
          <c:dPt>
            <c:idx val="232"/>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1D1-783F-42CD-9497-9BD9E84897A6}"/>
              </c:ext>
            </c:extLst>
          </c:dPt>
          <c:dPt>
            <c:idx val="233"/>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1D3-783F-42CD-9497-9BD9E84897A6}"/>
              </c:ext>
            </c:extLst>
          </c:dPt>
          <c:dPt>
            <c:idx val="234"/>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1D5-783F-42CD-9497-9BD9E84897A6}"/>
              </c:ext>
            </c:extLst>
          </c:dPt>
          <c:dPt>
            <c:idx val="235"/>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1D7-783F-42CD-9497-9BD9E84897A6}"/>
              </c:ext>
            </c:extLst>
          </c:dPt>
          <c:dPt>
            <c:idx val="236"/>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D9-783F-42CD-9497-9BD9E84897A6}"/>
              </c:ext>
            </c:extLst>
          </c:dPt>
          <c:dPt>
            <c:idx val="237"/>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DB-783F-42CD-9497-9BD9E84897A6}"/>
              </c:ext>
            </c:extLst>
          </c:dPt>
          <c:dPt>
            <c:idx val="238"/>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DD-783F-42CD-9497-9BD9E84897A6}"/>
              </c:ext>
            </c:extLst>
          </c:dPt>
          <c:dPt>
            <c:idx val="239"/>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DF-783F-42CD-9497-9BD9E84897A6}"/>
              </c:ext>
            </c:extLst>
          </c:dPt>
          <c:dPt>
            <c:idx val="240"/>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E1-783F-42CD-9497-9BD9E84897A6}"/>
              </c:ext>
            </c:extLst>
          </c:dPt>
          <c:dPt>
            <c:idx val="241"/>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E3-783F-42CD-9497-9BD9E84897A6}"/>
              </c:ext>
            </c:extLst>
          </c:dPt>
          <c:dPt>
            <c:idx val="242"/>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E5-783F-42CD-9497-9BD9E84897A6}"/>
              </c:ext>
            </c:extLst>
          </c:dPt>
          <c:dPt>
            <c:idx val="243"/>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E7-783F-42CD-9497-9BD9E84897A6}"/>
              </c:ext>
            </c:extLst>
          </c:dPt>
          <c:dPt>
            <c:idx val="244"/>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E9-783F-42CD-9497-9BD9E84897A6}"/>
              </c:ext>
            </c:extLst>
          </c:dPt>
          <c:dPt>
            <c:idx val="245"/>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EB-783F-42CD-9497-9BD9E84897A6}"/>
              </c:ext>
            </c:extLst>
          </c:dPt>
          <c:dPt>
            <c:idx val="246"/>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ED-783F-42CD-9497-9BD9E84897A6}"/>
              </c:ext>
            </c:extLst>
          </c:dPt>
          <c:dPt>
            <c:idx val="247"/>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EF-783F-42CD-9497-9BD9E84897A6}"/>
              </c:ext>
            </c:extLst>
          </c:dPt>
          <c:dPt>
            <c:idx val="248"/>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F1-783F-42CD-9497-9BD9E84897A6}"/>
              </c:ext>
            </c:extLst>
          </c:dPt>
          <c:dPt>
            <c:idx val="249"/>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F3-783F-42CD-9497-9BD9E84897A6}"/>
              </c:ext>
            </c:extLst>
          </c:dPt>
          <c:dPt>
            <c:idx val="250"/>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F5-783F-42CD-9497-9BD9E84897A6}"/>
              </c:ext>
            </c:extLst>
          </c:dPt>
          <c:dPt>
            <c:idx val="251"/>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F7-783F-42CD-9497-9BD9E84897A6}"/>
              </c:ext>
            </c:extLst>
          </c:dPt>
          <c:dPt>
            <c:idx val="252"/>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F9-783F-42CD-9497-9BD9E84897A6}"/>
              </c:ext>
            </c:extLst>
          </c:dPt>
          <c:dPt>
            <c:idx val="253"/>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FB-783F-42CD-9497-9BD9E84897A6}"/>
              </c:ext>
            </c:extLst>
          </c:dPt>
          <c:dPt>
            <c:idx val="254"/>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FD-783F-42CD-9497-9BD9E84897A6}"/>
              </c:ext>
            </c:extLst>
          </c:dPt>
          <c:dPt>
            <c:idx val="255"/>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FF-783F-42CD-9497-9BD9E84897A6}"/>
              </c:ext>
            </c:extLst>
          </c:dPt>
          <c:dPt>
            <c:idx val="256"/>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201-783F-42CD-9497-9BD9E84897A6}"/>
              </c:ext>
            </c:extLst>
          </c:dPt>
          <c:dPt>
            <c:idx val="257"/>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203-783F-42CD-9497-9BD9E84897A6}"/>
              </c:ext>
            </c:extLst>
          </c:dPt>
          <c:dPt>
            <c:idx val="258"/>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205-783F-42CD-9497-9BD9E84897A6}"/>
              </c:ext>
            </c:extLst>
          </c:dPt>
          <c:dPt>
            <c:idx val="259"/>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207-783F-42CD-9497-9BD9E84897A6}"/>
              </c:ext>
            </c:extLst>
          </c:dPt>
          <c:dPt>
            <c:idx val="260"/>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209-783F-42CD-9497-9BD9E84897A6}"/>
              </c:ext>
            </c:extLst>
          </c:dPt>
          <c:dPt>
            <c:idx val="261"/>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20B-783F-42CD-9497-9BD9E84897A6}"/>
              </c:ext>
            </c:extLst>
          </c:dPt>
          <c:dPt>
            <c:idx val="262"/>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20D-783F-42CD-9497-9BD9E84897A6}"/>
              </c:ext>
            </c:extLst>
          </c:dPt>
          <c:dPt>
            <c:idx val="263"/>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20F-783F-42CD-9497-9BD9E84897A6}"/>
              </c:ext>
            </c:extLst>
          </c:dPt>
          <c:dPt>
            <c:idx val="264"/>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211-783F-42CD-9497-9BD9E84897A6}"/>
              </c:ext>
            </c:extLst>
          </c:dPt>
          <c:dPt>
            <c:idx val="265"/>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213-783F-42CD-9497-9BD9E84897A6}"/>
              </c:ext>
            </c:extLst>
          </c:dPt>
          <c:dPt>
            <c:idx val="266"/>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215-783F-42CD-9497-9BD9E84897A6}"/>
              </c:ext>
            </c:extLst>
          </c:dPt>
          <c:dPt>
            <c:idx val="267"/>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217-783F-42CD-9497-9BD9E84897A6}"/>
              </c:ext>
            </c:extLst>
          </c:dPt>
          <c:dPt>
            <c:idx val="268"/>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219-783F-42CD-9497-9BD9E84897A6}"/>
              </c:ext>
            </c:extLst>
          </c:dPt>
          <c:dPt>
            <c:idx val="269"/>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21B-783F-42CD-9497-9BD9E84897A6}"/>
              </c:ext>
            </c:extLst>
          </c:dPt>
          <c:dPt>
            <c:idx val="270"/>
            <c:bubble3D val="0"/>
            <c:spPr>
              <a:solidFill>
                <a:schemeClr val="accent1"/>
              </a:solidFill>
              <a:ln w="19050">
                <a:solidFill>
                  <a:schemeClr val="lt1"/>
                </a:solidFill>
              </a:ln>
              <a:effectLst/>
            </c:spPr>
            <c:extLst>
              <c:ext xmlns:c16="http://schemas.microsoft.com/office/drawing/2014/chart" uri="{C3380CC4-5D6E-409C-BE32-E72D297353CC}">
                <c16:uniqueId val="{0000021D-783F-42CD-9497-9BD9E84897A6}"/>
              </c:ext>
            </c:extLst>
          </c:dPt>
          <c:dPt>
            <c:idx val="271"/>
            <c:bubble3D val="0"/>
            <c:spPr>
              <a:solidFill>
                <a:schemeClr val="accent2"/>
              </a:solidFill>
              <a:ln w="19050">
                <a:solidFill>
                  <a:schemeClr val="lt1"/>
                </a:solidFill>
              </a:ln>
              <a:effectLst/>
            </c:spPr>
            <c:extLst>
              <c:ext xmlns:c16="http://schemas.microsoft.com/office/drawing/2014/chart" uri="{C3380CC4-5D6E-409C-BE32-E72D297353CC}">
                <c16:uniqueId val="{0000021F-783F-42CD-9497-9BD9E84897A6}"/>
              </c:ext>
            </c:extLst>
          </c:dPt>
          <c:dPt>
            <c:idx val="272"/>
            <c:bubble3D val="0"/>
            <c:spPr>
              <a:solidFill>
                <a:schemeClr val="accent3"/>
              </a:solidFill>
              <a:ln w="19050">
                <a:solidFill>
                  <a:schemeClr val="lt1"/>
                </a:solidFill>
              </a:ln>
              <a:effectLst/>
            </c:spPr>
            <c:extLst>
              <c:ext xmlns:c16="http://schemas.microsoft.com/office/drawing/2014/chart" uri="{C3380CC4-5D6E-409C-BE32-E72D297353CC}">
                <c16:uniqueId val="{00000221-783F-42CD-9497-9BD9E84897A6}"/>
              </c:ext>
            </c:extLst>
          </c:dPt>
          <c:dPt>
            <c:idx val="273"/>
            <c:bubble3D val="0"/>
            <c:spPr>
              <a:solidFill>
                <a:schemeClr val="accent4"/>
              </a:solidFill>
              <a:ln w="19050">
                <a:solidFill>
                  <a:schemeClr val="lt1"/>
                </a:solidFill>
              </a:ln>
              <a:effectLst/>
            </c:spPr>
            <c:extLst>
              <c:ext xmlns:c16="http://schemas.microsoft.com/office/drawing/2014/chart" uri="{C3380CC4-5D6E-409C-BE32-E72D297353CC}">
                <c16:uniqueId val="{00000223-783F-42CD-9497-9BD9E84897A6}"/>
              </c:ext>
            </c:extLst>
          </c:dPt>
          <c:dPt>
            <c:idx val="274"/>
            <c:bubble3D val="0"/>
            <c:spPr>
              <a:solidFill>
                <a:schemeClr val="accent5"/>
              </a:solidFill>
              <a:ln w="19050">
                <a:solidFill>
                  <a:schemeClr val="lt1"/>
                </a:solidFill>
              </a:ln>
              <a:effectLst/>
            </c:spPr>
            <c:extLst>
              <c:ext xmlns:c16="http://schemas.microsoft.com/office/drawing/2014/chart" uri="{C3380CC4-5D6E-409C-BE32-E72D297353CC}">
                <c16:uniqueId val="{00000225-783F-42CD-9497-9BD9E84897A6}"/>
              </c:ext>
            </c:extLst>
          </c:dPt>
          <c:dPt>
            <c:idx val="275"/>
            <c:bubble3D val="0"/>
            <c:spPr>
              <a:solidFill>
                <a:schemeClr val="accent6"/>
              </a:solidFill>
              <a:ln w="19050">
                <a:solidFill>
                  <a:schemeClr val="lt1"/>
                </a:solidFill>
              </a:ln>
              <a:effectLst/>
            </c:spPr>
            <c:extLst>
              <c:ext xmlns:c16="http://schemas.microsoft.com/office/drawing/2014/chart" uri="{C3380CC4-5D6E-409C-BE32-E72D297353CC}">
                <c16:uniqueId val="{00000227-783F-42CD-9497-9BD9E84897A6}"/>
              </c:ext>
            </c:extLst>
          </c:dPt>
          <c:dPt>
            <c:idx val="27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229-783F-42CD-9497-9BD9E84897A6}"/>
              </c:ext>
            </c:extLst>
          </c:dPt>
          <c:dPt>
            <c:idx val="27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22B-783F-42CD-9497-9BD9E84897A6}"/>
              </c:ext>
            </c:extLst>
          </c:dPt>
          <c:dPt>
            <c:idx val="27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22D-783F-42CD-9497-9BD9E84897A6}"/>
              </c:ext>
            </c:extLst>
          </c:dPt>
          <c:dPt>
            <c:idx val="27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22F-783F-42CD-9497-9BD9E84897A6}"/>
              </c:ext>
            </c:extLst>
          </c:dPt>
          <c:dPt>
            <c:idx val="28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231-783F-42CD-9497-9BD9E84897A6}"/>
              </c:ext>
            </c:extLst>
          </c:dPt>
          <c:dPt>
            <c:idx val="28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233-783F-42CD-9497-9BD9E84897A6}"/>
              </c:ext>
            </c:extLst>
          </c:dPt>
          <c:dPt>
            <c:idx val="28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235-783F-42CD-9497-9BD9E84897A6}"/>
              </c:ext>
            </c:extLst>
          </c:dPt>
          <c:dPt>
            <c:idx val="28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237-783F-42CD-9497-9BD9E84897A6}"/>
              </c:ext>
            </c:extLst>
          </c:dPt>
          <c:dPt>
            <c:idx val="28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239-783F-42CD-9497-9BD9E84897A6}"/>
              </c:ext>
            </c:extLst>
          </c:dPt>
          <c:dPt>
            <c:idx val="28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23B-783F-42CD-9497-9BD9E84897A6}"/>
              </c:ext>
            </c:extLst>
          </c:dPt>
          <c:dPt>
            <c:idx val="28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23D-783F-42CD-9497-9BD9E84897A6}"/>
              </c:ext>
            </c:extLst>
          </c:dPt>
          <c:dPt>
            <c:idx val="28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23F-783F-42CD-9497-9BD9E84897A6}"/>
              </c:ext>
            </c:extLst>
          </c:dPt>
          <c:dPt>
            <c:idx val="28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241-783F-42CD-9497-9BD9E84897A6}"/>
              </c:ext>
            </c:extLst>
          </c:dPt>
          <c:dPt>
            <c:idx val="28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243-783F-42CD-9497-9BD9E84897A6}"/>
              </c:ext>
            </c:extLst>
          </c:dPt>
          <c:dPt>
            <c:idx val="29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245-783F-42CD-9497-9BD9E84897A6}"/>
              </c:ext>
            </c:extLst>
          </c:dPt>
          <c:dPt>
            <c:idx val="29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247-783F-42CD-9497-9BD9E84897A6}"/>
              </c:ext>
            </c:extLst>
          </c:dPt>
          <c:dPt>
            <c:idx val="29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249-783F-42CD-9497-9BD9E84897A6}"/>
              </c:ext>
            </c:extLst>
          </c:dPt>
          <c:dPt>
            <c:idx val="29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24B-783F-42CD-9497-9BD9E84897A6}"/>
              </c:ext>
            </c:extLst>
          </c:dPt>
          <c:dPt>
            <c:idx val="29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24D-783F-42CD-9497-9BD9E84897A6}"/>
              </c:ext>
            </c:extLst>
          </c:dPt>
          <c:dPt>
            <c:idx val="29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24F-783F-42CD-9497-9BD9E84897A6}"/>
              </c:ext>
            </c:extLst>
          </c:dPt>
          <c:dPt>
            <c:idx val="296"/>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251-783F-42CD-9497-9BD9E84897A6}"/>
              </c:ext>
            </c:extLst>
          </c:dPt>
          <c:dPt>
            <c:idx val="297"/>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253-783F-42CD-9497-9BD9E84897A6}"/>
              </c:ext>
            </c:extLst>
          </c:dPt>
          <c:dPt>
            <c:idx val="298"/>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255-783F-42CD-9497-9BD9E84897A6}"/>
              </c:ext>
            </c:extLst>
          </c:dPt>
          <c:dPt>
            <c:idx val="299"/>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257-783F-42CD-9497-9BD9E84897A6}"/>
              </c:ext>
            </c:extLst>
          </c:dPt>
          <c:dPt>
            <c:idx val="30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259-783F-42CD-9497-9BD9E84897A6}"/>
              </c:ext>
            </c:extLst>
          </c:dPt>
          <c:dPt>
            <c:idx val="30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25B-783F-42CD-9497-9BD9E84897A6}"/>
              </c:ext>
            </c:extLst>
          </c:dPt>
          <c:dPt>
            <c:idx val="302"/>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25D-783F-42CD-9497-9BD9E84897A6}"/>
              </c:ext>
            </c:extLst>
          </c:dPt>
          <c:dPt>
            <c:idx val="303"/>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25F-783F-42CD-9497-9BD9E84897A6}"/>
              </c:ext>
            </c:extLst>
          </c:dPt>
          <c:dPt>
            <c:idx val="304"/>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261-783F-42CD-9497-9BD9E84897A6}"/>
              </c:ext>
            </c:extLst>
          </c:dPt>
          <c:dPt>
            <c:idx val="305"/>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263-783F-42CD-9497-9BD9E84897A6}"/>
              </c:ext>
            </c:extLst>
          </c:dPt>
          <c:dPt>
            <c:idx val="306"/>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265-783F-42CD-9497-9BD9E84897A6}"/>
              </c:ext>
            </c:extLst>
          </c:dPt>
          <c:dPt>
            <c:idx val="307"/>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267-783F-42CD-9497-9BD9E84897A6}"/>
              </c:ext>
            </c:extLst>
          </c:dPt>
          <c:dPt>
            <c:idx val="308"/>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269-783F-42CD-9497-9BD9E84897A6}"/>
              </c:ext>
            </c:extLst>
          </c:dPt>
          <c:dPt>
            <c:idx val="309"/>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26B-783F-42CD-9497-9BD9E84897A6}"/>
              </c:ext>
            </c:extLst>
          </c:dPt>
          <c:dPt>
            <c:idx val="310"/>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26D-783F-42CD-9497-9BD9E84897A6}"/>
              </c:ext>
            </c:extLst>
          </c:dPt>
          <c:dPt>
            <c:idx val="311"/>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26F-783F-42CD-9497-9BD9E84897A6}"/>
              </c:ext>
            </c:extLst>
          </c:dPt>
          <c:dPt>
            <c:idx val="312"/>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271-783F-42CD-9497-9BD9E84897A6}"/>
              </c:ext>
            </c:extLst>
          </c:dPt>
          <c:dPt>
            <c:idx val="313"/>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273-783F-42CD-9497-9BD9E84897A6}"/>
              </c:ext>
            </c:extLst>
          </c:dPt>
          <c:dPt>
            <c:idx val="314"/>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275-783F-42CD-9497-9BD9E84897A6}"/>
              </c:ext>
            </c:extLst>
          </c:dPt>
          <c:dPt>
            <c:idx val="315"/>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277-783F-42CD-9497-9BD9E84897A6}"/>
              </c:ext>
            </c:extLst>
          </c:dPt>
          <c:dPt>
            <c:idx val="316"/>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279-783F-42CD-9497-9BD9E84897A6}"/>
              </c:ext>
            </c:extLst>
          </c:dPt>
          <c:dPt>
            <c:idx val="317"/>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27B-783F-42CD-9497-9BD9E84897A6}"/>
              </c:ext>
            </c:extLst>
          </c:dPt>
          <c:dPt>
            <c:idx val="318"/>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27D-783F-42CD-9497-9BD9E84897A6}"/>
              </c:ext>
            </c:extLst>
          </c:dPt>
          <c:dPt>
            <c:idx val="319"/>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27F-783F-42CD-9497-9BD9E84897A6}"/>
              </c:ext>
            </c:extLst>
          </c:dPt>
          <c:dPt>
            <c:idx val="320"/>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281-783F-42CD-9497-9BD9E84897A6}"/>
              </c:ext>
            </c:extLst>
          </c:dPt>
          <c:dPt>
            <c:idx val="321"/>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283-783F-42CD-9497-9BD9E84897A6}"/>
              </c:ext>
            </c:extLst>
          </c:dPt>
          <c:dPt>
            <c:idx val="32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285-783F-42CD-9497-9BD9E84897A6}"/>
              </c:ext>
            </c:extLst>
          </c:dPt>
          <c:dPt>
            <c:idx val="323"/>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287-783F-42CD-9497-9BD9E84897A6}"/>
              </c:ext>
            </c:extLst>
          </c:dPt>
          <c:dPt>
            <c:idx val="324"/>
            <c:bubble3D val="0"/>
            <c:spPr>
              <a:solidFill>
                <a:schemeClr val="accent1"/>
              </a:solidFill>
              <a:ln w="19050">
                <a:solidFill>
                  <a:schemeClr val="lt1"/>
                </a:solidFill>
              </a:ln>
              <a:effectLst/>
            </c:spPr>
            <c:extLst>
              <c:ext xmlns:c16="http://schemas.microsoft.com/office/drawing/2014/chart" uri="{C3380CC4-5D6E-409C-BE32-E72D297353CC}">
                <c16:uniqueId val="{00000289-783F-42CD-9497-9BD9E84897A6}"/>
              </c:ext>
            </c:extLst>
          </c:dPt>
          <c:dPt>
            <c:idx val="325"/>
            <c:bubble3D val="0"/>
            <c:spPr>
              <a:solidFill>
                <a:schemeClr val="accent2"/>
              </a:solidFill>
              <a:ln w="19050">
                <a:solidFill>
                  <a:schemeClr val="lt1"/>
                </a:solidFill>
              </a:ln>
              <a:effectLst/>
            </c:spPr>
            <c:extLst>
              <c:ext xmlns:c16="http://schemas.microsoft.com/office/drawing/2014/chart" uri="{C3380CC4-5D6E-409C-BE32-E72D297353CC}">
                <c16:uniqueId val="{0000028B-783F-42CD-9497-9BD9E84897A6}"/>
              </c:ext>
            </c:extLst>
          </c:dPt>
          <c:dPt>
            <c:idx val="326"/>
            <c:bubble3D val="0"/>
            <c:spPr>
              <a:solidFill>
                <a:schemeClr val="accent3"/>
              </a:solidFill>
              <a:ln w="19050">
                <a:solidFill>
                  <a:schemeClr val="lt1"/>
                </a:solidFill>
              </a:ln>
              <a:effectLst/>
            </c:spPr>
            <c:extLst>
              <c:ext xmlns:c16="http://schemas.microsoft.com/office/drawing/2014/chart" uri="{C3380CC4-5D6E-409C-BE32-E72D297353CC}">
                <c16:uniqueId val="{0000028D-783F-42CD-9497-9BD9E84897A6}"/>
              </c:ext>
            </c:extLst>
          </c:dPt>
          <c:dPt>
            <c:idx val="327"/>
            <c:bubble3D val="0"/>
            <c:spPr>
              <a:solidFill>
                <a:schemeClr val="accent4"/>
              </a:solidFill>
              <a:ln w="19050">
                <a:solidFill>
                  <a:schemeClr val="lt1"/>
                </a:solidFill>
              </a:ln>
              <a:effectLst/>
            </c:spPr>
            <c:extLst>
              <c:ext xmlns:c16="http://schemas.microsoft.com/office/drawing/2014/chart" uri="{C3380CC4-5D6E-409C-BE32-E72D297353CC}">
                <c16:uniqueId val="{0000028F-783F-42CD-9497-9BD9E84897A6}"/>
              </c:ext>
            </c:extLst>
          </c:dPt>
          <c:dPt>
            <c:idx val="328"/>
            <c:bubble3D val="0"/>
            <c:spPr>
              <a:solidFill>
                <a:schemeClr val="accent5"/>
              </a:solidFill>
              <a:ln w="19050">
                <a:solidFill>
                  <a:schemeClr val="lt1"/>
                </a:solidFill>
              </a:ln>
              <a:effectLst/>
            </c:spPr>
            <c:extLst>
              <c:ext xmlns:c16="http://schemas.microsoft.com/office/drawing/2014/chart" uri="{C3380CC4-5D6E-409C-BE32-E72D297353CC}">
                <c16:uniqueId val="{00000291-783F-42CD-9497-9BD9E84897A6}"/>
              </c:ext>
            </c:extLst>
          </c:dPt>
          <c:dPt>
            <c:idx val="329"/>
            <c:bubble3D val="0"/>
            <c:spPr>
              <a:solidFill>
                <a:schemeClr val="accent6"/>
              </a:solidFill>
              <a:ln w="19050">
                <a:solidFill>
                  <a:schemeClr val="lt1"/>
                </a:solidFill>
              </a:ln>
              <a:effectLst/>
            </c:spPr>
            <c:extLst>
              <c:ext xmlns:c16="http://schemas.microsoft.com/office/drawing/2014/chart" uri="{C3380CC4-5D6E-409C-BE32-E72D297353CC}">
                <c16:uniqueId val="{00000293-783F-42CD-9497-9BD9E84897A6}"/>
              </c:ext>
            </c:extLst>
          </c:dPt>
          <c:dPt>
            <c:idx val="33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295-783F-42CD-9497-9BD9E84897A6}"/>
              </c:ext>
            </c:extLst>
          </c:dPt>
          <c:dPt>
            <c:idx val="331"/>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297-783F-42CD-9497-9BD9E84897A6}"/>
              </c:ext>
            </c:extLst>
          </c:dPt>
          <c:dPt>
            <c:idx val="332"/>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299-783F-42CD-9497-9BD9E84897A6}"/>
              </c:ext>
            </c:extLst>
          </c:dPt>
          <c:dPt>
            <c:idx val="333"/>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29B-783F-42CD-9497-9BD9E84897A6}"/>
              </c:ext>
            </c:extLst>
          </c:dPt>
          <c:dPt>
            <c:idx val="33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29D-783F-42CD-9497-9BD9E84897A6}"/>
              </c:ext>
            </c:extLst>
          </c:dPt>
          <c:dPt>
            <c:idx val="335"/>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29F-783F-42CD-9497-9BD9E84897A6}"/>
              </c:ext>
            </c:extLst>
          </c:dPt>
          <c:dPt>
            <c:idx val="33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2A1-783F-42CD-9497-9BD9E84897A6}"/>
              </c:ext>
            </c:extLst>
          </c:dPt>
          <c:dPt>
            <c:idx val="337"/>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2A3-783F-42CD-9497-9BD9E84897A6}"/>
              </c:ext>
            </c:extLst>
          </c:dPt>
          <c:dPt>
            <c:idx val="338"/>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2A5-783F-42CD-9497-9BD9E84897A6}"/>
              </c:ext>
            </c:extLst>
          </c:dPt>
          <c:dPt>
            <c:idx val="339"/>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2A7-783F-42CD-9497-9BD9E84897A6}"/>
              </c:ext>
            </c:extLst>
          </c:dPt>
          <c:dPt>
            <c:idx val="340"/>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2A9-783F-42CD-9497-9BD9E84897A6}"/>
              </c:ext>
            </c:extLst>
          </c:dPt>
          <c:dPt>
            <c:idx val="341"/>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2AB-783F-42CD-9497-9BD9E84897A6}"/>
              </c:ext>
            </c:extLst>
          </c:dPt>
          <c:dPt>
            <c:idx val="342"/>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2AD-783F-42CD-9497-9BD9E84897A6}"/>
              </c:ext>
            </c:extLst>
          </c:dPt>
          <c:dPt>
            <c:idx val="343"/>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2AF-783F-42CD-9497-9BD9E84897A6}"/>
              </c:ext>
            </c:extLst>
          </c:dPt>
          <c:dPt>
            <c:idx val="344"/>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2B1-783F-42CD-9497-9BD9E84897A6}"/>
              </c:ext>
            </c:extLst>
          </c:dPt>
          <c:dPt>
            <c:idx val="345"/>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2B3-783F-42CD-9497-9BD9E84897A6}"/>
              </c:ext>
            </c:extLst>
          </c:dPt>
          <c:dPt>
            <c:idx val="346"/>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2B5-783F-42CD-9497-9BD9E84897A6}"/>
              </c:ext>
            </c:extLst>
          </c:dPt>
          <c:dPt>
            <c:idx val="347"/>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2B7-783F-42CD-9497-9BD9E84897A6}"/>
              </c:ext>
            </c:extLst>
          </c:dPt>
          <c:dPt>
            <c:idx val="348"/>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2B9-783F-42CD-9497-9BD9E84897A6}"/>
              </c:ext>
            </c:extLst>
          </c:dPt>
          <c:dPt>
            <c:idx val="349"/>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2BB-783F-42CD-9497-9BD9E84897A6}"/>
              </c:ext>
            </c:extLst>
          </c:dPt>
          <c:dPt>
            <c:idx val="350"/>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2BD-783F-42CD-9497-9BD9E84897A6}"/>
              </c:ext>
            </c:extLst>
          </c:dPt>
          <c:dPt>
            <c:idx val="351"/>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2BF-783F-42CD-9497-9BD9E84897A6}"/>
              </c:ext>
            </c:extLst>
          </c:dPt>
          <c:dPt>
            <c:idx val="352"/>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2C1-783F-42CD-9497-9BD9E84897A6}"/>
              </c:ext>
            </c:extLst>
          </c:dPt>
          <c:dPt>
            <c:idx val="353"/>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2C3-783F-42CD-9497-9BD9E84897A6}"/>
              </c:ext>
            </c:extLst>
          </c:dPt>
          <c:dPt>
            <c:idx val="354"/>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2C5-783F-42CD-9497-9BD9E84897A6}"/>
              </c:ext>
            </c:extLst>
          </c:dPt>
          <c:dPt>
            <c:idx val="355"/>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2C7-783F-42CD-9497-9BD9E84897A6}"/>
              </c:ext>
            </c:extLst>
          </c:dPt>
          <c:dPt>
            <c:idx val="356"/>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2C9-783F-42CD-9497-9BD9E84897A6}"/>
              </c:ext>
            </c:extLst>
          </c:dPt>
          <c:dPt>
            <c:idx val="357"/>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2CB-783F-42CD-9497-9BD9E84897A6}"/>
              </c:ext>
            </c:extLst>
          </c:dPt>
          <c:dPt>
            <c:idx val="358"/>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2CD-783F-42CD-9497-9BD9E84897A6}"/>
              </c:ext>
            </c:extLst>
          </c:dPt>
          <c:dPt>
            <c:idx val="359"/>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2CF-783F-42CD-9497-9BD9E84897A6}"/>
              </c:ext>
            </c:extLst>
          </c:dPt>
          <c:dPt>
            <c:idx val="360"/>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2D1-783F-42CD-9497-9BD9E84897A6}"/>
              </c:ext>
            </c:extLst>
          </c:dPt>
          <c:dPt>
            <c:idx val="361"/>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2D3-783F-42CD-9497-9BD9E84897A6}"/>
              </c:ext>
            </c:extLst>
          </c:dPt>
          <c:dPt>
            <c:idx val="362"/>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2D5-783F-42CD-9497-9BD9E84897A6}"/>
              </c:ext>
            </c:extLst>
          </c:dPt>
          <c:dPt>
            <c:idx val="363"/>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2D7-783F-42CD-9497-9BD9E84897A6}"/>
              </c:ext>
            </c:extLst>
          </c:dPt>
          <c:dPt>
            <c:idx val="364"/>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2D9-783F-42CD-9497-9BD9E84897A6}"/>
              </c:ext>
            </c:extLst>
          </c:dPt>
          <c:dPt>
            <c:idx val="365"/>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2DB-783F-42CD-9497-9BD9E84897A6}"/>
              </c:ext>
            </c:extLst>
          </c:dPt>
          <c:dPt>
            <c:idx val="366"/>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2DD-783F-42CD-9497-9BD9E84897A6}"/>
              </c:ext>
            </c:extLst>
          </c:dPt>
          <c:dPt>
            <c:idx val="367"/>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2DF-783F-42CD-9497-9BD9E84897A6}"/>
              </c:ext>
            </c:extLst>
          </c:dPt>
          <c:dPt>
            <c:idx val="368"/>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2E1-783F-42CD-9497-9BD9E84897A6}"/>
              </c:ext>
            </c:extLst>
          </c:dPt>
          <c:dPt>
            <c:idx val="369"/>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2E3-783F-42CD-9497-9BD9E84897A6}"/>
              </c:ext>
            </c:extLst>
          </c:dPt>
          <c:dPt>
            <c:idx val="370"/>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2E5-783F-42CD-9497-9BD9E84897A6}"/>
              </c:ext>
            </c:extLst>
          </c:dPt>
          <c:dPt>
            <c:idx val="371"/>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2E7-783F-42CD-9497-9BD9E84897A6}"/>
              </c:ext>
            </c:extLst>
          </c:dPt>
          <c:dPt>
            <c:idx val="372"/>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2E9-783F-42CD-9497-9BD9E84897A6}"/>
              </c:ext>
            </c:extLst>
          </c:dPt>
          <c:dPt>
            <c:idx val="373"/>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2EB-783F-42CD-9497-9BD9E84897A6}"/>
              </c:ext>
            </c:extLst>
          </c:dPt>
          <c:dPt>
            <c:idx val="374"/>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2ED-783F-42CD-9497-9BD9E84897A6}"/>
              </c:ext>
            </c:extLst>
          </c:dPt>
          <c:dPt>
            <c:idx val="375"/>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2EF-783F-42CD-9497-9BD9E84897A6}"/>
              </c:ext>
            </c:extLst>
          </c:dPt>
          <c:dPt>
            <c:idx val="376"/>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2F1-783F-42CD-9497-9BD9E84897A6}"/>
              </c:ext>
            </c:extLst>
          </c:dPt>
          <c:dPt>
            <c:idx val="377"/>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2F3-783F-42CD-9497-9BD9E84897A6}"/>
              </c:ext>
            </c:extLst>
          </c:dPt>
          <c:dPt>
            <c:idx val="378"/>
            <c:bubble3D val="0"/>
            <c:spPr>
              <a:solidFill>
                <a:schemeClr val="accent1"/>
              </a:solidFill>
              <a:ln w="19050">
                <a:solidFill>
                  <a:schemeClr val="lt1"/>
                </a:solidFill>
              </a:ln>
              <a:effectLst/>
            </c:spPr>
            <c:extLst>
              <c:ext xmlns:c16="http://schemas.microsoft.com/office/drawing/2014/chart" uri="{C3380CC4-5D6E-409C-BE32-E72D297353CC}">
                <c16:uniqueId val="{000002F5-783F-42CD-9497-9BD9E84897A6}"/>
              </c:ext>
            </c:extLst>
          </c:dPt>
          <c:dPt>
            <c:idx val="379"/>
            <c:bubble3D val="0"/>
            <c:spPr>
              <a:solidFill>
                <a:schemeClr val="accent2"/>
              </a:solidFill>
              <a:ln w="19050">
                <a:solidFill>
                  <a:schemeClr val="lt1"/>
                </a:solidFill>
              </a:ln>
              <a:effectLst/>
            </c:spPr>
            <c:extLst>
              <c:ext xmlns:c16="http://schemas.microsoft.com/office/drawing/2014/chart" uri="{C3380CC4-5D6E-409C-BE32-E72D297353CC}">
                <c16:uniqueId val="{000002F7-783F-42CD-9497-9BD9E84897A6}"/>
              </c:ext>
            </c:extLst>
          </c:dPt>
          <c:dPt>
            <c:idx val="380"/>
            <c:bubble3D val="0"/>
            <c:spPr>
              <a:solidFill>
                <a:schemeClr val="accent3"/>
              </a:solidFill>
              <a:ln w="19050">
                <a:solidFill>
                  <a:schemeClr val="lt1"/>
                </a:solidFill>
              </a:ln>
              <a:effectLst/>
            </c:spPr>
            <c:extLst>
              <c:ext xmlns:c16="http://schemas.microsoft.com/office/drawing/2014/chart" uri="{C3380CC4-5D6E-409C-BE32-E72D297353CC}">
                <c16:uniqueId val="{000002F9-783F-42CD-9497-9BD9E84897A6}"/>
              </c:ext>
            </c:extLst>
          </c:dPt>
          <c:dPt>
            <c:idx val="381"/>
            <c:bubble3D val="0"/>
            <c:spPr>
              <a:solidFill>
                <a:schemeClr val="accent4"/>
              </a:solidFill>
              <a:ln w="19050">
                <a:solidFill>
                  <a:schemeClr val="lt1"/>
                </a:solidFill>
              </a:ln>
              <a:effectLst/>
            </c:spPr>
            <c:extLst>
              <c:ext xmlns:c16="http://schemas.microsoft.com/office/drawing/2014/chart" uri="{C3380CC4-5D6E-409C-BE32-E72D297353CC}">
                <c16:uniqueId val="{000002FB-783F-42CD-9497-9BD9E84897A6}"/>
              </c:ext>
            </c:extLst>
          </c:dPt>
          <c:dPt>
            <c:idx val="382"/>
            <c:bubble3D val="0"/>
            <c:spPr>
              <a:solidFill>
                <a:schemeClr val="accent5"/>
              </a:solidFill>
              <a:ln w="19050">
                <a:solidFill>
                  <a:schemeClr val="lt1"/>
                </a:solidFill>
              </a:ln>
              <a:effectLst/>
            </c:spPr>
            <c:extLst>
              <c:ext xmlns:c16="http://schemas.microsoft.com/office/drawing/2014/chart" uri="{C3380CC4-5D6E-409C-BE32-E72D297353CC}">
                <c16:uniqueId val="{000002FD-783F-42CD-9497-9BD9E84897A6}"/>
              </c:ext>
            </c:extLst>
          </c:dPt>
          <c:dPt>
            <c:idx val="383"/>
            <c:bubble3D val="0"/>
            <c:spPr>
              <a:solidFill>
                <a:schemeClr val="accent6"/>
              </a:solidFill>
              <a:ln w="19050">
                <a:solidFill>
                  <a:schemeClr val="lt1"/>
                </a:solidFill>
              </a:ln>
              <a:effectLst/>
            </c:spPr>
            <c:extLst>
              <c:ext xmlns:c16="http://schemas.microsoft.com/office/drawing/2014/chart" uri="{C3380CC4-5D6E-409C-BE32-E72D297353CC}">
                <c16:uniqueId val="{000002FF-783F-42CD-9497-9BD9E84897A6}"/>
              </c:ext>
            </c:extLst>
          </c:dPt>
          <c:dPt>
            <c:idx val="384"/>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301-783F-42CD-9497-9BD9E84897A6}"/>
              </c:ext>
            </c:extLst>
          </c:dPt>
          <c:dPt>
            <c:idx val="385"/>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303-783F-42CD-9497-9BD9E84897A6}"/>
              </c:ext>
            </c:extLst>
          </c:dPt>
          <c:dPt>
            <c:idx val="386"/>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305-783F-42CD-9497-9BD9E84897A6}"/>
              </c:ext>
            </c:extLst>
          </c:dPt>
          <c:dPt>
            <c:idx val="387"/>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307-783F-42CD-9497-9BD9E84897A6}"/>
              </c:ext>
            </c:extLst>
          </c:dPt>
          <c:dPt>
            <c:idx val="388"/>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309-783F-42CD-9497-9BD9E84897A6}"/>
              </c:ext>
            </c:extLst>
          </c:dPt>
          <c:dPt>
            <c:idx val="389"/>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30B-783F-42CD-9497-9BD9E84897A6}"/>
              </c:ext>
            </c:extLst>
          </c:dPt>
          <c:dPt>
            <c:idx val="390"/>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30D-783F-42CD-9497-9BD9E84897A6}"/>
              </c:ext>
            </c:extLst>
          </c:dPt>
          <c:dPt>
            <c:idx val="391"/>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30F-783F-42CD-9497-9BD9E84897A6}"/>
              </c:ext>
            </c:extLst>
          </c:dPt>
          <c:dPt>
            <c:idx val="392"/>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311-783F-42CD-9497-9BD9E84897A6}"/>
              </c:ext>
            </c:extLst>
          </c:dPt>
          <c:dPt>
            <c:idx val="393"/>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313-783F-42CD-9497-9BD9E84897A6}"/>
              </c:ext>
            </c:extLst>
          </c:dPt>
          <c:dPt>
            <c:idx val="394"/>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315-783F-42CD-9497-9BD9E84897A6}"/>
              </c:ext>
            </c:extLst>
          </c:dPt>
          <c:dPt>
            <c:idx val="395"/>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317-783F-42CD-9497-9BD9E84897A6}"/>
              </c:ext>
            </c:extLst>
          </c:dPt>
          <c:dPt>
            <c:idx val="396"/>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319-783F-42CD-9497-9BD9E84897A6}"/>
              </c:ext>
            </c:extLst>
          </c:dPt>
          <c:dPt>
            <c:idx val="397"/>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31B-783F-42CD-9497-9BD9E84897A6}"/>
              </c:ext>
            </c:extLst>
          </c:dPt>
          <c:dPt>
            <c:idx val="398"/>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31D-783F-42CD-9497-9BD9E84897A6}"/>
              </c:ext>
            </c:extLst>
          </c:dPt>
          <c:dPt>
            <c:idx val="399"/>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31F-783F-42CD-9497-9BD9E84897A6}"/>
              </c:ext>
            </c:extLst>
          </c:dPt>
          <c:dPt>
            <c:idx val="400"/>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321-783F-42CD-9497-9BD9E84897A6}"/>
              </c:ext>
            </c:extLst>
          </c:dPt>
          <c:dPt>
            <c:idx val="401"/>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323-783F-42CD-9497-9BD9E84897A6}"/>
              </c:ext>
            </c:extLst>
          </c:dPt>
          <c:dPt>
            <c:idx val="40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325-783F-42CD-9497-9BD9E84897A6}"/>
              </c:ext>
            </c:extLst>
          </c:dPt>
          <c:dPt>
            <c:idx val="403"/>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327-783F-42CD-9497-9BD9E84897A6}"/>
              </c:ext>
            </c:extLst>
          </c:dPt>
          <c:dPt>
            <c:idx val="404"/>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329-783F-42CD-9497-9BD9E84897A6}"/>
              </c:ext>
            </c:extLst>
          </c:dPt>
          <c:dPt>
            <c:idx val="405"/>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32B-783F-42CD-9497-9BD9E84897A6}"/>
              </c:ext>
            </c:extLst>
          </c:dPt>
          <c:dPt>
            <c:idx val="406"/>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32D-783F-42CD-9497-9BD9E84897A6}"/>
              </c:ext>
            </c:extLst>
          </c:dPt>
          <c:dPt>
            <c:idx val="407"/>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32F-783F-42CD-9497-9BD9E84897A6}"/>
              </c:ext>
            </c:extLst>
          </c:dPt>
          <c:dPt>
            <c:idx val="408"/>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331-783F-42CD-9497-9BD9E84897A6}"/>
              </c:ext>
            </c:extLst>
          </c:dPt>
          <c:dPt>
            <c:idx val="409"/>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333-783F-42CD-9497-9BD9E84897A6}"/>
              </c:ext>
            </c:extLst>
          </c:dPt>
          <c:dPt>
            <c:idx val="410"/>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335-783F-42CD-9497-9BD9E84897A6}"/>
              </c:ext>
            </c:extLst>
          </c:dPt>
          <c:dPt>
            <c:idx val="411"/>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337-783F-42CD-9497-9BD9E84897A6}"/>
              </c:ext>
            </c:extLst>
          </c:dPt>
          <c:dPt>
            <c:idx val="412"/>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339-783F-42CD-9497-9BD9E84897A6}"/>
              </c:ext>
            </c:extLst>
          </c:dPt>
          <c:dPt>
            <c:idx val="413"/>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33B-783F-42CD-9497-9BD9E84897A6}"/>
              </c:ext>
            </c:extLst>
          </c:dPt>
          <c:dPt>
            <c:idx val="414"/>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33D-783F-42CD-9497-9BD9E84897A6}"/>
              </c:ext>
            </c:extLst>
          </c:dPt>
          <c:dPt>
            <c:idx val="415"/>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33F-783F-42CD-9497-9BD9E84897A6}"/>
              </c:ext>
            </c:extLst>
          </c:dPt>
          <c:dPt>
            <c:idx val="416"/>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341-783F-42CD-9497-9BD9E84897A6}"/>
              </c:ext>
            </c:extLst>
          </c:dPt>
          <c:dPt>
            <c:idx val="417"/>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343-783F-42CD-9497-9BD9E84897A6}"/>
              </c:ext>
            </c:extLst>
          </c:dPt>
          <c:dPt>
            <c:idx val="418"/>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345-783F-42CD-9497-9BD9E84897A6}"/>
              </c:ext>
            </c:extLst>
          </c:dPt>
          <c:dPt>
            <c:idx val="419"/>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347-783F-42CD-9497-9BD9E84897A6}"/>
              </c:ext>
            </c:extLst>
          </c:dPt>
          <c:dPt>
            <c:idx val="420"/>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349-783F-42CD-9497-9BD9E84897A6}"/>
              </c:ext>
            </c:extLst>
          </c:dPt>
          <c:dPt>
            <c:idx val="421"/>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34B-783F-42CD-9497-9BD9E84897A6}"/>
              </c:ext>
            </c:extLst>
          </c:dPt>
          <c:dPt>
            <c:idx val="422"/>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34D-783F-42CD-9497-9BD9E84897A6}"/>
              </c:ext>
            </c:extLst>
          </c:dPt>
          <c:dPt>
            <c:idx val="423"/>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34F-783F-42CD-9497-9BD9E84897A6}"/>
              </c:ext>
            </c:extLst>
          </c:dPt>
          <c:dPt>
            <c:idx val="424"/>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351-783F-42CD-9497-9BD9E84897A6}"/>
              </c:ext>
            </c:extLst>
          </c:dPt>
          <c:dPt>
            <c:idx val="425"/>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353-783F-42CD-9497-9BD9E84897A6}"/>
              </c:ext>
            </c:extLst>
          </c:dPt>
          <c:dPt>
            <c:idx val="426"/>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355-783F-42CD-9497-9BD9E84897A6}"/>
              </c:ext>
            </c:extLst>
          </c:dPt>
          <c:dPt>
            <c:idx val="427"/>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357-783F-42CD-9497-9BD9E84897A6}"/>
              </c:ext>
            </c:extLst>
          </c:dPt>
          <c:dPt>
            <c:idx val="428"/>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359-783F-42CD-9497-9BD9E84897A6}"/>
              </c:ext>
            </c:extLst>
          </c:dPt>
          <c:dPt>
            <c:idx val="429"/>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35B-783F-42CD-9497-9BD9E84897A6}"/>
              </c:ext>
            </c:extLst>
          </c:dPt>
          <c:dPt>
            <c:idx val="430"/>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35D-783F-42CD-9497-9BD9E84897A6}"/>
              </c:ext>
            </c:extLst>
          </c:dPt>
          <c:dPt>
            <c:idx val="431"/>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35F-783F-42CD-9497-9BD9E84897A6}"/>
              </c:ext>
            </c:extLst>
          </c:dPt>
          <c:dPt>
            <c:idx val="432"/>
            <c:bubble3D val="0"/>
            <c:spPr>
              <a:solidFill>
                <a:schemeClr val="accent1"/>
              </a:solidFill>
              <a:ln w="19050">
                <a:solidFill>
                  <a:schemeClr val="lt1"/>
                </a:solidFill>
              </a:ln>
              <a:effectLst/>
            </c:spPr>
            <c:extLst>
              <c:ext xmlns:c16="http://schemas.microsoft.com/office/drawing/2014/chart" uri="{C3380CC4-5D6E-409C-BE32-E72D297353CC}">
                <c16:uniqueId val="{00000361-783F-42CD-9497-9BD9E84897A6}"/>
              </c:ext>
            </c:extLst>
          </c:dPt>
          <c:dPt>
            <c:idx val="433"/>
            <c:bubble3D val="0"/>
            <c:spPr>
              <a:solidFill>
                <a:schemeClr val="accent2"/>
              </a:solidFill>
              <a:ln w="19050">
                <a:solidFill>
                  <a:schemeClr val="lt1"/>
                </a:solidFill>
              </a:ln>
              <a:effectLst/>
            </c:spPr>
            <c:extLst>
              <c:ext xmlns:c16="http://schemas.microsoft.com/office/drawing/2014/chart" uri="{C3380CC4-5D6E-409C-BE32-E72D297353CC}">
                <c16:uniqueId val="{00000363-783F-42CD-9497-9BD9E84897A6}"/>
              </c:ext>
            </c:extLst>
          </c:dPt>
          <c:dPt>
            <c:idx val="434"/>
            <c:bubble3D val="0"/>
            <c:spPr>
              <a:solidFill>
                <a:schemeClr val="accent3"/>
              </a:solidFill>
              <a:ln w="19050">
                <a:solidFill>
                  <a:schemeClr val="lt1"/>
                </a:solidFill>
              </a:ln>
              <a:effectLst/>
            </c:spPr>
            <c:extLst>
              <c:ext xmlns:c16="http://schemas.microsoft.com/office/drawing/2014/chart" uri="{C3380CC4-5D6E-409C-BE32-E72D297353CC}">
                <c16:uniqueId val="{00000365-783F-42CD-9497-9BD9E84897A6}"/>
              </c:ext>
            </c:extLst>
          </c:dPt>
          <c:dPt>
            <c:idx val="435"/>
            <c:bubble3D val="0"/>
            <c:spPr>
              <a:solidFill>
                <a:schemeClr val="accent4"/>
              </a:solidFill>
              <a:ln w="19050">
                <a:solidFill>
                  <a:schemeClr val="lt1"/>
                </a:solidFill>
              </a:ln>
              <a:effectLst/>
            </c:spPr>
            <c:extLst>
              <c:ext xmlns:c16="http://schemas.microsoft.com/office/drawing/2014/chart" uri="{C3380CC4-5D6E-409C-BE32-E72D297353CC}">
                <c16:uniqueId val="{00000367-783F-42CD-9497-9BD9E84897A6}"/>
              </c:ext>
            </c:extLst>
          </c:dPt>
          <c:dPt>
            <c:idx val="436"/>
            <c:bubble3D val="0"/>
            <c:spPr>
              <a:solidFill>
                <a:schemeClr val="accent5"/>
              </a:solidFill>
              <a:ln w="19050">
                <a:solidFill>
                  <a:schemeClr val="lt1"/>
                </a:solidFill>
              </a:ln>
              <a:effectLst/>
            </c:spPr>
            <c:extLst>
              <c:ext xmlns:c16="http://schemas.microsoft.com/office/drawing/2014/chart" uri="{C3380CC4-5D6E-409C-BE32-E72D297353CC}">
                <c16:uniqueId val="{00000369-783F-42CD-9497-9BD9E84897A6}"/>
              </c:ext>
            </c:extLst>
          </c:dPt>
          <c:dPt>
            <c:idx val="437"/>
            <c:bubble3D val="0"/>
            <c:spPr>
              <a:solidFill>
                <a:schemeClr val="accent6"/>
              </a:solidFill>
              <a:ln w="19050">
                <a:solidFill>
                  <a:schemeClr val="lt1"/>
                </a:solidFill>
              </a:ln>
              <a:effectLst/>
            </c:spPr>
            <c:extLst>
              <c:ext xmlns:c16="http://schemas.microsoft.com/office/drawing/2014/chart" uri="{C3380CC4-5D6E-409C-BE32-E72D297353CC}">
                <c16:uniqueId val="{0000036B-783F-42CD-9497-9BD9E84897A6}"/>
              </c:ext>
            </c:extLst>
          </c:dPt>
          <c:dPt>
            <c:idx val="438"/>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36D-783F-42CD-9497-9BD9E84897A6}"/>
              </c:ext>
            </c:extLst>
          </c:dPt>
          <c:dPt>
            <c:idx val="439"/>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36F-783F-42CD-9497-9BD9E84897A6}"/>
              </c:ext>
            </c:extLst>
          </c:dPt>
          <c:dPt>
            <c:idx val="440"/>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371-783F-42CD-9497-9BD9E84897A6}"/>
              </c:ext>
            </c:extLst>
          </c:dPt>
          <c:dPt>
            <c:idx val="441"/>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373-783F-42CD-9497-9BD9E84897A6}"/>
              </c:ext>
            </c:extLst>
          </c:dPt>
          <c:dPt>
            <c:idx val="442"/>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375-783F-42CD-9497-9BD9E84897A6}"/>
              </c:ext>
            </c:extLst>
          </c:dPt>
          <c:dPt>
            <c:idx val="44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377-783F-42CD-9497-9BD9E84897A6}"/>
              </c:ext>
            </c:extLst>
          </c:dPt>
          <c:dPt>
            <c:idx val="444"/>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379-783F-42CD-9497-9BD9E84897A6}"/>
              </c:ext>
            </c:extLst>
          </c:dPt>
          <c:dPt>
            <c:idx val="445"/>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37B-783F-42CD-9497-9BD9E84897A6}"/>
              </c:ext>
            </c:extLst>
          </c:dPt>
          <c:dPt>
            <c:idx val="446"/>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37D-783F-42CD-9497-9BD9E84897A6}"/>
              </c:ext>
            </c:extLst>
          </c:dPt>
          <c:dPt>
            <c:idx val="447"/>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37F-783F-42CD-9497-9BD9E84897A6}"/>
              </c:ext>
            </c:extLst>
          </c:dPt>
          <c:dPt>
            <c:idx val="44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381-783F-42CD-9497-9BD9E84897A6}"/>
              </c:ext>
            </c:extLst>
          </c:dPt>
          <c:dPt>
            <c:idx val="449"/>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383-783F-42CD-9497-9BD9E84897A6}"/>
              </c:ext>
            </c:extLst>
          </c:dPt>
          <c:dPt>
            <c:idx val="450"/>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385-783F-42CD-9497-9BD9E84897A6}"/>
              </c:ext>
            </c:extLst>
          </c:dPt>
          <c:dPt>
            <c:idx val="451"/>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387-783F-42CD-9497-9BD9E84897A6}"/>
              </c:ext>
            </c:extLst>
          </c:dPt>
          <c:dPt>
            <c:idx val="452"/>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389-783F-42CD-9497-9BD9E84897A6}"/>
              </c:ext>
            </c:extLst>
          </c:dPt>
          <c:dPt>
            <c:idx val="453"/>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38B-783F-42CD-9497-9BD9E84897A6}"/>
              </c:ext>
            </c:extLst>
          </c:dPt>
          <c:dPt>
            <c:idx val="454"/>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38D-783F-42CD-9497-9BD9E84897A6}"/>
              </c:ext>
            </c:extLst>
          </c:dPt>
          <c:dPt>
            <c:idx val="455"/>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38F-783F-42CD-9497-9BD9E84897A6}"/>
              </c:ext>
            </c:extLst>
          </c:dPt>
          <c:dPt>
            <c:idx val="456"/>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391-783F-42CD-9497-9BD9E84897A6}"/>
              </c:ext>
            </c:extLst>
          </c:dPt>
          <c:dPt>
            <c:idx val="457"/>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393-783F-42CD-9497-9BD9E84897A6}"/>
              </c:ext>
            </c:extLst>
          </c:dPt>
          <c:dPt>
            <c:idx val="458"/>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395-783F-42CD-9497-9BD9E84897A6}"/>
              </c:ext>
            </c:extLst>
          </c:dPt>
          <c:dPt>
            <c:idx val="459"/>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397-783F-42CD-9497-9BD9E84897A6}"/>
              </c:ext>
            </c:extLst>
          </c:dPt>
          <c:dPt>
            <c:idx val="460"/>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399-783F-42CD-9497-9BD9E84897A6}"/>
              </c:ext>
            </c:extLst>
          </c:dPt>
          <c:cat>
            <c:strRef>
              <c:f>'Most runs'!$A$4:$A$465</c:f>
              <c:strCache>
                <c:ptCount val="461"/>
                <c:pt idx="0">
                  <c:v>SK Raina</c:v>
                </c:pt>
                <c:pt idx="1">
                  <c:v>V Kohli</c:v>
                </c:pt>
                <c:pt idx="2">
                  <c:v>RG Sharma</c:v>
                </c:pt>
                <c:pt idx="3">
                  <c:v>G Gambhir</c:v>
                </c:pt>
                <c:pt idx="4">
                  <c:v>DA Warner</c:v>
                </c:pt>
                <c:pt idx="5">
                  <c:v>RV Uthappa</c:v>
                </c:pt>
                <c:pt idx="6">
                  <c:v>CH Gayle</c:v>
                </c:pt>
                <c:pt idx="7">
                  <c:v>S Dhawan</c:v>
                </c:pt>
                <c:pt idx="8">
                  <c:v>MS Dhoni</c:v>
                </c:pt>
                <c:pt idx="9">
                  <c:v>AB de Villiers</c:v>
                </c:pt>
                <c:pt idx="10">
                  <c:v>AM Rahane</c:v>
                </c:pt>
                <c:pt idx="11">
                  <c:v>YK Pathan</c:v>
                </c:pt>
                <c:pt idx="12">
                  <c:v>KD Karthik</c:v>
                </c:pt>
                <c:pt idx="13">
                  <c:v>BB McCullum</c:v>
                </c:pt>
                <c:pt idx="14">
                  <c:v>V Sehwag</c:v>
                </c:pt>
                <c:pt idx="15">
                  <c:v>SR Watson</c:v>
                </c:pt>
                <c:pt idx="16">
                  <c:v>Yuvraj Singh</c:v>
                </c:pt>
                <c:pt idx="17">
                  <c:v>M Vijay</c:v>
                </c:pt>
                <c:pt idx="18">
                  <c:v>SE Marsh</c:v>
                </c:pt>
                <c:pt idx="19">
                  <c:v>JH Kallis</c:v>
                </c:pt>
                <c:pt idx="20">
                  <c:v>AT Rayudu</c:v>
                </c:pt>
                <c:pt idx="21">
                  <c:v>DR Smith</c:v>
                </c:pt>
                <c:pt idx="22">
                  <c:v>KA Pollard</c:v>
                </c:pt>
                <c:pt idx="23">
                  <c:v>SR Tendulkar</c:v>
                </c:pt>
                <c:pt idx="24">
                  <c:v>PA Patel</c:v>
                </c:pt>
                <c:pt idx="25">
                  <c:v>MK Pandey</c:v>
                </c:pt>
                <c:pt idx="26">
                  <c:v>R Dravid</c:v>
                </c:pt>
                <c:pt idx="27">
                  <c:v>AC Gilchrist</c:v>
                </c:pt>
                <c:pt idx="28">
                  <c:v>JP Duminy</c:v>
                </c:pt>
                <c:pt idx="29">
                  <c:v>MEK Hussey</c:v>
                </c:pt>
                <c:pt idx="30">
                  <c:v>DPMD Jayawardene</c:v>
                </c:pt>
                <c:pt idx="31">
                  <c:v>RA Jadeja</c:v>
                </c:pt>
                <c:pt idx="32">
                  <c:v>SPD Smith</c:v>
                </c:pt>
                <c:pt idx="33">
                  <c:v>KC Sangakkara</c:v>
                </c:pt>
                <c:pt idx="34">
                  <c:v>MK Tiwary</c:v>
                </c:pt>
                <c:pt idx="35">
                  <c:v>AJ Finch</c:v>
                </c:pt>
                <c:pt idx="36">
                  <c:v>DA Miller</c:v>
                </c:pt>
                <c:pt idx="37">
                  <c:v>WP Saha</c:v>
                </c:pt>
                <c:pt idx="38">
                  <c:v>NV Ojha</c:v>
                </c:pt>
                <c:pt idx="39">
                  <c:v>S Badrinath</c:v>
                </c:pt>
                <c:pt idx="40">
                  <c:v>SV Samson</c:v>
                </c:pt>
                <c:pt idx="41">
                  <c:v>BJ Hodge</c:v>
                </c:pt>
                <c:pt idx="42">
                  <c:v>SC Ganguly</c:v>
                </c:pt>
                <c:pt idx="43">
                  <c:v>DJ Hussey</c:v>
                </c:pt>
                <c:pt idx="44">
                  <c:v>F du Plessis</c:v>
                </c:pt>
                <c:pt idx="45">
                  <c:v>SS Tiwary</c:v>
                </c:pt>
                <c:pt idx="46">
                  <c:v>DJ Bravo</c:v>
                </c:pt>
                <c:pt idx="47">
                  <c:v>GJ Maxwell</c:v>
                </c:pt>
                <c:pt idx="48">
                  <c:v>KK Nair</c:v>
                </c:pt>
                <c:pt idx="49">
                  <c:v>TM Dilshan</c:v>
                </c:pt>
                <c:pt idx="50">
                  <c:v>IK Pathan</c:v>
                </c:pt>
                <c:pt idx="51">
                  <c:v>Mandeep Singh</c:v>
                </c:pt>
                <c:pt idx="52">
                  <c:v>ML Hayden</c:v>
                </c:pt>
                <c:pt idx="53">
                  <c:v>LMP Simmons</c:v>
                </c:pt>
                <c:pt idx="54">
                  <c:v>LRPL Taylor</c:v>
                </c:pt>
                <c:pt idx="55">
                  <c:v>KP Pietersen</c:v>
                </c:pt>
                <c:pt idx="56">
                  <c:v>Y Venugopal Rao</c:v>
                </c:pt>
                <c:pt idx="57">
                  <c:v>JA Morkel</c:v>
                </c:pt>
                <c:pt idx="58">
                  <c:v>A Symonds</c:v>
                </c:pt>
                <c:pt idx="59">
                  <c:v>CL White</c:v>
                </c:pt>
                <c:pt idx="60">
                  <c:v>MC Henriques</c:v>
                </c:pt>
                <c:pt idx="61">
                  <c:v>M Vohra</c:v>
                </c:pt>
                <c:pt idx="62">
                  <c:v>KM Jadhav</c:v>
                </c:pt>
                <c:pt idx="63">
                  <c:v>HH Gibbs</c:v>
                </c:pt>
                <c:pt idx="64">
                  <c:v>EJG Morgan</c:v>
                </c:pt>
                <c:pt idx="65">
                  <c:v>MA Agarwal</c:v>
                </c:pt>
                <c:pt idx="66">
                  <c:v>SS Iyer</c:v>
                </c:pt>
                <c:pt idx="67">
                  <c:v>Harbhajan Singh</c:v>
                </c:pt>
                <c:pt idx="68">
                  <c:v>MS Bisla</c:v>
                </c:pt>
                <c:pt idx="69">
                  <c:v>ST Jayasuriya</c:v>
                </c:pt>
                <c:pt idx="70">
                  <c:v>STR Binny</c:v>
                </c:pt>
                <c:pt idx="71">
                  <c:v>GC Smith</c:v>
                </c:pt>
                <c:pt idx="72">
                  <c:v>Q de Kock</c:v>
                </c:pt>
                <c:pt idx="73">
                  <c:v>KL Rahul</c:v>
                </c:pt>
                <c:pt idx="74">
                  <c:v>AD Mathews</c:v>
                </c:pt>
                <c:pt idx="75">
                  <c:v>TL Suman</c:v>
                </c:pt>
                <c:pt idx="76">
                  <c:v>AM Nayar</c:v>
                </c:pt>
                <c:pt idx="77">
                  <c:v>GJ Bailey</c:v>
                </c:pt>
                <c:pt idx="78">
                  <c:v>SA Yadav</c:v>
                </c:pt>
                <c:pt idx="79">
                  <c:v>AR Patel</c:v>
                </c:pt>
                <c:pt idx="80">
                  <c:v>JD Ryder</c:v>
                </c:pt>
                <c:pt idx="81">
                  <c:v>HM Amla</c:v>
                </c:pt>
                <c:pt idx="82">
                  <c:v>AD Russell</c:v>
                </c:pt>
                <c:pt idx="83">
                  <c:v>RR Pant</c:v>
                </c:pt>
                <c:pt idx="84">
                  <c:v>RS Bopara</c:v>
                </c:pt>
                <c:pt idx="85">
                  <c:v>JC Buttler</c:v>
                </c:pt>
                <c:pt idx="86">
                  <c:v>JP Faulkner</c:v>
                </c:pt>
                <c:pt idx="87">
                  <c:v>CJ Anderson</c:v>
                </c:pt>
                <c:pt idx="88">
                  <c:v>PP Chawla</c:v>
                </c:pt>
                <c:pt idx="89">
                  <c:v>M Manhas</c:v>
                </c:pt>
                <c:pt idx="90">
                  <c:v>OA Shah</c:v>
                </c:pt>
                <c:pt idx="91">
                  <c:v>PC Valthaty</c:v>
                </c:pt>
                <c:pt idx="92">
                  <c:v>Shakib Al Hasan</c:v>
                </c:pt>
                <c:pt idx="93">
                  <c:v>KH Pandya</c:v>
                </c:pt>
                <c:pt idx="94">
                  <c:v>CH Morris</c:v>
                </c:pt>
                <c:pt idx="95">
                  <c:v>N Rana</c:v>
                </c:pt>
                <c:pt idx="96">
                  <c:v>NLTC Perera</c:v>
                </c:pt>
                <c:pt idx="97">
                  <c:v>SA Asnodkar</c:v>
                </c:pt>
                <c:pt idx="98">
                  <c:v>DT Christian</c:v>
                </c:pt>
                <c:pt idx="99">
                  <c:v>JR Hopes</c:v>
                </c:pt>
                <c:pt idx="100">
                  <c:v>KS Williamson</c:v>
                </c:pt>
                <c:pt idx="101">
                  <c:v>J Botha</c:v>
                </c:pt>
                <c:pt idx="102">
                  <c:v>HH Pandya</c:v>
                </c:pt>
                <c:pt idx="103">
                  <c:v>LR Shukla</c:v>
                </c:pt>
                <c:pt idx="104">
                  <c:v>AL Menaria</c:v>
                </c:pt>
                <c:pt idx="105">
                  <c:v>MV Boucher</c:v>
                </c:pt>
                <c:pt idx="106">
                  <c:v>RA Tripathi</c:v>
                </c:pt>
                <c:pt idx="107">
                  <c:v>CA Pujara</c:v>
                </c:pt>
                <c:pt idx="108">
                  <c:v>Azhar Mahmood</c:v>
                </c:pt>
                <c:pt idx="109">
                  <c:v>CA Lynn</c:v>
                </c:pt>
                <c:pt idx="110">
                  <c:v>DB Ravi Teja</c:v>
                </c:pt>
                <c:pt idx="111">
                  <c:v>DJ Hooda</c:v>
                </c:pt>
                <c:pt idx="112">
                  <c:v>S Sohal</c:v>
                </c:pt>
                <c:pt idx="113">
                  <c:v>P Negi</c:v>
                </c:pt>
                <c:pt idx="114">
                  <c:v>Gurkeerat Singh</c:v>
                </c:pt>
                <c:pt idx="115">
                  <c:v>R Bhatia</c:v>
                </c:pt>
                <c:pt idx="116">
                  <c:v>P Kumar</c:v>
                </c:pt>
                <c:pt idx="117">
                  <c:v>A Mishra</c:v>
                </c:pt>
                <c:pt idx="118">
                  <c:v>AP Tare</c:v>
                </c:pt>
                <c:pt idx="119">
                  <c:v>JEC Franklin</c:v>
                </c:pt>
                <c:pt idx="120">
                  <c:v>RN ten Doeschate</c:v>
                </c:pt>
                <c:pt idx="121">
                  <c:v>Ishan Kishan</c:v>
                </c:pt>
                <c:pt idx="122">
                  <c:v>KV Sharma</c:v>
                </c:pt>
                <c:pt idx="123">
                  <c:v>BA Stokes</c:v>
                </c:pt>
                <c:pt idx="124">
                  <c:v>DB Das</c:v>
                </c:pt>
                <c:pt idx="125">
                  <c:v>R Vinay Kumar</c:v>
                </c:pt>
                <c:pt idx="126">
                  <c:v>LA Pomersbach</c:v>
                </c:pt>
                <c:pt idx="127">
                  <c:v>UBT Chand</c:v>
                </c:pt>
                <c:pt idx="128">
                  <c:v>DJG Sammy</c:v>
                </c:pt>
                <c:pt idx="129">
                  <c:v>Y Nagar</c:v>
                </c:pt>
                <c:pt idx="130">
                  <c:v>VVS Laxman</c:v>
                </c:pt>
                <c:pt idx="131">
                  <c:v>A Ashish Reddy</c:v>
                </c:pt>
                <c:pt idx="132">
                  <c:v>GH Vihari</c:v>
                </c:pt>
                <c:pt idx="133">
                  <c:v>B Chipli</c:v>
                </c:pt>
                <c:pt idx="134">
                  <c:v>MJ Lumb</c:v>
                </c:pt>
                <c:pt idx="135">
                  <c:v>SP Narine</c:v>
                </c:pt>
                <c:pt idx="136">
                  <c:v>R Sathish</c:v>
                </c:pt>
                <c:pt idx="137">
                  <c:v>M Kaif</c:v>
                </c:pt>
                <c:pt idx="138">
                  <c:v>SM Katich</c:v>
                </c:pt>
                <c:pt idx="139">
                  <c:v>SP Goswami</c:v>
                </c:pt>
                <c:pt idx="140">
                  <c:v>MD Mishra</c:v>
                </c:pt>
                <c:pt idx="141">
                  <c:v>R Ashwin</c:v>
                </c:pt>
                <c:pt idx="142">
                  <c:v>SW Billings</c:v>
                </c:pt>
                <c:pt idx="143">
                  <c:v>MR Marsh</c:v>
                </c:pt>
                <c:pt idx="144">
                  <c:v>K Goel</c:v>
                </c:pt>
                <c:pt idx="145">
                  <c:v>AA Jhunjhunwala</c:v>
                </c:pt>
                <c:pt idx="146">
                  <c:v>TM Head</c:v>
                </c:pt>
                <c:pt idx="147">
                  <c:v>PD Collingwood</c:v>
                </c:pt>
                <c:pt idx="148">
                  <c:v>SK Warne</c:v>
                </c:pt>
                <c:pt idx="149">
                  <c:v>SP Fleming</c:v>
                </c:pt>
                <c:pt idx="150">
                  <c:v>AS Raut</c:v>
                </c:pt>
                <c:pt idx="151">
                  <c:v>BJ Rohrer</c:v>
                </c:pt>
                <c:pt idx="152">
                  <c:v>Salman Butt</c:v>
                </c:pt>
                <c:pt idx="153">
                  <c:v>YV Takawale</c:v>
                </c:pt>
                <c:pt idx="154">
                  <c:v>MJ Guptill</c:v>
                </c:pt>
                <c:pt idx="155">
                  <c:v>Bipul Sharma</c:v>
                </c:pt>
                <c:pt idx="156">
                  <c:v>FY Fazal</c:v>
                </c:pt>
                <c:pt idx="157">
                  <c:v>AC Voges</c:v>
                </c:pt>
                <c:pt idx="158">
                  <c:v>AB Agarkar</c:v>
                </c:pt>
                <c:pt idx="159">
                  <c:v>MF Maharoof</c:v>
                </c:pt>
                <c:pt idx="160">
                  <c:v>SN Khan</c:v>
                </c:pt>
                <c:pt idx="161">
                  <c:v>DH Yagnik</c:v>
                </c:pt>
                <c:pt idx="162">
                  <c:v>CM Gautam</c:v>
                </c:pt>
                <c:pt idx="163">
                  <c:v>MN van Wyk</c:v>
                </c:pt>
                <c:pt idx="164">
                  <c:v>DW Steyn</c:v>
                </c:pt>
                <c:pt idx="165">
                  <c:v>PA Reddy</c:v>
                </c:pt>
                <c:pt idx="166">
                  <c:v>MP Stoinis</c:v>
                </c:pt>
                <c:pt idx="167">
                  <c:v>MN Samuels</c:v>
                </c:pt>
                <c:pt idx="168">
                  <c:v>RE van der Merwe</c:v>
                </c:pt>
                <c:pt idx="169">
                  <c:v>R McLaren</c:v>
                </c:pt>
                <c:pt idx="170">
                  <c:v>B Kumar</c:v>
                </c:pt>
                <c:pt idx="171">
                  <c:v>R Dhawan</c:v>
                </c:pt>
                <c:pt idx="172">
                  <c:v>MG Johnson</c:v>
                </c:pt>
                <c:pt idx="173">
                  <c:v>SM Pollock</c:v>
                </c:pt>
                <c:pt idx="174">
                  <c:v>S Vidyut</c:v>
                </c:pt>
                <c:pt idx="175">
                  <c:v>N Saini</c:v>
                </c:pt>
                <c:pt idx="176">
                  <c:v>Sachin Baby</c:v>
                </c:pt>
                <c:pt idx="177">
                  <c:v>S Anirudha</c:v>
                </c:pt>
                <c:pt idx="178">
                  <c:v>SB Styris</c:v>
                </c:pt>
                <c:pt idx="179">
                  <c:v>W Jaffer</c:v>
                </c:pt>
                <c:pt idx="180">
                  <c:v>Kamran Akmal</c:v>
                </c:pt>
                <c:pt idx="181">
                  <c:v>UT Khawaja</c:v>
                </c:pt>
                <c:pt idx="182">
                  <c:v>D Wiese</c:v>
                </c:pt>
                <c:pt idx="183">
                  <c:v>P Dogra</c:v>
                </c:pt>
                <c:pt idx="184">
                  <c:v>M Morkel</c:v>
                </c:pt>
                <c:pt idx="185">
                  <c:v>C de Grandhomme</c:v>
                </c:pt>
                <c:pt idx="186">
                  <c:v>MC Juneja</c:v>
                </c:pt>
                <c:pt idx="187">
                  <c:v>BB Samantray</c:v>
                </c:pt>
                <c:pt idx="188">
                  <c:v>BCJ Cutting</c:v>
                </c:pt>
                <c:pt idx="189">
                  <c:v>B Lee</c:v>
                </c:pt>
                <c:pt idx="190">
                  <c:v>AB McDonald</c:v>
                </c:pt>
                <c:pt idx="191">
                  <c:v>Niraj Patel</c:v>
                </c:pt>
                <c:pt idx="192">
                  <c:v>DL Vettori</c:v>
                </c:pt>
                <c:pt idx="193">
                  <c:v>AC Blizzard</c:v>
                </c:pt>
                <c:pt idx="194">
                  <c:v>RJ Harris</c:v>
                </c:pt>
                <c:pt idx="195">
                  <c:v>Misbah-ul-Haq</c:v>
                </c:pt>
                <c:pt idx="196">
                  <c:v>Z Khan</c:v>
                </c:pt>
                <c:pt idx="197">
                  <c:v>KK Cooper</c:v>
                </c:pt>
                <c:pt idx="198">
                  <c:v>M Kartik</c:v>
                </c:pt>
                <c:pt idx="199">
                  <c:v>MM Sharma</c:v>
                </c:pt>
                <c:pt idx="200">
                  <c:v>DJ Harris</c:v>
                </c:pt>
                <c:pt idx="201">
                  <c:v>JDP Oram</c:v>
                </c:pt>
                <c:pt idx="202">
                  <c:v>LJ Wright</c:v>
                </c:pt>
                <c:pt idx="203">
                  <c:v>RJ Quiney</c:v>
                </c:pt>
                <c:pt idx="204">
                  <c:v>V Shankar</c:v>
                </c:pt>
                <c:pt idx="205">
                  <c:v>MS Gony</c:v>
                </c:pt>
                <c:pt idx="206">
                  <c:v>SD Chitnis</c:v>
                </c:pt>
                <c:pt idx="207">
                  <c:v>MJ Clarke</c:v>
                </c:pt>
                <c:pt idx="208">
                  <c:v>CJ Ferguson</c:v>
                </c:pt>
                <c:pt idx="209">
                  <c:v>MA Starc</c:v>
                </c:pt>
                <c:pt idx="210">
                  <c:v>CR Brathwaite</c:v>
                </c:pt>
                <c:pt idx="211">
                  <c:v>UT Yadav</c:v>
                </c:pt>
                <c:pt idx="212">
                  <c:v>DJ Jacobs</c:v>
                </c:pt>
                <c:pt idx="213">
                  <c:v>PR Shah</c:v>
                </c:pt>
                <c:pt idx="214">
                  <c:v>RT Ponting</c:v>
                </c:pt>
                <c:pt idx="215">
                  <c:v>S Rana</c:v>
                </c:pt>
                <c:pt idx="216">
                  <c:v>DS Kulkarni</c:v>
                </c:pt>
                <c:pt idx="217">
                  <c:v>Iqbal Abdulla</c:v>
                </c:pt>
                <c:pt idx="218">
                  <c:v>SL Malinga</c:v>
                </c:pt>
                <c:pt idx="219">
                  <c:v>AP Majumdar</c:v>
                </c:pt>
                <c:pt idx="220">
                  <c:v>Ankit Sharma</c:v>
                </c:pt>
                <c:pt idx="221">
                  <c:v>RE Levi</c:v>
                </c:pt>
                <c:pt idx="222">
                  <c:v>WPUJC Vaas</c:v>
                </c:pt>
                <c:pt idx="223">
                  <c:v>LA Carseldine</c:v>
                </c:pt>
                <c:pt idx="224">
                  <c:v>Shahid Afridi</c:v>
                </c:pt>
                <c:pt idx="225">
                  <c:v>AD Mascarenhas</c:v>
                </c:pt>
                <c:pt idx="226">
                  <c:v>PJ Cummins</c:v>
                </c:pt>
                <c:pt idx="227">
                  <c:v>IR Jaggi</c:v>
                </c:pt>
                <c:pt idx="228">
                  <c:v>B Akhil</c:v>
                </c:pt>
                <c:pt idx="229">
                  <c:v>TR Birt</c:v>
                </c:pt>
                <c:pt idx="230">
                  <c:v>M Klinger</c:v>
                </c:pt>
                <c:pt idx="231">
                  <c:v>RR Sarwan</c:v>
                </c:pt>
                <c:pt idx="232">
                  <c:v>AA Bilakhia</c:v>
                </c:pt>
                <c:pt idx="233">
                  <c:v>RR Powar</c:v>
                </c:pt>
                <c:pt idx="234">
                  <c:v>R Sharma</c:v>
                </c:pt>
                <c:pt idx="235">
                  <c:v>Mohammad Hafeez</c:v>
                </c:pt>
                <c:pt idx="236">
                  <c:v>MJ McClenaghan</c:v>
                </c:pt>
                <c:pt idx="237">
                  <c:v>Anirudh Singh</c:v>
                </c:pt>
                <c:pt idx="238">
                  <c:v>WD Parnell</c:v>
                </c:pt>
                <c:pt idx="239">
                  <c:v>A Flintoff</c:v>
                </c:pt>
                <c:pt idx="240">
                  <c:v>S Aravind</c:v>
                </c:pt>
                <c:pt idx="241">
                  <c:v>JJ Roy</c:v>
                </c:pt>
                <c:pt idx="242">
                  <c:v>WA Mota</c:v>
                </c:pt>
                <c:pt idx="243">
                  <c:v>K Rabada</c:v>
                </c:pt>
                <c:pt idx="244">
                  <c:v>M Rawat</c:v>
                </c:pt>
                <c:pt idx="245">
                  <c:v>TG Southee</c:v>
                </c:pt>
                <c:pt idx="246">
                  <c:v>AJ Tye</c:v>
                </c:pt>
                <c:pt idx="247">
                  <c:v>RR Rossouw</c:v>
                </c:pt>
                <c:pt idx="248">
                  <c:v>A Chopra</c:v>
                </c:pt>
                <c:pt idx="249">
                  <c:v>Shoaib Malik</c:v>
                </c:pt>
                <c:pt idx="250">
                  <c:v>RP Singh</c:v>
                </c:pt>
                <c:pt idx="251">
                  <c:v>NM Coulter-Nile</c:v>
                </c:pt>
                <c:pt idx="252">
                  <c:v>KB Arun Karthik</c:v>
                </c:pt>
                <c:pt idx="253">
                  <c:v>R Rampaul</c:v>
                </c:pt>
                <c:pt idx="254">
                  <c:v>RV Gomez</c:v>
                </c:pt>
                <c:pt idx="255">
                  <c:v>SB Bangar</c:v>
                </c:pt>
                <c:pt idx="256">
                  <c:v>AG Paunikar</c:v>
                </c:pt>
                <c:pt idx="257">
                  <c:v>AS Yadav</c:v>
                </c:pt>
                <c:pt idx="258">
                  <c:v>J Suchith</c:v>
                </c:pt>
                <c:pt idx="259">
                  <c:v>HV Patel</c:v>
                </c:pt>
                <c:pt idx="260">
                  <c:v>Yashpal Singh</c:v>
                </c:pt>
                <c:pt idx="261">
                  <c:v>CR Woakes</c:v>
                </c:pt>
                <c:pt idx="262">
                  <c:v>Mohammed Shami</c:v>
                </c:pt>
                <c:pt idx="263">
                  <c:v>VR Aaron</c:v>
                </c:pt>
                <c:pt idx="264">
                  <c:v>I Sharma</c:v>
                </c:pt>
                <c:pt idx="265">
                  <c:v>Sunny Singh</c:v>
                </c:pt>
                <c:pt idx="266">
                  <c:v>AB Barath</c:v>
                </c:pt>
                <c:pt idx="267">
                  <c:v>JDS Neesham</c:v>
                </c:pt>
                <c:pt idx="268">
                  <c:v>SK Trivedi</c:v>
                </c:pt>
                <c:pt idx="269">
                  <c:v>A Nehra</c:v>
                </c:pt>
                <c:pt idx="270">
                  <c:v>BR Dunk</c:v>
                </c:pt>
                <c:pt idx="271">
                  <c:v>LPC Silva</c:v>
                </c:pt>
                <c:pt idx="272">
                  <c:v>DJ Thornely</c:v>
                </c:pt>
                <c:pt idx="273">
                  <c:v>Umar Gul</c:v>
                </c:pt>
                <c:pt idx="274">
                  <c:v>AUK Pathan</c:v>
                </c:pt>
                <c:pt idx="275">
                  <c:v>MM Patel</c:v>
                </c:pt>
                <c:pt idx="276">
                  <c:v>SP Jackson</c:v>
                </c:pt>
                <c:pt idx="277">
                  <c:v>JO Holder</c:v>
                </c:pt>
                <c:pt idx="278">
                  <c:v>S Narwal</c:v>
                </c:pt>
                <c:pt idx="279">
                  <c:v>L Balaji</c:v>
                </c:pt>
                <c:pt idx="280">
                  <c:v>AN Ahmed</c:v>
                </c:pt>
                <c:pt idx="281">
                  <c:v>Joginder Sharma</c:v>
                </c:pt>
                <c:pt idx="282">
                  <c:v>KW Richardson</c:v>
                </c:pt>
                <c:pt idx="283">
                  <c:v>Sohail Tanvir</c:v>
                </c:pt>
                <c:pt idx="284">
                  <c:v>B Sumanth</c:v>
                </c:pt>
                <c:pt idx="285">
                  <c:v>A Kumble</c:v>
                </c:pt>
                <c:pt idx="286">
                  <c:v>R Tewatia</c:v>
                </c:pt>
                <c:pt idx="287">
                  <c:v>A Mithun</c:v>
                </c:pt>
                <c:pt idx="288">
                  <c:v>AP Dole</c:v>
                </c:pt>
                <c:pt idx="289">
                  <c:v>L Ronchi</c:v>
                </c:pt>
                <c:pt idx="290">
                  <c:v>S Sreesanth</c:v>
                </c:pt>
                <c:pt idx="291">
                  <c:v>Anureet Singh</c:v>
                </c:pt>
                <c:pt idx="292">
                  <c:v>D Salunkhe</c:v>
                </c:pt>
                <c:pt idx="293">
                  <c:v>RJ Peterson</c:v>
                </c:pt>
                <c:pt idx="294">
                  <c:v>T Taibu</c:v>
                </c:pt>
                <c:pt idx="295">
                  <c:v>S Sriram</c:v>
                </c:pt>
                <c:pt idx="296">
                  <c:v>C Munro</c:v>
                </c:pt>
                <c:pt idx="297">
                  <c:v>VH Zol</c:v>
                </c:pt>
                <c:pt idx="298">
                  <c:v>J Syed Mohammad</c:v>
                </c:pt>
                <c:pt idx="299">
                  <c:v>SB Jakati</c:v>
                </c:pt>
                <c:pt idx="300">
                  <c:v>Basil Thampi</c:v>
                </c:pt>
                <c:pt idx="301">
                  <c:v>NL McCullum</c:v>
                </c:pt>
                <c:pt idx="302">
                  <c:v>Sandeep Sharma</c:v>
                </c:pt>
                <c:pt idx="303">
                  <c:v>JM Kemp</c:v>
                </c:pt>
                <c:pt idx="304">
                  <c:v>AB Dinda</c:v>
                </c:pt>
                <c:pt idx="305">
                  <c:v>S Nadeem</c:v>
                </c:pt>
                <c:pt idx="306">
                  <c:v>S Chanderpaul</c:v>
                </c:pt>
                <c:pt idx="307">
                  <c:v>A Choudhary</c:v>
                </c:pt>
                <c:pt idx="308">
                  <c:v>JJ Bumrah</c:v>
                </c:pt>
                <c:pt idx="309">
                  <c:v>PJ Sangwan</c:v>
                </c:pt>
                <c:pt idx="310">
                  <c:v>MA Khote</c:v>
                </c:pt>
                <c:pt idx="311">
                  <c:v>ER Dwivedi</c:v>
                </c:pt>
                <c:pt idx="312">
                  <c:v>NS Naik</c:v>
                </c:pt>
                <c:pt idx="313">
                  <c:v>J Arunkumar</c:v>
                </c:pt>
                <c:pt idx="314">
                  <c:v>SW Tait</c:v>
                </c:pt>
                <c:pt idx="315">
                  <c:v>BMAJ Mendis</c:v>
                </c:pt>
                <c:pt idx="316">
                  <c:v>GB Hogg</c:v>
                </c:pt>
                <c:pt idx="317">
                  <c:v>MS Wade</c:v>
                </c:pt>
                <c:pt idx="318">
                  <c:v>DE Bollinger</c:v>
                </c:pt>
                <c:pt idx="319">
                  <c:v>CA Ingram</c:v>
                </c:pt>
                <c:pt idx="320">
                  <c:v>AD Nath</c:v>
                </c:pt>
                <c:pt idx="321">
                  <c:v>RR Raje</c:v>
                </c:pt>
                <c:pt idx="322">
                  <c:v>AC Thomas</c:v>
                </c:pt>
                <c:pt idx="323">
                  <c:v>Harpreet Singh</c:v>
                </c:pt>
                <c:pt idx="324">
                  <c:v>NJ Maddinson</c:v>
                </c:pt>
                <c:pt idx="325">
                  <c:v>Kuldeep Yadav</c:v>
                </c:pt>
                <c:pt idx="326">
                  <c:v>M Muralitharan</c:v>
                </c:pt>
                <c:pt idx="327">
                  <c:v>A Mukund</c:v>
                </c:pt>
                <c:pt idx="328">
                  <c:v>Vishnu Vinod</c:v>
                </c:pt>
                <c:pt idx="329">
                  <c:v>R Bishnoi</c:v>
                </c:pt>
                <c:pt idx="330">
                  <c:v>DR Martyn</c:v>
                </c:pt>
                <c:pt idx="331">
                  <c:v>R Shukla</c:v>
                </c:pt>
                <c:pt idx="332">
                  <c:v>Y Gnaneswara Rao</c:v>
                </c:pt>
                <c:pt idx="333">
                  <c:v>P Sahu</c:v>
                </c:pt>
                <c:pt idx="334">
                  <c:v>JJ van der Wath</c:v>
                </c:pt>
                <c:pt idx="335">
                  <c:v>PV Tambe</c:v>
                </c:pt>
                <c:pt idx="336">
                  <c:v>DS Lehmann</c:v>
                </c:pt>
                <c:pt idx="337">
                  <c:v>Imran Tahir</c:v>
                </c:pt>
                <c:pt idx="338">
                  <c:v>BJ Haddin</c:v>
                </c:pt>
                <c:pt idx="339">
                  <c:v>Harmeet Singh</c:v>
                </c:pt>
                <c:pt idx="340">
                  <c:v>Parvez Rasool</c:v>
                </c:pt>
                <c:pt idx="341">
                  <c:v>CK Kapugedera</c:v>
                </c:pt>
                <c:pt idx="342">
                  <c:v>PP Ojha</c:v>
                </c:pt>
                <c:pt idx="343">
                  <c:v>YS Chahal</c:v>
                </c:pt>
                <c:pt idx="344">
                  <c:v>SA Abbott</c:v>
                </c:pt>
                <c:pt idx="345">
                  <c:v>C Madan</c:v>
                </c:pt>
                <c:pt idx="346">
                  <c:v>KC Cariappa</c:v>
                </c:pt>
                <c:pt idx="347">
                  <c:v>GR Napier</c:v>
                </c:pt>
                <c:pt idx="348">
                  <c:v>VY Mahesh</c:v>
                </c:pt>
                <c:pt idx="349">
                  <c:v>S Gopal</c:v>
                </c:pt>
                <c:pt idx="350">
                  <c:v>F Behardien</c:v>
                </c:pt>
                <c:pt idx="351">
                  <c:v>DL Chahar</c:v>
                </c:pt>
                <c:pt idx="352">
                  <c:v>MDKJ Perera</c:v>
                </c:pt>
                <c:pt idx="353">
                  <c:v>DT Patil</c:v>
                </c:pt>
                <c:pt idx="354">
                  <c:v>S Badree</c:v>
                </c:pt>
                <c:pt idx="355">
                  <c:v>KJ Abbott</c:v>
                </c:pt>
                <c:pt idx="356">
                  <c:v>Karanveer Singh</c:v>
                </c:pt>
                <c:pt idx="357">
                  <c:v>AA Chavan</c:v>
                </c:pt>
                <c:pt idx="358">
                  <c:v>Swapnil Singh</c:v>
                </c:pt>
                <c:pt idx="359">
                  <c:v>AR Bawne</c:v>
                </c:pt>
                <c:pt idx="360">
                  <c:v>T Thushara</c:v>
                </c:pt>
                <c:pt idx="361">
                  <c:v>DAJ Bracewell</c:v>
                </c:pt>
                <c:pt idx="362">
                  <c:v>K Upadhyay</c:v>
                </c:pt>
                <c:pt idx="363">
                  <c:v>T Henderson</c:v>
                </c:pt>
                <c:pt idx="364">
                  <c:v>M Ntini</c:v>
                </c:pt>
                <c:pt idx="365">
                  <c:v>DNT Zoysa</c:v>
                </c:pt>
                <c:pt idx="366">
                  <c:v>Rashid Khan</c:v>
                </c:pt>
                <c:pt idx="367">
                  <c:v>T Kohli</c:v>
                </c:pt>
                <c:pt idx="368">
                  <c:v>J Theron</c:v>
                </c:pt>
                <c:pt idx="369">
                  <c:v>SMSM Senanayake</c:v>
                </c:pt>
                <c:pt idx="370">
                  <c:v>KAJ Roach</c:v>
                </c:pt>
                <c:pt idx="371">
                  <c:v>D du Preez</c:v>
                </c:pt>
                <c:pt idx="372">
                  <c:v>X Thalaivan Sargunam</c:v>
                </c:pt>
                <c:pt idx="373">
                  <c:v>TD Paine</c:v>
                </c:pt>
                <c:pt idx="374">
                  <c:v>AG Murtaza</c:v>
                </c:pt>
                <c:pt idx="375">
                  <c:v>Washington Sundar</c:v>
                </c:pt>
                <c:pt idx="376">
                  <c:v>S Kaul</c:v>
                </c:pt>
                <c:pt idx="377">
                  <c:v>SM Harwood</c:v>
                </c:pt>
                <c:pt idx="378">
                  <c:v>AA Noffke</c:v>
                </c:pt>
                <c:pt idx="379">
                  <c:v>CK Langeveldt</c:v>
                </c:pt>
                <c:pt idx="380">
                  <c:v>CJ McKay</c:v>
                </c:pt>
                <c:pt idx="381">
                  <c:v>TM Srivastava</c:v>
                </c:pt>
                <c:pt idx="382">
                  <c:v>TS Mills</c:v>
                </c:pt>
                <c:pt idx="383">
                  <c:v>Jaskaran Singh</c:v>
                </c:pt>
                <c:pt idx="384">
                  <c:v>I Malhotra</c:v>
                </c:pt>
                <c:pt idx="385">
                  <c:v>AF Milne</c:v>
                </c:pt>
                <c:pt idx="386">
                  <c:v>SN Thakur</c:v>
                </c:pt>
                <c:pt idx="387">
                  <c:v>Ankit Soni</c:v>
                </c:pt>
                <c:pt idx="388">
                  <c:v>VS Malik</c:v>
                </c:pt>
                <c:pt idx="389">
                  <c:v>UA Birla</c:v>
                </c:pt>
                <c:pt idx="390">
                  <c:v>Pankaj Singh</c:v>
                </c:pt>
                <c:pt idx="391">
                  <c:v>AN Ghosh</c:v>
                </c:pt>
                <c:pt idx="392">
                  <c:v>AS Rajpoot</c:v>
                </c:pt>
                <c:pt idx="393">
                  <c:v>SS Shaikh</c:v>
                </c:pt>
                <c:pt idx="394">
                  <c:v>PSP Handscomb</c:v>
                </c:pt>
                <c:pt idx="395">
                  <c:v>BA Bhatt</c:v>
                </c:pt>
                <c:pt idx="396">
                  <c:v>J Yadav</c:v>
                </c:pt>
                <c:pt idx="397">
                  <c:v>SB Joshi</c:v>
                </c:pt>
                <c:pt idx="398">
                  <c:v>DM Bravo</c:v>
                </c:pt>
                <c:pt idx="399">
                  <c:v>Shivam Sharma</c:v>
                </c:pt>
                <c:pt idx="400">
                  <c:v>KMDN Kulasekara</c:v>
                </c:pt>
                <c:pt idx="401">
                  <c:v>SJ Srivastava</c:v>
                </c:pt>
                <c:pt idx="402">
                  <c:v>TA Boult</c:v>
                </c:pt>
                <c:pt idx="403">
                  <c:v>JD Unadkat</c:v>
                </c:pt>
                <c:pt idx="404">
                  <c:v>A Zampa</c:v>
                </c:pt>
                <c:pt idx="405">
                  <c:v>P Awana</c:v>
                </c:pt>
                <c:pt idx="406">
                  <c:v>DP Nannes</c:v>
                </c:pt>
                <c:pt idx="407">
                  <c:v>B Laughlin</c:v>
                </c:pt>
                <c:pt idx="408">
                  <c:v>RS Sodhi</c:v>
                </c:pt>
                <c:pt idx="409">
                  <c:v>CRD Fernando</c:v>
                </c:pt>
                <c:pt idx="410">
                  <c:v>FH Edwards</c:v>
                </c:pt>
                <c:pt idx="411">
                  <c:v>GD McGrath</c:v>
                </c:pt>
                <c:pt idx="412">
                  <c:v>BB Sran</c:v>
                </c:pt>
                <c:pt idx="413">
                  <c:v>A Uniyal</c:v>
                </c:pt>
                <c:pt idx="414">
                  <c:v>A Chandila</c:v>
                </c:pt>
                <c:pt idx="415">
                  <c:v>VRV Singh</c:v>
                </c:pt>
                <c:pt idx="416">
                  <c:v>CJ Jordan</c:v>
                </c:pt>
                <c:pt idx="417">
                  <c:v>Kamran Khan</c:v>
                </c:pt>
                <c:pt idx="418">
                  <c:v>RD Chahar</c:v>
                </c:pt>
                <c:pt idx="419">
                  <c:v>JE Taylor</c:v>
                </c:pt>
                <c:pt idx="420">
                  <c:v>Younis Khan</c:v>
                </c:pt>
                <c:pt idx="421">
                  <c:v>D Kalyankrishna</c:v>
                </c:pt>
                <c:pt idx="422">
                  <c:v>S Tyagi</c:v>
                </c:pt>
                <c:pt idx="423">
                  <c:v>BAW Mendis</c:v>
                </c:pt>
                <c:pt idx="424">
                  <c:v>Mohammad Asif</c:v>
                </c:pt>
                <c:pt idx="425">
                  <c:v>R Ninan</c:v>
                </c:pt>
                <c:pt idx="426">
                  <c:v>SB Wagh</c:v>
                </c:pt>
                <c:pt idx="427">
                  <c:v>RG More</c:v>
                </c:pt>
                <c:pt idx="428">
                  <c:v>Shoaib Akhtar</c:v>
                </c:pt>
                <c:pt idx="429">
                  <c:v>S Randiv</c:v>
                </c:pt>
                <c:pt idx="430">
                  <c:v>Mashrafe Mortaza</c:v>
                </c:pt>
                <c:pt idx="431">
                  <c:v>A Singh</c:v>
                </c:pt>
                <c:pt idx="432">
                  <c:v>Mohammad Nabi</c:v>
                </c:pt>
                <c:pt idx="433">
                  <c:v>KP Appanna</c:v>
                </c:pt>
                <c:pt idx="434">
                  <c:v>RS Gavaskar</c:v>
                </c:pt>
                <c:pt idx="435">
                  <c:v>Mohammad Ashraful</c:v>
                </c:pt>
                <c:pt idx="436">
                  <c:v>VS Yeligati</c:v>
                </c:pt>
                <c:pt idx="437">
                  <c:v>H Das</c:v>
                </c:pt>
                <c:pt idx="438">
                  <c:v>M de Lange</c:v>
                </c:pt>
                <c:pt idx="439">
                  <c:v>BE Hendricks</c:v>
                </c:pt>
                <c:pt idx="440">
                  <c:v>DJ Muthuswami</c:v>
                </c:pt>
                <c:pt idx="441">
                  <c:v>SE Bond</c:v>
                </c:pt>
                <c:pt idx="442">
                  <c:v>NJ Rimmington</c:v>
                </c:pt>
                <c:pt idx="443">
                  <c:v>Shoaib Ahmed</c:v>
                </c:pt>
                <c:pt idx="444">
                  <c:v>DP Vijaykumar</c:v>
                </c:pt>
                <c:pt idx="445">
                  <c:v>P Parameswaran</c:v>
                </c:pt>
                <c:pt idx="446">
                  <c:v>LH Ferguson</c:v>
                </c:pt>
                <c:pt idx="447">
                  <c:v>PM Sarvesh Kumar</c:v>
                </c:pt>
                <c:pt idx="448">
                  <c:v>RR Bhatkal</c:v>
                </c:pt>
                <c:pt idx="449">
                  <c:v>Abdur Razzak</c:v>
                </c:pt>
                <c:pt idx="450">
                  <c:v>C Nanda</c:v>
                </c:pt>
                <c:pt idx="451">
                  <c:v>V Pratap Singh</c:v>
                </c:pt>
                <c:pt idx="452">
                  <c:v>ND Doshi</c:v>
                </c:pt>
                <c:pt idx="453">
                  <c:v>L Ablish</c:v>
                </c:pt>
                <c:pt idx="454">
                  <c:v>M Ashwin</c:v>
                </c:pt>
                <c:pt idx="455">
                  <c:v>Sunny Gupta</c:v>
                </c:pt>
                <c:pt idx="456">
                  <c:v>S Kaushik</c:v>
                </c:pt>
                <c:pt idx="457">
                  <c:v>IC Pandey</c:v>
                </c:pt>
                <c:pt idx="458">
                  <c:v>U Kaul</c:v>
                </c:pt>
                <c:pt idx="459">
                  <c:v>YA Abdulla</c:v>
                </c:pt>
                <c:pt idx="460">
                  <c:v>S Ladda</c:v>
                </c:pt>
              </c:strCache>
            </c:strRef>
          </c:cat>
          <c:val>
            <c:numRef>
              <c:f>'Most runs'!$B$4:$B$465</c:f>
              <c:numCache>
                <c:formatCode>General</c:formatCode>
                <c:ptCount val="461"/>
                <c:pt idx="0">
                  <c:v>4548</c:v>
                </c:pt>
                <c:pt idx="1">
                  <c:v>4423</c:v>
                </c:pt>
                <c:pt idx="2">
                  <c:v>4207</c:v>
                </c:pt>
                <c:pt idx="3">
                  <c:v>4132</c:v>
                </c:pt>
                <c:pt idx="4">
                  <c:v>4014</c:v>
                </c:pt>
                <c:pt idx="5">
                  <c:v>3778</c:v>
                </c:pt>
                <c:pt idx="6">
                  <c:v>3651</c:v>
                </c:pt>
                <c:pt idx="7">
                  <c:v>3561</c:v>
                </c:pt>
                <c:pt idx="8">
                  <c:v>3560</c:v>
                </c:pt>
                <c:pt idx="9">
                  <c:v>3486</c:v>
                </c:pt>
                <c:pt idx="10">
                  <c:v>3057</c:v>
                </c:pt>
                <c:pt idx="11">
                  <c:v>2922</c:v>
                </c:pt>
                <c:pt idx="12">
                  <c:v>2903</c:v>
                </c:pt>
                <c:pt idx="13">
                  <c:v>2755</c:v>
                </c:pt>
                <c:pt idx="14">
                  <c:v>2728</c:v>
                </c:pt>
                <c:pt idx="15">
                  <c:v>2628</c:v>
                </c:pt>
                <c:pt idx="16">
                  <c:v>2591</c:v>
                </c:pt>
                <c:pt idx="17">
                  <c:v>2511</c:v>
                </c:pt>
                <c:pt idx="18">
                  <c:v>2489</c:v>
                </c:pt>
                <c:pt idx="19">
                  <c:v>2427</c:v>
                </c:pt>
                <c:pt idx="20">
                  <c:v>2416</c:v>
                </c:pt>
                <c:pt idx="21">
                  <c:v>2385</c:v>
                </c:pt>
                <c:pt idx="22">
                  <c:v>2354</c:v>
                </c:pt>
                <c:pt idx="23">
                  <c:v>2334</c:v>
                </c:pt>
                <c:pt idx="24">
                  <c:v>2322</c:v>
                </c:pt>
                <c:pt idx="25">
                  <c:v>2223</c:v>
                </c:pt>
                <c:pt idx="26">
                  <c:v>2174</c:v>
                </c:pt>
                <c:pt idx="27">
                  <c:v>2069</c:v>
                </c:pt>
                <c:pt idx="28">
                  <c:v>1993</c:v>
                </c:pt>
                <c:pt idx="29">
                  <c:v>1977</c:v>
                </c:pt>
                <c:pt idx="30">
                  <c:v>1808</c:v>
                </c:pt>
                <c:pt idx="31">
                  <c:v>1732</c:v>
                </c:pt>
                <c:pt idx="32">
                  <c:v>1713</c:v>
                </c:pt>
                <c:pt idx="33">
                  <c:v>1687</c:v>
                </c:pt>
                <c:pt idx="34">
                  <c:v>1648</c:v>
                </c:pt>
                <c:pt idx="35">
                  <c:v>1604</c:v>
                </c:pt>
                <c:pt idx="36">
                  <c:v>1563</c:v>
                </c:pt>
                <c:pt idx="37">
                  <c:v>1557</c:v>
                </c:pt>
                <c:pt idx="38">
                  <c:v>1553</c:v>
                </c:pt>
                <c:pt idx="39">
                  <c:v>1441</c:v>
                </c:pt>
                <c:pt idx="40">
                  <c:v>1426</c:v>
                </c:pt>
                <c:pt idx="41">
                  <c:v>1400</c:v>
                </c:pt>
                <c:pt idx="42">
                  <c:v>1349</c:v>
                </c:pt>
                <c:pt idx="43">
                  <c:v>1322</c:v>
                </c:pt>
                <c:pt idx="44">
                  <c:v>1295</c:v>
                </c:pt>
                <c:pt idx="45">
                  <c:v>1276</c:v>
                </c:pt>
                <c:pt idx="46">
                  <c:v>1262</c:v>
                </c:pt>
                <c:pt idx="47">
                  <c:v>1229</c:v>
                </c:pt>
                <c:pt idx="48">
                  <c:v>1158</c:v>
                </c:pt>
                <c:pt idx="49">
                  <c:v>1153</c:v>
                </c:pt>
                <c:pt idx="50">
                  <c:v>1150</c:v>
                </c:pt>
                <c:pt idx="51">
                  <c:v>1112</c:v>
                </c:pt>
                <c:pt idx="52">
                  <c:v>1107</c:v>
                </c:pt>
                <c:pt idx="53">
                  <c:v>1079</c:v>
                </c:pt>
                <c:pt idx="54">
                  <c:v>1017</c:v>
                </c:pt>
                <c:pt idx="55">
                  <c:v>1001</c:v>
                </c:pt>
                <c:pt idx="56">
                  <c:v>985</c:v>
                </c:pt>
                <c:pt idx="57">
                  <c:v>975</c:v>
                </c:pt>
                <c:pt idx="58">
                  <c:v>974</c:v>
                </c:pt>
                <c:pt idx="59">
                  <c:v>971</c:v>
                </c:pt>
                <c:pt idx="60">
                  <c:v>969</c:v>
                </c:pt>
                <c:pt idx="61">
                  <c:v>957</c:v>
                </c:pt>
                <c:pt idx="62">
                  <c:v>893</c:v>
                </c:pt>
                <c:pt idx="63">
                  <c:v>886</c:v>
                </c:pt>
                <c:pt idx="64">
                  <c:v>854</c:v>
                </c:pt>
                <c:pt idx="65">
                  <c:v>814</c:v>
                </c:pt>
                <c:pt idx="66">
                  <c:v>807</c:v>
                </c:pt>
                <c:pt idx="67">
                  <c:v>799</c:v>
                </c:pt>
                <c:pt idx="68">
                  <c:v>798</c:v>
                </c:pt>
                <c:pt idx="69">
                  <c:v>768</c:v>
                </c:pt>
                <c:pt idx="70">
                  <c:v>766</c:v>
                </c:pt>
                <c:pt idx="71">
                  <c:v>739</c:v>
                </c:pt>
                <c:pt idx="72">
                  <c:v>726</c:v>
                </c:pt>
                <c:pt idx="73">
                  <c:v>725</c:v>
                </c:pt>
                <c:pt idx="74">
                  <c:v>724</c:v>
                </c:pt>
                <c:pt idx="75">
                  <c:v>676</c:v>
                </c:pt>
                <c:pt idx="76">
                  <c:v>672</c:v>
                </c:pt>
                <c:pt idx="77">
                  <c:v>663</c:v>
                </c:pt>
                <c:pt idx="78">
                  <c:v>608</c:v>
                </c:pt>
                <c:pt idx="79">
                  <c:v>606</c:v>
                </c:pt>
                <c:pt idx="80">
                  <c:v>604</c:v>
                </c:pt>
                <c:pt idx="81">
                  <c:v>577</c:v>
                </c:pt>
                <c:pt idx="82">
                  <c:v>574</c:v>
                </c:pt>
                <c:pt idx="83">
                  <c:v>564</c:v>
                </c:pt>
                <c:pt idx="84">
                  <c:v>531</c:v>
                </c:pt>
                <c:pt idx="85">
                  <c:v>528</c:v>
                </c:pt>
                <c:pt idx="86">
                  <c:v>527</c:v>
                </c:pt>
                <c:pt idx="87">
                  <c:v>521</c:v>
                </c:pt>
                <c:pt idx="88">
                  <c:v>515</c:v>
                </c:pt>
                <c:pt idx="89">
                  <c:v>514</c:v>
                </c:pt>
                <c:pt idx="90">
                  <c:v>506</c:v>
                </c:pt>
                <c:pt idx="91">
                  <c:v>505</c:v>
                </c:pt>
                <c:pt idx="92">
                  <c:v>500</c:v>
                </c:pt>
                <c:pt idx="93">
                  <c:v>480</c:v>
                </c:pt>
                <c:pt idx="94">
                  <c:v>439</c:v>
                </c:pt>
                <c:pt idx="95">
                  <c:v>437</c:v>
                </c:pt>
                <c:pt idx="96">
                  <c:v>424</c:v>
                </c:pt>
                <c:pt idx="97">
                  <c:v>423</c:v>
                </c:pt>
                <c:pt idx="98">
                  <c:v>420</c:v>
                </c:pt>
                <c:pt idx="99">
                  <c:v>417</c:v>
                </c:pt>
                <c:pt idx="100">
                  <c:v>411</c:v>
                </c:pt>
                <c:pt idx="101">
                  <c:v>409</c:v>
                </c:pt>
                <c:pt idx="102">
                  <c:v>406</c:v>
                </c:pt>
                <c:pt idx="103">
                  <c:v>405</c:v>
                </c:pt>
                <c:pt idx="104">
                  <c:v>401</c:v>
                </c:pt>
                <c:pt idx="105">
                  <c:v>394</c:v>
                </c:pt>
                <c:pt idx="106">
                  <c:v>391</c:v>
                </c:pt>
                <c:pt idx="107">
                  <c:v>390</c:v>
                </c:pt>
                <c:pt idx="108">
                  <c:v>388</c:v>
                </c:pt>
                <c:pt idx="109">
                  <c:v>384</c:v>
                </c:pt>
                <c:pt idx="110">
                  <c:v>375</c:v>
                </c:pt>
                <c:pt idx="111">
                  <c:v>373</c:v>
                </c:pt>
                <c:pt idx="112">
                  <c:v>368</c:v>
                </c:pt>
                <c:pt idx="113">
                  <c:v>353</c:v>
                </c:pt>
                <c:pt idx="114">
                  <c:v>342</c:v>
                </c:pt>
                <c:pt idx="115">
                  <c:v>342</c:v>
                </c:pt>
                <c:pt idx="116">
                  <c:v>340</c:v>
                </c:pt>
                <c:pt idx="117">
                  <c:v>340</c:v>
                </c:pt>
                <c:pt idx="118">
                  <c:v>339</c:v>
                </c:pt>
                <c:pt idx="119">
                  <c:v>327</c:v>
                </c:pt>
                <c:pt idx="120">
                  <c:v>326</c:v>
                </c:pt>
                <c:pt idx="121">
                  <c:v>319</c:v>
                </c:pt>
                <c:pt idx="122">
                  <c:v>317</c:v>
                </c:pt>
                <c:pt idx="123">
                  <c:v>316</c:v>
                </c:pt>
                <c:pt idx="124">
                  <c:v>304</c:v>
                </c:pt>
                <c:pt idx="125">
                  <c:v>304</c:v>
                </c:pt>
                <c:pt idx="126">
                  <c:v>302</c:v>
                </c:pt>
                <c:pt idx="127">
                  <c:v>300</c:v>
                </c:pt>
                <c:pt idx="128">
                  <c:v>295</c:v>
                </c:pt>
                <c:pt idx="129">
                  <c:v>285</c:v>
                </c:pt>
                <c:pt idx="130">
                  <c:v>282</c:v>
                </c:pt>
                <c:pt idx="131">
                  <c:v>280</c:v>
                </c:pt>
                <c:pt idx="132">
                  <c:v>280</c:v>
                </c:pt>
                <c:pt idx="133">
                  <c:v>280</c:v>
                </c:pt>
                <c:pt idx="134">
                  <c:v>278</c:v>
                </c:pt>
                <c:pt idx="135">
                  <c:v>271</c:v>
                </c:pt>
                <c:pt idx="136">
                  <c:v>270</c:v>
                </c:pt>
                <c:pt idx="137">
                  <c:v>259</c:v>
                </c:pt>
                <c:pt idx="138">
                  <c:v>241</c:v>
                </c:pt>
                <c:pt idx="139">
                  <c:v>241</c:v>
                </c:pt>
                <c:pt idx="140">
                  <c:v>237</c:v>
                </c:pt>
                <c:pt idx="141">
                  <c:v>231</c:v>
                </c:pt>
                <c:pt idx="142">
                  <c:v>226</c:v>
                </c:pt>
                <c:pt idx="143">
                  <c:v>225</c:v>
                </c:pt>
                <c:pt idx="144">
                  <c:v>218</c:v>
                </c:pt>
                <c:pt idx="145">
                  <c:v>217</c:v>
                </c:pt>
                <c:pt idx="146">
                  <c:v>205</c:v>
                </c:pt>
                <c:pt idx="147">
                  <c:v>203</c:v>
                </c:pt>
                <c:pt idx="148">
                  <c:v>198</c:v>
                </c:pt>
                <c:pt idx="149">
                  <c:v>196</c:v>
                </c:pt>
                <c:pt idx="150">
                  <c:v>194</c:v>
                </c:pt>
                <c:pt idx="151">
                  <c:v>193</c:v>
                </c:pt>
                <c:pt idx="152">
                  <c:v>193</c:v>
                </c:pt>
                <c:pt idx="153">
                  <c:v>192</c:v>
                </c:pt>
                <c:pt idx="154">
                  <c:v>189</c:v>
                </c:pt>
                <c:pt idx="155">
                  <c:v>187</c:v>
                </c:pt>
                <c:pt idx="156">
                  <c:v>183</c:v>
                </c:pt>
                <c:pt idx="157">
                  <c:v>181</c:v>
                </c:pt>
                <c:pt idx="158">
                  <c:v>179</c:v>
                </c:pt>
                <c:pt idx="159">
                  <c:v>177</c:v>
                </c:pt>
                <c:pt idx="160">
                  <c:v>177</c:v>
                </c:pt>
                <c:pt idx="161">
                  <c:v>170</c:v>
                </c:pt>
                <c:pt idx="162">
                  <c:v>169</c:v>
                </c:pt>
                <c:pt idx="163">
                  <c:v>167</c:v>
                </c:pt>
                <c:pt idx="164">
                  <c:v>166</c:v>
                </c:pt>
                <c:pt idx="165">
                  <c:v>164</c:v>
                </c:pt>
                <c:pt idx="166">
                  <c:v>163</c:v>
                </c:pt>
                <c:pt idx="167">
                  <c:v>161</c:v>
                </c:pt>
                <c:pt idx="168">
                  <c:v>159</c:v>
                </c:pt>
                <c:pt idx="169">
                  <c:v>159</c:v>
                </c:pt>
                <c:pt idx="170">
                  <c:v>158</c:v>
                </c:pt>
                <c:pt idx="171">
                  <c:v>153</c:v>
                </c:pt>
                <c:pt idx="172">
                  <c:v>151</c:v>
                </c:pt>
                <c:pt idx="173">
                  <c:v>147</c:v>
                </c:pt>
                <c:pt idx="174">
                  <c:v>145</c:v>
                </c:pt>
                <c:pt idx="175">
                  <c:v>140</c:v>
                </c:pt>
                <c:pt idx="176">
                  <c:v>137</c:v>
                </c:pt>
                <c:pt idx="177">
                  <c:v>136</c:v>
                </c:pt>
                <c:pt idx="178">
                  <c:v>131</c:v>
                </c:pt>
                <c:pt idx="179">
                  <c:v>130</c:v>
                </c:pt>
                <c:pt idx="180">
                  <c:v>128</c:v>
                </c:pt>
                <c:pt idx="181">
                  <c:v>127</c:v>
                </c:pt>
                <c:pt idx="182">
                  <c:v>127</c:v>
                </c:pt>
                <c:pt idx="183">
                  <c:v>127</c:v>
                </c:pt>
                <c:pt idx="184">
                  <c:v>126</c:v>
                </c:pt>
                <c:pt idx="185">
                  <c:v>126</c:v>
                </c:pt>
                <c:pt idx="186">
                  <c:v>125</c:v>
                </c:pt>
                <c:pt idx="187">
                  <c:v>125</c:v>
                </c:pt>
                <c:pt idx="188">
                  <c:v>124</c:v>
                </c:pt>
                <c:pt idx="189">
                  <c:v>124</c:v>
                </c:pt>
                <c:pt idx="190">
                  <c:v>123</c:v>
                </c:pt>
                <c:pt idx="191">
                  <c:v>121</c:v>
                </c:pt>
                <c:pt idx="192">
                  <c:v>121</c:v>
                </c:pt>
                <c:pt idx="193">
                  <c:v>120</c:v>
                </c:pt>
                <c:pt idx="194">
                  <c:v>117</c:v>
                </c:pt>
                <c:pt idx="195">
                  <c:v>117</c:v>
                </c:pt>
                <c:pt idx="196">
                  <c:v>117</c:v>
                </c:pt>
                <c:pt idx="197">
                  <c:v>116</c:v>
                </c:pt>
                <c:pt idx="198">
                  <c:v>113</c:v>
                </c:pt>
                <c:pt idx="199">
                  <c:v>112</c:v>
                </c:pt>
                <c:pt idx="200">
                  <c:v>111</c:v>
                </c:pt>
                <c:pt idx="201">
                  <c:v>106</c:v>
                </c:pt>
                <c:pt idx="202">
                  <c:v>106</c:v>
                </c:pt>
                <c:pt idx="203">
                  <c:v>103</c:v>
                </c:pt>
                <c:pt idx="204">
                  <c:v>101</c:v>
                </c:pt>
                <c:pt idx="205">
                  <c:v>99</c:v>
                </c:pt>
                <c:pt idx="206">
                  <c:v>99</c:v>
                </c:pt>
                <c:pt idx="207">
                  <c:v>98</c:v>
                </c:pt>
                <c:pt idx="208">
                  <c:v>98</c:v>
                </c:pt>
                <c:pt idx="209">
                  <c:v>96</c:v>
                </c:pt>
                <c:pt idx="210">
                  <c:v>95</c:v>
                </c:pt>
                <c:pt idx="211">
                  <c:v>94</c:v>
                </c:pt>
                <c:pt idx="212">
                  <c:v>92</c:v>
                </c:pt>
                <c:pt idx="213">
                  <c:v>92</c:v>
                </c:pt>
                <c:pt idx="214">
                  <c:v>91</c:v>
                </c:pt>
                <c:pt idx="215">
                  <c:v>91</c:v>
                </c:pt>
                <c:pt idx="216">
                  <c:v>90</c:v>
                </c:pt>
                <c:pt idx="217">
                  <c:v>88</c:v>
                </c:pt>
                <c:pt idx="218">
                  <c:v>88</c:v>
                </c:pt>
                <c:pt idx="219">
                  <c:v>87</c:v>
                </c:pt>
                <c:pt idx="220">
                  <c:v>87</c:v>
                </c:pt>
                <c:pt idx="221">
                  <c:v>83</c:v>
                </c:pt>
                <c:pt idx="222">
                  <c:v>81</c:v>
                </c:pt>
                <c:pt idx="223">
                  <c:v>81</c:v>
                </c:pt>
                <c:pt idx="224">
                  <c:v>81</c:v>
                </c:pt>
                <c:pt idx="225">
                  <c:v>79</c:v>
                </c:pt>
                <c:pt idx="226">
                  <c:v>77</c:v>
                </c:pt>
                <c:pt idx="227">
                  <c:v>76</c:v>
                </c:pt>
                <c:pt idx="228">
                  <c:v>76</c:v>
                </c:pt>
                <c:pt idx="229">
                  <c:v>75</c:v>
                </c:pt>
                <c:pt idx="230">
                  <c:v>73</c:v>
                </c:pt>
                <c:pt idx="231">
                  <c:v>73</c:v>
                </c:pt>
                <c:pt idx="232">
                  <c:v>69</c:v>
                </c:pt>
                <c:pt idx="233">
                  <c:v>67</c:v>
                </c:pt>
                <c:pt idx="234">
                  <c:v>66</c:v>
                </c:pt>
                <c:pt idx="235">
                  <c:v>64</c:v>
                </c:pt>
                <c:pt idx="236">
                  <c:v>63</c:v>
                </c:pt>
                <c:pt idx="237">
                  <c:v>63</c:v>
                </c:pt>
                <c:pt idx="238">
                  <c:v>63</c:v>
                </c:pt>
                <c:pt idx="239">
                  <c:v>62</c:v>
                </c:pt>
                <c:pt idx="240">
                  <c:v>59</c:v>
                </c:pt>
                <c:pt idx="241">
                  <c:v>59</c:v>
                </c:pt>
                <c:pt idx="242">
                  <c:v>56</c:v>
                </c:pt>
                <c:pt idx="243">
                  <c:v>55</c:v>
                </c:pt>
                <c:pt idx="244">
                  <c:v>55</c:v>
                </c:pt>
                <c:pt idx="245">
                  <c:v>54</c:v>
                </c:pt>
                <c:pt idx="246">
                  <c:v>53</c:v>
                </c:pt>
                <c:pt idx="247">
                  <c:v>53</c:v>
                </c:pt>
                <c:pt idx="248">
                  <c:v>53</c:v>
                </c:pt>
                <c:pt idx="249">
                  <c:v>52</c:v>
                </c:pt>
                <c:pt idx="250">
                  <c:v>52</c:v>
                </c:pt>
                <c:pt idx="251">
                  <c:v>52</c:v>
                </c:pt>
                <c:pt idx="252">
                  <c:v>51</c:v>
                </c:pt>
                <c:pt idx="253">
                  <c:v>51</c:v>
                </c:pt>
                <c:pt idx="254">
                  <c:v>50</c:v>
                </c:pt>
                <c:pt idx="255">
                  <c:v>49</c:v>
                </c:pt>
                <c:pt idx="256">
                  <c:v>49</c:v>
                </c:pt>
                <c:pt idx="257">
                  <c:v>49</c:v>
                </c:pt>
                <c:pt idx="258">
                  <c:v>48</c:v>
                </c:pt>
                <c:pt idx="259">
                  <c:v>47</c:v>
                </c:pt>
                <c:pt idx="260">
                  <c:v>47</c:v>
                </c:pt>
                <c:pt idx="261">
                  <c:v>46</c:v>
                </c:pt>
                <c:pt idx="262">
                  <c:v>46</c:v>
                </c:pt>
                <c:pt idx="263">
                  <c:v>46</c:v>
                </c:pt>
                <c:pt idx="264">
                  <c:v>45</c:v>
                </c:pt>
                <c:pt idx="265">
                  <c:v>43</c:v>
                </c:pt>
                <c:pt idx="266">
                  <c:v>42</c:v>
                </c:pt>
                <c:pt idx="267">
                  <c:v>42</c:v>
                </c:pt>
                <c:pt idx="268">
                  <c:v>42</c:v>
                </c:pt>
                <c:pt idx="269">
                  <c:v>41</c:v>
                </c:pt>
                <c:pt idx="270">
                  <c:v>40</c:v>
                </c:pt>
                <c:pt idx="271">
                  <c:v>40</c:v>
                </c:pt>
                <c:pt idx="272">
                  <c:v>39</c:v>
                </c:pt>
                <c:pt idx="273">
                  <c:v>39</c:v>
                </c:pt>
                <c:pt idx="274">
                  <c:v>39</c:v>
                </c:pt>
                <c:pt idx="275">
                  <c:v>39</c:v>
                </c:pt>
                <c:pt idx="276">
                  <c:v>38</c:v>
                </c:pt>
                <c:pt idx="277">
                  <c:v>38</c:v>
                </c:pt>
                <c:pt idx="278">
                  <c:v>37</c:v>
                </c:pt>
                <c:pt idx="279">
                  <c:v>36</c:v>
                </c:pt>
                <c:pt idx="280">
                  <c:v>36</c:v>
                </c:pt>
                <c:pt idx="281">
                  <c:v>36</c:v>
                </c:pt>
                <c:pt idx="282">
                  <c:v>36</c:v>
                </c:pt>
                <c:pt idx="283">
                  <c:v>36</c:v>
                </c:pt>
                <c:pt idx="284">
                  <c:v>35</c:v>
                </c:pt>
                <c:pt idx="285">
                  <c:v>35</c:v>
                </c:pt>
                <c:pt idx="286">
                  <c:v>35</c:v>
                </c:pt>
                <c:pt idx="287">
                  <c:v>34</c:v>
                </c:pt>
                <c:pt idx="288">
                  <c:v>34</c:v>
                </c:pt>
                <c:pt idx="289">
                  <c:v>34</c:v>
                </c:pt>
                <c:pt idx="290">
                  <c:v>34</c:v>
                </c:pt>
                <c:pt idx="291">
                  <c:v>33</c:v>
                </c:pt>
                <c:pt idx="292">
                  <c:v>33</c:v>
                </c:pt>
                <c:pt idx="293">
                  <c:v>32</c:v>
                </c:pt>
                <c:pt idx="294">
                  <c:v>31</c:v>
                </c:pt>
                <c:pt idx="295">
                  <c:v>31</c:v>
                </c:pt>
                <c:pt idx="296">
                  <c:v>30</c:v>
                </c:pt>
                <c:pt idx="297">
                  <c:v>29</c:v>
                </c:pt>
                <c:pt idx="298">
                  <c:v>29</c:v>
                </c:pt>
                <c:pt idx="299">
                  <c:v>28</c:v>
                </c:pt>
                <c:pt idx="300">
                  <c:v>28</c:v>
                </c:pt>
                <c:pt idx="301">
                  <c:v>26</c:v>
                </c:pt>
                <c:pt idx="302">
                  <c:v>26</c:v>
                </c:pt>
                <c:pt idx="303">
                  <c:v>26</c:v>
                </c:pt>
                <c:pt idx="304">
                  <c:v>26</c:v>
                </c:pt>
                <c:pt idx="305">
                  <c:v>26</c:v>
                </c:pt>
                <c:pt idx="306">
                  <c:v>25</c:v>
                </c:pt>
                <c:pt idx="307">
                  <c:v>25</c:v>
                </c:pt>
                <c:pt idx="308">
                  <c:v>25</c:v>
                </c:pt>
                <c:pt idx="309">
                  <c:v>24</c:v>
                </c:pt>
                <c:pt idx="310">
                  <c:v>24</c:v>
                </c:pt>
                <c:pt idx="311">
                  <c:v>24</c:v>
                </c:pt>
                <c:pt idx="312">
                  <c:v>23</c:v>
                </c:pt>
                <c:pt idx="313">
                  <c:v>23</c:v>
                </c:pt>
                <c:pt idx="314">
                  <c:v>23</c:v>
                </c:pt>
                <c:pt idx="315">
                  <c:v>23</c:v>
                </c:pt>
                <c:pt idx="316">
                  <c:v>22</c:v>
                </c:pt>
                <c:pt idx="317">
                  <c:v>22</c:v>
                </c:pt>
                <c:pt idx="318">
                  <c:v>21</c:v>
                </c:pt>
                <c:pt idx="319">
                  <c:v>21</c:v>
                </c:pt>
                <c:pt idx="320">
                  <c:v>20</c:v>
                </c:pt>
                <c:pt idx="321">
                  <c:v>20</c:v>
                </c:pt>
                <c:pt idx="322">
                  <c:v>20</c:v>
                </c:pt>
                <c:pt idx="323">
                  <c:v>20</c:v>
                </c:pt>
                <c:pt idx="324">
                  <c:v>20</c:v>
                </c:pt>
                <c:pt idx="325">
                  <c:v>20</c:v>
                </c:pt>
                <c:pt idx="326">
                  <c:v>20</c:v>
                </c:pt>
                <c:pt idx="327">
                  <c:v>19</c:v>
                </c:pt>
                <c:pt idx="328">
                  <c:v>19</c:v>
                </c:pt>
                <c:pt idx="329">
                  <c:v>19</c:v>
                </c:pt>
                <c:pt idx="330">
                  <c:v>19</c:v>
                </c:pt>
                <c:pt idx="331">
                  <c:v>19</c:v>
                </c:pt>
                <c:pt idx="332">
                  <c:v>19</c:v>
                </c:pt>
                <c:pt idx="333">
                  <c:v>19</c:v>
                </c:pt>
                <c:pt idx="334">
                  <c:v>18</c:v>
                </c:pt>
                <c:pt idx="335">
                  <c:v>18</c:v>
                </c:pt>
                <c:pt idx="336">
                  <c:v>18</c:v>
                </c:pt>
                <c:pt idx="337">
                  <c:v>18</c:v>
                </c:pt>
                <c:pt idx="338">
                  <c:v>18</c:v>
                </c:pt>
                <c:pt idx="339">
                  <c:v>18</c:v>
                </c:pt>
                <c:pt idx="340">
                  <c:v>17</c:v>
                </c:pt>
                <c:pt idx="341">
                  <c:v>16</c:v>
                </c:pt>
                <c:pt idx="342">
                  <c:v>16</c:v>
                </c:pt>
                <c:pt idx="343">
                  <c:v>15</c:v>
                </c:pt>
                <c:pt idx="344">
                  <c:v>15</c:v>
                </c:pt>
                <c:pt idx="345">
                  <c:v>15</c:v>
                </c:pt>
                <c:pt idx="346">
                  <c:v>15</c:v>
                </c:pt>
                <c:pt idx="347">
                  <c:v>15</c:v>
                </c:pt>
                <c:pt idx="348">
                  <c:v>15</c:v>
                </c:pt>
                <c:pt idx="349">
                  <c:v>14</c:v>
                </c:pt>
                <c:pt idx="350">
                  <c:v>14</c:v>
                </c:pt>
                <c:pt idx="351">
                  <c:v>14</c:v>
                </c:pt>
                <c:pt idx="352">
                  <c:v>14</c:v>
                </c:pt>
                <c:pt idx="353">
                  <c:v>13</c:v>
                </c:pt>
                <c:pt idx="354">
                  <c:v>13</c:v>
                </c:pt>
                <c:pt idx="355">
                  <c:v>13</c:v>
                </c:pt>
                <c:pt idx="356">
                  <c:v>12</c:v>
                </c:pt>
                <c:pt idx="357">
                  <c:v>12</c:v>
                </c:pt>
                <c:pt idx="358">
                  <c:v>12</c:v>
                </c:pt>
                <c:pt idx="359">
                  <c:v>12</c:v>
                </c:pt>
                <c:pt idx="360">
                  <c:v>12</c:v>
                </c:pt>
                <c:pt idx="361">
                  <c:v>12</c:v>
                </c:pt>
                <c:pt idx="362">
                  <c:v>12</c:v>
                </c:pt>
                <c:pt idx="363">
                  <c:v>11</c:v>
                </c:pt>
                <c:pt idx="364">
                  <c:v>11</c:v>
                </c:pt>
                <c:pt idx="365">
                  <c:v>11</c:v>
                </c:pt>
                <c:pt idx="366">
                  <c:v>11</c:v>
                </c:pt>
                <c:pt idx="367">
                  <c:v>11</c:v>
                </c:pt>
                <c:pt idx="368">
                  <c:v>10</c:v>
                </c:pt>
                <c:pt idx="369">
                  <c:v>10</c:v>
                </c:pt>
                <c:pt idx="370">
                  <c:v>10</c:v>
                </c:pt>
                <c:pt idx="371">
                  <c:v>10</c:v>
                </c:pt>
                <c:pt idx="372">
                  <c:v>10</c:v>
                </c:pt>
                <c:pt idx="373">
                  <c:v>10</c:v>
                </c:pt>
                <c:pt idx="374">
                  <c:v>10</c:v>
                </c:pt>
                <c:pt idx="375">
                  <c:v>9</c:v>
                </c:pt>
                <c:pt idx="376">
                  <c:v>9</c:v>
                </c:pt>
                <c:pt idx="377">
                  <c:v>9</c:v>
                </c:pt>
                <c:pt idx="378">
                  <c:v>9</c:v>
                </c:pt>
                <c:pt idx="379">
                  <c:v>8</c:v>
                </c:pt>
                <c:pt idx="380">
                  <c:v>8</c:v>
                </c:pt>
                <c:pt idx="381">
                  <c:v>8</c:v>
                </c:pt>
                <c:pt idx="382">
                  <c:v>8</c:v>
                </c:pt>
                <c:pt idx="383">
                  <c:v>8</c:v>
                </c:pt>
                <c:pt idx="384">
                  <c:v>7</c:v>
                </c:pt>
                <c:pt idx="385">
                  <c:v>7</c:v>
                </c:pt>
                <c:pt idx="386">
                  <c:v>7</c:v>
                </c:pt>
                <c:pt idx="387">
                  <c:v>7</c:v>
                </c:pt>
                <c:pt idx="388">
                  <c:v>7</c:v>
                </c:pt>
                <c:pt idx="389">
                  <c:v>7</c:v>
                </c:pt>
                <c:pt idx="390">
                  <c:v>7</c:v>
                </c:pt>
                <c:pt idx="391">
                  <c:v>7</c:v>
                </c:pt>
                <c:pt idx="392">
                  <c:v>6</c:v>
                </c:pt>
                <c:pt idx="393">
                  <c:v>6</c:v>
                </c:pt>
                <c:pt idx="394">
                  <c:v>6</c:v>
                </c:pt>
                <c:pt idx="395">
                  <c:v>6</c:v>
                </c:pt>
                <c:pt idx="396">
                  <c:v>6</c:v>
                </c:pt>
                <c:pt idx="397">
                  <c:v>6</c:v>
                </c:pt>
                <c:pt idx="398">
                  <c:v>6</c:v>
                </c:pt>
                <c:pt idx="399">
                  <c:v>5</c:v>
                </c:pt>
                <c:pt idx="400">
                  <c:v>5</c:v>
                </c:pt>
                <c:pt idx="401">
                  <c:v>5</c:v>
                </c:pt>
                <c:pt idx="402">
                  <c:v>5</c:v>
                </c:pt>
                <c:pt idx="403">
                  <c:v>5</c:v>
                </c:pt>
                <c:pt idx="404">
                  <c:v>5</c:v>
                </c:pt>
                <c:pt idx="405">
                  <c:v>5</c:v>
                </c:pt>
                <c:pt idx="406">
                  <c:v>4</c:v>
                </c:pt>
                <c:pt idx="407">
                  <c:v>4</c:v>
                </c:pt>
                <c:pt idx="408">
                  <c:v>4</c:v>
                </c:pt>
                <c:pt idx="409">
                  <c:v>4</c:v>
                </c:pt>
                <c:pt idx="410">
                  <c:v>4</c:v>
                </c:pt>
                <c:pt idx="411">
                  <c:v>4</c:v>
                </c:pt>
                <c:pt idx="412">
                  <c:v>4</c:v>
                </c:pt>
                <c:pt idx="413">
                  <c:v>4</c:v>
                </c:pt>
                <c:pt idx="414">
                  <c:v>4</c:v>
                </c:pt>
                <c:pt idx="415">
                  <c:v>4</c:v>
                </c:pt>
                <c:pt idx="416">
                  <c:v>3</c:v>
                </c:pt>
                <c:pt idx="417">
                  <c:v>3</c:v>
                </c:pt>
                <c:pt idx="418">
                  <c:v>3</c:v>
                </c:pt>
                <c:pt idx="419">
                  <c:v>3</c:v>
                </c:pt>
                <c:pt idx="420">
                  <c:v>3</c:v>
                </c:pt>
                <c:pt idx="421">
                  <c:v>3</c:v>
                </c:pt>
                <c:pt idx="422">
                  <c:v>3</c:v>
                </c:pt>
                <c:pt idx="423">
                  <c:v>3</c:v>
                </c:pt>
                <c:pt idx="424">
                  <c:v>3</c:v>
                </c:pt>
                <c:pt idx="425">
                  <c:v>3</c:v>
                </c:pt>
                <c:pt idx="426">
                  <c:v>2</c:v>
                </c:pt>
                <c:pt idx="427">
                  <c:v>2</c:v>
                </c:pt>
                <c:pt idx="428">
                  <c:v>2</c:v>
                </c:pt>
                <c:pt idx="429">
                  <c:v>2</c:v>
                </c:pt>
                <c:pt idx="430">
                  <c:v>2</c:v>
                </c:pt>
                <c:pt idx="431">
                  <c:v>2</c:v>
                </c:pt>
                <c:pt idx="432">
                  <c:v>2</c:v>
                </c:pt>
                <c:pt idx="433">
                  <c:v>2</c:v>
                </c:pt>
                <c:pt idx="434">
                  <c:v>2</c:v>
                </c:pt>
                <c:pt idx="435">
                  <c:v>2</c:v>
                </c:pt>
                <c:pt idx="436">
                  <c:v>2</c:v>
                </c:pt>
                <c:pt idx="437">
                  <c:v>2</c:v>
                </c:pt>
                <c:pt idx="438">
                  <c:v>1</c:v>
                </c:pt>
                <c:pt idx="439">
                  <c:v>1</c:v>
                </c:pt>
                <c:pt idx="440">
                  <c:v>1</c:v>
                </c:pt>
                <c:pt idx="441">
                  <c:v>1</c:v>
                </c:pt>
                <c:pt idx="442">
                  <c:v>1</c:v>
                </c:pt>
                <c:pt idx="443">
                  <c:v>1</c:v>
                </c:pt>
                <c:pt idx="444">
                  <c:v>1</c:v>
                </c:pt>
                <c:pt idx="445">
                  <c:v>1</c:v>
                </c:pt>
                <c:pt idx="446">
                  <c:v>1</c:v>
                </c:pt>
                <c:pt idx="447">
                  <c:v>1</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numCache>
            </c:numRef>
          </c:val>
          <c:extLst>
            <c:ext xmlns:c16="http://schemas.microsoft.com/office/drawing/2014/chart" uri="{C3380CC4-5D6E-409C-BE32-E72D297353CC}">
              <c16:uniqueId val="{0000039A-783F-42CD-9497-9BD9E84897A6}"/>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capstone.xlsx]Bowler_Extra _runs!PivotTable3</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Bowler-wise</a:t>
            </a:r>
            <a:r>
              <a:rPr lang="en-US" baseline="0"/>
              <a:t> extra runs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pivotFmt>
      <c:pivotFmt>
        <c:idx val="49"/>
        <c:spPr>
          <a:solidFill>
            <a:schemeClr val="accent1"/>
          </a:solidFill>
          <a:ln w="19050">
            <a:solidFill>
              <a:schemeClr val="lt1"/>
            </a:solidFill>
          </a:ln>
          <a:effectLst/>
        </c:spPr>
      </c:pivotFmt>
      <c:pivotFmt>
        <c:idx val="50"/>
        <c:spPr>
          <a:solidFill>
            <a:schemeClr val="accent1"/>
          </a:solidFill>
          <a:ln w="19050">
            <a:solidFill>
              <a:schemeClr val="lt1"/>
            </a:solidFill>
          </a:ln>
          <a:effectLst/>
        </c:spPr>
      </c:pivotFmt>
      <c:pivotFmt>
        <c:idx val="51"/>
        <c:spPr>
          <a:solidFill>
            <a:schemeClr val="accent1"/>
          </a:solidFill>
          <a:ln w="19050">
            <a:solidFill>
              <a:schemeClr val="lt1"/>
            </a:solidFill>
          </a:ln>
          <a:effectLst/>
        </c:spPr>
      </c:pivotFmt>
      <c:pivotFmt>
        <c:idx val="52"/>
        <c:spPr>
          <a:solidFill>
            <a:schemeClr val="accent1"/>
          </a:solidFill>
          <a:ln w="19050">
            <a:solidFill>
              <a:schemeClr val="lt1"/>
            </a:solidFill>
          </a:ln>
          <a:effectLst/>
        </c:spPr>
      </c:pivotFmt>
      <c:pivotFmt>
        <c:idx val="53"/>
        <c:spPr>
          <a:solidFill>
            <a:schemeClr val="accent1"/>
          </a:solidFill>
          <a:ln w="19050">
            <a:solidFill>
              <a:schemeClr val="lt1"/>
            </a:solidFill>
          </a:ln>
          <a:effectLst/>
        </c:spPr>
      </c:pivotFmt>
      <c:pivotFmt>
        <c:idx val="54"/>
        <c:spPr>
          <a:solidFill>
            <a:schemeClr val="accent1"/>
          </a:solidFill>
          <a:ln w="19050">
            <a:solidFill>
              <a:schemeClr val="lt1"/>
            </a:solidFill>
          </a:ln>
          <a:effectLst/>
        </c:spPr>
      </c:pivotFmt>
      <c:pivotFmt>
        <c:idx val="55"/>
        <c:spPr>
          <a:solidFill>
            <a:schemeClr val="accent1"/>
          </a:solidFill>
          <a:ln w="19050">
            <a:solidFill>
              <a:schemeClr val="lt1"/>
            </a:solidFill>
          </a:ln>
          <a:effectLst/>
        </c:spPr>
      </c:pivotFmt>
      <c:pivotFmt>
        <c:idx val="56"/>
        <c:spPr>
          <a:solidFill>
            <a:schemeClr val="accent1"/>
          </a:solidFill>
          <a:ln w="19050">
            <a:solidFill>
              <a:schemeClr val="lt1"/>
            </a:solidFill>
          </a:ln>
          <a:effectLst/>
        </c:spPr>
      </c:pivotFmt>
      <c:pivotFmt>
        <c:idx val="57"/>
        <c:spPr>
          <a:solidFill>
            <a:schemeClr val="accent1"/>
          </a:solidFill>
          <a:ln w="19050">
            <a:solidFill>
              <a:schemeClr val="lt1"/>
            </a:solidFill>
          </a:ln>
          <a:effectLst/>
        </c:spPr>
      </c:pivotFmt>
      <c:pivotFmt>
        <c:idx val="58"/>
        <c:spPr>
          <a:solidFill>
            <a:schemeClr val="accent1"/>
          </a:solidFill>
          <a:ln w="19050">
            <a:solidFill>
              <a:schemeClr val="lt1"/>
            </a:solidFill>
          </a:ln>
          <a:effectLst/>
        </c:spPr>
      </c:pivotFmt>
      <c:pivotFmt>
        <c:idx val="59"/>
        <c:spPr>
          <a:solidFill>
            <a:schemeClr val="accent1"/>
          </a:solidFill>
          <a:ln w="19050">
            <a:solidFill>
              <a:schemeClr val="lt1"/>
            </a:solidFill>
          </a:ln>
          <a:effectLst/>
        </c:spPr>
      </c:pivotFmt>
      <c:pivotFmt>
        <c:idx val="60"/>
        <c:spPr>
          <a:solidFill>
            <a:schemeClr val="accent1"/>
          </a:solidFill>
          <a:ln w="19050">
            <a:solidFill>
              <a:schemeClr val="lt1"/>
            </a:solidFill>
          </a:ln>
          <a:effectLst/>
        </c:spPr>
      </c:pivotFmt>
      <c:pivotFmt>
        <c:idx val="61"/>
        <c:spPr>
          <a:solidFill>
            <a:schemeClr val="accent1"/>
          </a:solidFill>
          <a:ln w="19050">
            <a:solidFill>
              <a:schemeClr val="lt1"/>
            </a:solidFill>
          </a:ln>
          <a:effectLst/>
        </c:spPr>
      </c:pivotFmt>
      <c:pivotFmt>
        <c:idx val="62"/>
        <c:spPr>
          <a:solidFill>
            <a:schemeClr val="accent1"/>
          </a:solidFill>
          <a:ln w="19050">
            <a:solidFill>
              <a:schemeClr val="lt1"/>
            </a:solidFill>
          </a:ln>
          <a:effectLst/>
        </c:spPr>
      </c:pivotFmt>
      <c:pivotFmt>
        <c:idx val="63"/>
        <c:spPr>
          <a:solidFill>
            <a:schemeClr val="accent1"/>
          </a:solidFill>
          <a:ln w="19050">
            <a:solidFill>
              <a:schemeClr val="lt1"/>
            </a:solidFill>
          </a:ln>
          <a:effectLst/>
        </c:spPr>
      </c:pivotFmt>
      <c:pivotFmt>
        <c:idx val="64"/>
        <c:spPr>
          <a:solidFill>
            <a:schemeClr val="accent1"/>
          </a:solidFill>
          <a:ln w="19050">
            <a:solidFill>
              <a:schemeClr val="lt1"/>
            </a:solidFill>
          </a:ln>
          <a:effectLst/>
        </c:spPr>
      </c:pivotFmt>
      <c:pivotFmt>
        <c:idx val="65"/>
        <c:spPr>
          <a:solidFill>
            <a:schemeClr val="accent1"/>
          </a:solidFill>
          <a:ln w="19050">
            <a:solidFill>
              <a:schemeClr val="lt1"/>
            </a:solidFill>
          </a:ln>
          <a:effectLst/>
        </c:spPr>
      </c:pivotFmt>
      <c:pivotFmt>
        <c:idx val="66"/>
        <c:spPr>
          <a:solidFill>
            <a:schemeClr val="accent1"/>
          </a:solidFill>
          <a:ln w="19050">
            <a:solidFill>
              <a:schemeClr val="lt1"/>
            </a:solidFill>
          </a:ln>
          <a:effectLst/>
        </c:spPr>
      </c:pivotFmt>
      <c:pivotFmt>
        <c:idx val="67"/>
        <c:spPr>
          <a:solidFill>
            <a:schemeClr val="accent1"/>
          </a:solidFill>
          <a:ln w="19050">
            <a:solidFill>
              <a:schemeClr val="lt1"/>
            </a:solidFill>
          </a:ln>
          <a:effectLst/>
        </c:spPr>
      </c:pivotFmt>
      <c:pivotFmt>
        <c:idx val="68"/>
        <c:spPr>
          <a:solidFill>
            <a:schemeClr val="accent1"/>
          </a:solidFill>
          <a:ln w="19050">
            <a:solidFill>
              <a:schemeClr val="lt1"/>
            </a:solidFill>
          </a:ln>
          <a:effectLst/>
        </c:spPr>
      </c:pivotFmt>
      <c:pivotFmt>
        <c:idx val="69"/>
        <c:spPr>
          <a:solidFill>
            <a:schemeClr val="accent1"/>
          </a:solidFill>
          <a:ln w="19050">
            <a:solidFill>
              <a:schemeClr val="lt1"/>
            </a:solidFill>
          </a:ln>
          <a:effectLst/>
        </c:spPr>
      </c:pivotFmt>
      <c:pivotFmt>
        <c:idx val="70"/>
        <c:spPr>
          <a:solidFill>
            <a:schemeClr val="accent1"/>
          </a:solidFill>
          <a:ln w="19050">
            <a:solidFill>
              <a:schemeClr val="lt1"/>
            </a:solidFill>
          </a:ln>
          <a:effectLst/>
        </c:spPr>
      </c:pivotFmt>
      <c:pivotFmt>
        <c:idx val="71"/>
        <c:spPr>
          <a:solidFill>
            <a:schemeClr val="accent1"/>
          </a:solidFill>
          <a:ln w="19050">
            <a:solidFill>
              <a:schemeClr val="lt1"/>
            </a:solidFill>
          </a:ln>
          <a:effectLst/>
        </c:spPr>
      </c:pivotFmt>
      <c:pivotFmt>
        <c:idx val="72"/>
        <c:spPr>
          <a:solidFill>
            <a:schemeClr val="accent1"/>
          </a:solidFill>
          <a:ln w="19050">
            <a:solidFill>
              <a:schemeClr val="lt1"/>
            </a:solidFill>
          </a:ln>
          <a:effectLst/>
        </c:spPr>
      </c:pivotFmt>
      <c:pivotFmt>
        <c:idx val="73"/>
        <c:spPr>
          <a:solidFill>
            <a:schemeClr val="accent1"/>
          </a:solidFill>
          <a:ln w="19050">
            <a:solidFill>
              <a:schemeClr val="lt1"/>
            </a:solidFill>
          </a:ln>
          <a:effectLst/>
        </c:spPr>
      </c:pivotFmt>
      <c:pivotFmt>
        <c:idx val="74"/>
        <c:spPr>
          <a:solidFill>
            <a:schemeClr val="accent1"/>
          </a:solidFill>
          <a:ln w="19050">
            <a:solidFill>
              <a:schemeClr val="lt1"/>
            </a:solidFill>
          </a:ln>
          <a:effectLst/>
        </c:spPr>
      </c:pivotFmt>
      <c:pivotFmt>
        <c:idx val="75"/>
        <c:spPr>
          <a:solidFill>
            <a:schemeClr val="accent1"/>
          </a:solidFill>
          <a:ln w="19050">
            <a:solidFill>
              <a:schemeClr val="lt1"/>
            </a:solidFill>
          </a:ln>
          <a:effectLst/>
        </c:spPr>
      </c:pivotFmt>
      <c:pivotFmt>
        <c:idx val="76"/>
        <c:spPr>
          <a:solidFill>
            <a:schemeClr val="accent1"/>
          </a:solidFill>
          <a:ln w="19050">
            <a:solidFill>
              <a:schemeClr val="lt1"/>
            </a:solidFill>
          </a:ln>
          <a:effectLst/>
        </c:spPr>
      </c:pivotFmt>
      <c:pivotFmt>
        <c:idx val="77"/>
        <c:spPr>
          <a:solidFill>
            <a:schemeClr val="accent1"/>
          </a:solidFill>
          <a:ln w="19050">
            <a:solidFill>
              <a:schemeClr val="lt1"/>
            </a:solidFill>
          </a:ln>
          <a:effectLst/>
        </c:spPr>
      </c:pivotFmt>
      <c:pivotFmt>
        <c:idx val="78"/>
        <c:spPr>
          <a:solidFill>
            <a:schemeClr val="accent1"/>
          </a:solidFill>
          <a:ln w="19050">
            <a:solidFill>
              <a:schemeClr val="lt1"/>
            </a:solidFill>
          </a:ln>
          <a:effectLst/>
        </c:spPr>
      </c:pivotFmt>
      <c:pivotFmt>
        <c:idx val="79"/>
        <c:spPr>
          <a:solidFill>
            <a:schemeClr val="accent1"/>
          </a:solidFill>
          <a:ln w="19050">
            <a:solidFill>
              <a:schemeClr val="lt1"/>
            </a:solidFill>
          </a:ln>
          <a:effectLst/>
        </c:spPr>
      </c:pivotFmt>
      <c:pivotFmt>
        <c:idx val="80"/>
        <c:spPr>
          <a:solidFill>
            <a:schemeClr val="accent1"/>
          </a:solidFill>
          <a:ln w="19050">
            <a:solidFill>
              <a:schemeClr val="lt1"/>
            </a:solidFill>
          </a:ln>
          <a:effectLst/>
        </c:spPr>
      </c:pivotFmt>
      <c:pivotFmt>
        <c:idx val="81"/>
        <c:spPr>
          <a:solidFill>
            <a:schemeClr val="accent1"/>
          </a:solidFill>
          <a:ln w="19050">
            <a:solidFill>
              <a:schemeClr val="lt1"/>
            </a:solidFill>
          </a:ln>
          <a:effectLst/>
        </c:spPr>
      </c:pivotFmt>
      <c:pivotFmt>
        <c:idx val="82"/>
        <c:spPr>
          <a:solidFill>
            <a:schemeClr val="accent1"/>
          </a:solidFill>
          <a:ln w="19050">
            <a:solidFill>
              <a:schemeClr val="lt1"/>
            </a:solidFill>
          </a:ln>
          <a:effectLst/>
        </c:spPr>
      </c:pivotFmt>
      <c:pivotFmt>
        <c:idx val="83"/>
        <c:spPr>
          <a:solidFill>
            <a:schemeClr val="accent1"/>
          </a:solidFill>
          <a:ln w="19050">
            <a:solidFill>
              <a:schemeClr val="lt1"/>
            </a:solidFill>
          </a:ln>
          <a:effectLst/>
        </c:spPr>
      </c:pivotFmt>
      <c:pivotFmt>
        <c:idx val="84"/>
        <c:spPr>
          <a:solidFill>
            <a:schemeClr val="accent1"/>
          </a:solidFill>
          <a:ln w="19050">
            <a:solidFill>
              <a:schemeClr val="lt1"/>
            </a:solidFill>
          </a:ln>
          <a:effectLst/>
        </c:spPr>
      </c:pivotFmt>
      <c:pivotFmt>
        <c:idx val="85"/>
        <c:spPr>
          <a:solidFill>
            <a:schemeClr val="accent1"/>
          </a:solidFill>
          <a:ln w="19050">
            <a:solidFill>
              <a:schemeClr val="lt1"/>
            </a:solidFill>
          </a:ln>
          <a:effectLst/>
        </c:spPr>
      </c:pivotFmt>
      <c:pivotFmt>
        <c:idx val="86"/>
        <c:spPr>
          <a:solidFill>
            <a:schemeClr val="accent1"/>
          </a:solidFill>
          <a:ln w="19050">
            <a:solidFill>
              <a:schemeClr val="lt1"/>
            </a:solidFill>
          </a:ln>
          <a:effectLst/>
        </c:spPr>
      </c:pivotFmt>
      <c:pivotFmt>
        <c:idx val="87"/>
        <c:spPr>
          <a:solidFill>
            <a:schemeClr val="accent1"/>
          </a:solidFill>
          <a:ln w="19050">
            <a:solidFill>
              <a:schemeClr val="lt1"/>
            </a:solidFill>
          </a:ln>
          <a:effectLst/>
        </c:spPr>
      </c:pivotFmt>
      <c:pivotFmt>
        <c:idx val="88"/>
        <c:spPr>
          <a:solidFill>
            <a:schemeClr val="accent1"/>
          </a:solidFill>
          <a:ln w="19050">
            <a:solidFill>
              <a:schemeClr val="lt1"/>
            </a:solidFill>
          </a:ln>
          <a:effectLst/>
        </c:spPr>
      </c:pivotFmt>
      <c:pivotFmt>
        <c:idx val="89"/>
        <c:spPr>
          <a:solidFill>
            <a:schemeClr val="accent1"/>
          </a:solidFill>
          <a:ln w="19050">
            <a:solidFill>
              <a:schemeClr val="lt1"/>
            </a:solidFill>
          </a:ln>
          <a:effectLst/>
        </c:spPr>
      </c:pivotFmt>
      <c:pivotFmt>
        <c:idx val="90"/>
        <c:spPr>
          <a:solidFill>
            <a:schemeClr val="accent1"/>
          </a:solidFill>
          <a:ln w="19050">
            <a:solidFill>
              <a:schemeClr val="lt1"/>
            </a:solidFill>
          </a:ln>
          <a:effectLst/>
        </c:spPr>
      </c:pivotFmt>
      <c:pivotFmt>
        <c:idx val="91"/>
        <c:spPr>
          <a:solidFill>
            <a:schemeClr val="accent1"/>
          </a:solidFill>
          <a:ln w="19050">
            <a:solidFill>
              <a:schemeClr val="lt1"/>
            </a:solidFill>
          </a:ln>
          <a:effectLst/>
        </c:spPr>
      </c:pivotFmt>
      <c:pivotFmt>
        <c:idx val="92"/>
        <c:spPr>
          <a:solidFill>
            <a:schemeClr val="accent1"/>
          </a:solidFill>
          <a:ln w="19050">
            <a:solidFill>
              <a:schemeClr val="lt1"/>
            </a:solidFill>
          </a:ln>
          <a:effectLst/>
        </c:spPr>
      </c:pivotFmt>
      <c:pivotFmt>
        <c:idx val="93"/>
        <c:spPr>
          <a:solidFill>
            <a:schemeClr val="accent1"/>
          </a:solidFill>
          <a:ln w="19050">
            <a:solidFill>
              <a:schemeClr val="lt1"/>
            </a:solidFill>
          </a:ln>
          <a:effectLst/>
        </c:spPr>
      </c:pivotFmt>
      <c:pivotFmt>
        <c:idx val="94"/>
        <c:spPr>
          <a:solidFill>
            <a:schemeClr val="accent1"/>
          </a:solidFill>
          <a:ln w="19050">
            <a:solidFill>
              <a:schemeClr val="lt1"/>
            </a:solidFill>
          </a:ln>
          <a:effectLst/>
        </c:spPr>
      </c:pivotFmt>
      <c:pivotFmt>
        <c:idx val="95"/>
        <c:spPr>
          <a:solidFill>
            <a:schemeClr val="accent1"/>
          </a:solidFill>
          <a:ln w="19050">
            <a:solidFill>
              <a:schemeClr val="lt1"/>
            </a:solidFill>
          </a:ln>
          <a:effectLst/>
        </c:spPr>
      </c:pivotFmt>
      <c:pivotFmt>
        <c:idx val="96"/>
        <c:spPr>
          <a:solidFill>
            <a:schemeClr val="accent1"/>
          </a:solidFill>
          <a:ln w="19050">
            <a:solidFill>
              <a:schemeClr val="lt1"/>
            </a:solidFill>
          </a:ln>
          <a:effectLst/>
        </c:spPr>
      </c:pivotFmt>
      <c:pivotFmt>
        <c:idx val="97"/>
        <c:spPr>
          <a:solidFill>
            <a:schemeClr val="accent1"/>
          </a:solidFill>
          <a:ln w="19050">
            <a:solidFill>
              <a:schemeClr val="lt1"/>
            </a:solidFill>
          </a:ln>
          <a:effectLst/>
        </c:spPr>
      </c:pivotFmt>
      <c:pivotFmt>
        <c:idx val="98"/>
        <c:spPr>
          <a:solidFill>
            <a:schemeClr val="accent1"/>
          </a:solidFill>
          <a:ln w="19050">
            <a:solidFill>
              <a:schemeClr val="lt1"/>
            </a:solidFill>
          </a:ln>
          <a:effectLst/>
        </c:spPr>
      </c:pivotFmt>
      <c:pivotFmt>
        <c:idx val="99"/>
        <c:spPr>
          <a:solidFill>
            <a:schemeClr val="accent1"/>
          </a:solidFill>
          <a:ln w="19050">
            <a:solidFill>
              <a:schemeClr val="lt1"/>
            </a:solidFill>
          </a:ln>
          <a:effectLst/>
        </c:spPr>
      </c:pivotFmt>
      <c:pivotFmt>
        <c:idx val="100"/>
        <c:spPr>
          <a:solidFill>
            <a:schemeClr val="accent1"/>
          </a:solidFill>
          <a:ln w="19050">
            <a:solidFill>
              <a:schemeClr val="lt1"/>
            </a:solidFill>
          </a:ln>
          <a:effectLst/>
        </c:spPr>
      </c:pivotFmt>
      <c:pivotFmt>
        <c:idx val="101"/>
        <c:spPr>
          <a:solidFill>
            <a:schemeClr val="accent1"/>
          </a:solidFill>
          <a:ln w="19050">
            <a:solidFill>
              <a:schemeClr val="lt1"/>
            </a:solidFill>
          </a:ln>
          <a:effectLst/>
        </c:spPr>
      </c:pivotFmt>
      <c:pivotFmt>
        <c:idx val="102"/>
        <c:spPr>
          <a:solidFill>
            <a:schemeClr val="accent1"/>
          </a:solidFill>
          <a:ln w="19050">
            <a:solidFill>
              <a:schemeClr val="lt1"/>
            </a:solidFill>
          </a:ln>
          <a:effectLst/>
        </c:spPr>
      </c:pivotFmt>
      <c:pivotFmt>
        <c:idx val="103"/>
        <c:spPr>
          <a:solidFill>
            <a:schemeClr val="accent1"/>
          </a:solidFill>
          <a:ln w="19050">
            <a:solidFill>
              <a:schemeClr val="lt1"/>
            </a:solidFill>
          </a:ln>
          <a:effectLst/>
        </c:spPr>
      </c:pivotFmt>
      <c:pivotFmt>
        <c:idx val="104"/>
        <c:spPr>
          <a:solidFill>
            <a:schemeClr val="accent1"/>
          </a:solidFill>
          <a:ln w="19050">
            <a:solidFill>
              <a:schemeClr val="lt1"/>
            </a:solidFill>
          </a:ln>
          <a:effectLst/>
        </c:spPr>
      </c:pivotFmt>
      <c:pivotFmt>
        <c:idx val="105"/>
        <c:spPr>
          <a:solidFill>
            <a:schemeClr val="accent1"/>
          </a:solidFill>
          <a:ln w="19050">
            <a:solidFill>
              <a:schemeClr val="lt1"/>
            </a:solidFill>
          </a:ln>
          <a:effectLst/>
        </c:spPr>
      </c:pivotFmt>
      <c:pivotFmt>
        <c:idx val="106"/>
        <c:spPr>
          <a:solidFill>
            <a:schemeClr val="accent1"/>
          </a:solidFill>
          <a:ln w="19050">
            <a:solidFill>
              <a:schemeClr val="lt1"/>
            </a:solidFill>
          </a:ln>
          <a:effectLst/>
        </c:spPr>
      </c:pivotFmt>
      <c:pivotFmt>
        <c:idx val="107"/>
        <c:spPr>
          <a:solidFill>
            <a:schemeClr val="accent1"/>
          </a:solidFill>
          <a:ln w="19050">
            <a:solidFill>
              <a:schemeClr val="lt1"/>
            </a:solidFill>
          </a:ln>
          <a:effectLst/>
        </c:spPr>
      </c:pivotFmt>
      <c:pivotFmt>
        <c:idx val="108"/>
        <c:spPr>
          <a:solidFill>
            <a:schemeClr val="accent1"/>
          </a:solidFill>
          <a:ln w="19050">
            <a:solidFill>
              <a:schemeClr val="lt1"/>
            </a:solidFill>
          </a:ln>
          <a:effectLst/>
        </c:spPr>
      </c:pivotFmt>
      <c:pivotFmt>
        <c:idx val="109"/>
        <c:spPr>
          <a:solidFill>
            <a:schemeClr val="accent1"/>
          </a:solidFill>
          <a:ln w="19050">
            <a:solidFill>
              <a:schemeClr val="lt1"/>
            </a:solidFill>
          </a:ln>
          <a:effectLst/>
        </c:spPr>
      </c:pivotFmt>
      <c:pivotFmt>
        <c:idx val="110"/>
        <c:spPr>
          <a:solidFill>
            <a:schemeClr val="accent1"/>
          </a:solidFill>
          <a:ln w="19050">
            <a:solidFill>
              <a:schemeClr val="lt1"/>
            </a:solidFill>
          </a:ln>
          <a:effectLst/>
        </c:spPr>
      </c:pivotFmt>
      <c:pivotFmt>
        <c:idx val="111"/>
        <c:spPr>
          <a:solidFill>
            <a:schemeClr val="accent1"/>
          </a:solidFill>
          <a:ln w="19050">
            <a:solidFill>
              <a:schemeClr val="lt1"/>
            </a:solidFill>
          </a:ln>
          <a:effectLst/>
        </c:spPr>
      </c:pivotFmt>
      <c:pivotFmt>
        <c:idx val="112"/>
        <c:spPr>
          <a:solidFill>
            <a:schemeClr val="accent1"/>
          </a:solidFill>
          <a:ln w="19050">
            <a:solidFill>
              <a:schemeClr val="lt1"/>
            </a:solidFill>
          </a:ln>
          <a:effectLst/>
        </c:spPr>
      </c:pivotFmt>
      <c:pivotFmt>
        <c:idx val="113"/>
        <c:spPr>
          <a:solidFill>
            <a:schemeClr val="accent1"/>
          </a:solidFill>
          <a:ln w="19050">
            <a:solidFill>
              <a:schemeClr val="lt1"/>
            </a:solidFill>
          </a:ln>
          <a:effectLst/>
        </c:spPr>
      </c:pivotFmt>
      <c:pivotFmt>
        <c:idx val="114"/>
        <c:spPr>
          <a:solidFill>
            <a:schemeClr val="accent1"/>
          </a:solidFill>
          <a:ln w="19050">
            <a:solidFill>
              <a:schemeClr val="lt1"/>
            </a:solidFill>
          </a:ln>
          <a:effectLst/>
        </c:spPr>
      </c:pivotFmt>
      <c:pivotFmt>
        <c:idx val="115"/>
        <c:spPr>
          <a:solidFill>
            <a:schemeClr val="accent1"/>
          </a:solidFill>
          <a:ln w="19050">
            <a:solidFill>
              <a:schemeClr val="lt1"/>
            </a:solidFill>
          </a:ln>
          <a:effectLst/>
        </c:spPr>
      </c:pivotFmt>
      <c:pivotFmt>
        <c:idx val="116"/>
        <c:spPr>
          <a:solidFill>
            <a:schemeClr val="accent1"/>
          </a:solidFill>
          <a:ln w="19050">
            <a:solidFill>
              <a:schemeClr val="lt1"/>
            </a:solidFill>
          </a:ln>
          <a:effectLst/>
        </c:spPr>
      </c:pivotFmt>
      <c:pivotFmt>
        <c:idx val="117"/>
        <c:spPr>
          <a:solidFill>
            <a:schemeClr val="accent1"/>
          </a:solidFill>
          <a:ln w="19050">
            <a:solidFill>
              <a:schemeClr val="lt1"/>
            </a:solidFill>
          </a:ln>
          <a:effectLst/>
        </c:spPr>
      </c:pivotFmt>
      <c:pivotFmt>
        <c:idx val="118"/>
        <c:spPr>
          <a:solidFill>
            <a:schemeClr val="accent1"/>
          </a:solidFill>
          <a:ln w="19050">
            <a:solidFill>
              <a:schemeClr val="lt1"/>
            </a:solidFill>
          </a:ln>
          <a:effectLst/>
        </c:spPr>
      </c:pivotFmt>
      <c:pivotFmt>
        <c:idx val="119"/>
        <c:spPr>
          <a:solidFill>
            <a:schemeClr val="accent1"/>
          </a:solidFill>
          <a:ln w="19050">
            <a:solidFill>
              <a:schemeClr val="lt1"/>
            </a:solidFill>
          </a:ln>
          <a:effectLst/>
        </c:spPr>
      </c:pivotFmt>
      <c:pivotFmt>
        <c:idx val="120"/>
        <c:spPr>
          <a:solidFill>
            <a:schemeClr val="accent1"/>
          </a:solidFill>
          <a:ln w="19050">
            <a:solidFill>
              <a:schemeClr val="lt1"/>
            </a:solidFill>
          </a:ln>
          <a:effectLst/>
        </c:spPr>
      </c:pivotFmt>
      <c:pivotFmt>
        <c:idx val="121"/>
        <c:spPr>
          <a:solidFill>
            <a:schemeClr val="accent1"/>
          </a:solidFill>
          <a:ln w="19050">
            <a:solidFill>
              <a:schemeClr val="lt1"/>
            </a:solidFill>
          </a:ln>
          <a:effectLst/>
        </c:spPr>
      </c:pivotFmt>
      <c:pivotFmt>
        <c:idx val="122"/>
        <c:spPr>
          <a:solidFill>
            <a:schemeClr val="accent1"/>
          </a:solidFill>
          <a:ln w="19050">
            <a:solidFill>
              <a:schemeClr val="lt1"/>
            </a:solidFill>
          </a:ln>
          <a:effectLst/>
        </c:spPr>
      </c:pivotFmt>
      <c:pivotFmt>
        <c:idx val="123"/>
        <c:spPr>
          <a:solidFill>
            <a:schemeClr val="accent1"/>
          </a:solidFill>
          <a:ln w="19050">
            <a:solidFill>
              <a:schemeClr val="lt1"/>
            </a:solidFill>
          </a:ln>
          <a:effectLst/>
        </c:spPr>
      </c:pivotFmt>
      <c:pivotFmt>
        <c:idx val="124"/>
        <c:spPr>
          <a:solidFill>
            <a:schemeClr val="accent1"/>
          </a:solidFill>
          <a:ln w="19050">
            <a:solidFill>
              <a:schemeClr val="lt1"/>
            </a:solidFill>
          </a:ln>
          <a:effectLst/>
        </c:spPr>
      </c:pivotFmt>
      <c:pivotFmt>
        <c:idx val="125"/>
        <c:spPr>
          <a:solidFill>
            <a:schemeClr val="accent1"/>
          </a:solidFill>
          <a:ln w="19050">
            <a:solidFill>
              <a:schemeClr val="lt1"/>
            </a:solidFill>
          </a:ln>
          <a:effectLst/>
        </c:spPr>
      </c:pivotFmt>
      <c:pivotFmt>
        <c:idx val="126"/>
        <c:spPr>
          <a:solidFill>
            <a:schemeClr val="accent1"/>
          </a:solidFill>
          <a:ln w="19050">
            <a:solidFill>
              <a:schemeClr val="lt1"/>
            </a:solidFill>
          </a:ln>
          <a:effectLst/>
        </c:spPr>
      </c:pivotFmt>
      <c:pivotFmt>
        <c:idx val="127"/>
        <c:spPr>
          <a:solidFill>
            <a:schemeClr val="accent1"/>
          </a:solidFill>
          <a:ln w="19050">
            <a:solidFill>
              <a:schemeClr val="lt1"/>
            </a:solidFill>
          </a:ln>
          <a:effectLst/>
        </c:spPr>
      </c:pivotFmt>
      <c:pivotFmt>
        <c:idx val="128"/>
        <c:spPr>
          <a:solidFill>
            <a:schemeClr val="accent1"/>
          </a:solidFill>
          <a:ln w="19050">
            <a:solidFill>
              <a:schemeClr val="lt1"/>
            </a:solidFill>
          </a:ln>
          <a:effectLst/>
        </c:spPr>
      </c:pivotFmt>
      <c:pivotFmt>
        <c:idx val="129"/>
        <c:spPr>
          <a:solidFill>
            <a:schemeClr val="accent1"/>
          </a:solidFill>
          <a:ln w="19050">
            <a:solidFill>
              <a:schemeClr val="lt1"/>
            </a:solidFill>
          </a:ln>
          <a:effectLst/>
        </c:spPr>
      </c:pivotFmt>
      <c:pivotFmt>
        <c:idx val="130"/>
        <c:spPr>
          <a:solidFill>
            <a:schemeClr val="accent1"/>
          </a:solidFill>
          <a:ln w="19050">
            <a:solidFill>
              <a:schemeClr val="lt1"/>
            </a:solidFill>
          </a:ln>
          <a:effectLst/>
        </c:spPr>
      </c:pivotFmt>
      <c:pivotFmt>
        <c:idx val="131"/>
        <c:spPr>
          <a:solidFill>
            <a:schemeClr val="accent1"/>
          </a:solidFill>
          <a:ln w="19050">
            <a:solidFill>
              <a:schemeClr val="lt1"/>
            </a:solidFill>
          </a:ln>
          <a:effectLst/>
        </c:spPr>
      </c:pivotFmt>
      <c:pivotFmt>
        <c:idx val="132"/>
        <c:spPr>
          <a:solidFill>
            <a:schemeClr val="accent1"/>
          </a:solidFill>
          <a:ln w="19050">
            <a:solidFill>
              <a:schemeClr val="lt1"/>
            </a:solidFill>
          </a:ln>
          <a:effectLst/>
        </c:spPr>
      </c:pivotFmt>
      <c:pivotFmt>
        <c:idx val="133"/>
        <c:spPr>
          <a:solidFill>
            <a:schemeClr val="accent1"/>
          </a:solidFill>
          <a:ln w="19050">
            <a:solidFill>
              <a:schemeClr val="lt1"/>
            </a:solidFill>
          </a:ln>
          <a:effectLst/>
        </c:spPr>
      </c:pivotFmt>
      <c:pivotFmt>
        <c:idx val="134"/>
        <c:spPr>
          <a:solidFill>
            <a:schemeClr val="accent1"/>
          </a:solidFill>
          <a:ln w="19050">
            <a:solidFill>
              <a:schemeClr val="lt1"/>
            </a:solidFill>
          </a:ln>
          <a:effectLst/>
        </c:spPr>
      </c:pivotFmt>
      <c:pivotFmt>
        <c:idx val="135"/>
        <c:spPr>
          <a:solidFill>
            <a:schemeClr val="accent1"/>
          </a:solidFill>
          <a:ln w="19050">
            <a:solidFill>
              <a:schemeClr val="lt1"/>
            </a:solidFill>
          </a:ln>
          <a:effectLst/>
        </c:spPr>
      </c:pivotFmt>
      <c:pivotFmt>
        <c:idx val="136"/>
        <c:spPr>
          <a:solidFill>
            <a:schemeClr val="accent1"/>
          </a:solidFill>
          <a:ln w="19050">
            <a:solidFill>
              <a:schemeClr val="lt1"/>
            </a:solidFill>
          </a:ln>
          <a:effectLst/>
        </c:spPr>
      </c:pivotFmt>
      <c:pivotFmt>
        <c:idx val="137"/>
        <c:spPr>
          <a:solidFill>
            <a:schemeClr val="accent1"/>
          </a:solidFill>
          <a:ln w="19050">
            <a:solidFill>
              <a:schemeClr val="lt1"/>
            </a:solidFill>
          </a:ln>
          <a:effectLst/>
        </c:spPr>
      </c:pivotFmt>
      <c:pivotFmt>
        <c:idx val="138"/>
        <c:spPr>
          <a:solidFill>
            <a:schemeClr val="accent1"/>
          </a:solidFill>
          <a:ln w="19050">
            <a:solidFill>
              <a:schemeClr val="lt1"/>
            </a:solidFill>
          </a:ln>
          <a:effectLst/>
        </c:spPr>
      </c:pivotFmt>
      <c:pivotFmt>
        <c:idx val="139"/>
        <c:spPr>
          <a:solidFill>
            <a:schemeClr val="accent1"/>
          </a:solidFill>
          <a:ln w="19050">
            <a:solidFill>
              <a:schemeClr val="lt1"/>
            </a:solidFill>
          </a:ln>
          <a:effectLst/>
        </c:spPr>
      </c:pivotFmt>
      <c:pivotFmt>
        <c:idx val="140"/>
        <c:spPr>
          <a:solidFill>
            <a:schemeClr val="accent1"/>
          </a:solidFill>
          <a:ln w="19050">
            <a:solidFill>
              <a:schemeClr val="lt1"/>
            </a:solidFill>
          </a:ln>
          <a:effectLst/>
        </c:spPr>
      </c:pivotFmt>
      <c:pivotFmt>
        <c:idx val="141"/>
        <c:spPr>
          <a:solidFill>
            <a:schemeClr val="accent1"/>
          </a:solidFill>
          <a:ln w="19050">
            <a:solidFill>
              <a:schemeClr val="lt1"/>
            </a:solidFill>
          </a:ln>
          <a:effectLst/>
        </c:spPr>
      </c:pivotFmt>
      <c:pivotFmt>
        <c:idx val="142"/>
        <c:spPr>
          <a:solidFill>
            <a:schemeClr val="accent1"/>
          </a:solidFill>
          <a:ln w="19050">
            <a:solidFill>
              <a:schemeClr val="lt1"/>
            </a:solidFill>
          </a:ln>
          <a:effectLst/>
        </c:spPr>
      </c:pivotFmt>
      <c:pivotFmt>
        <c:idx val="143"/>
        <c:spPr>
          <a:solidFill>
            <a:schemeClr val="accent1"/>
          </a:solidFill>
          <a:ln w="19050">
            <a:solidFill>
              <a:schemeClr val="lt1"/>
            </a:solidFill>
          </a:ln>
          <a:effectLst/>
        </c:spPr>
      </c:pivotFmt>
      <c:pivotFmt>
        <c:idx val="144"/>
        <c:spPr>
          <a:solidFill>
            <a:schemeClr val="accent1"/>
          </a:solidFill>
          <a:ln w="19050">
            <a:solidFill>
              <a:schemeClr val="lt1"/>
            </a:solidFill>
          </a:ln>
          <a:effectLst/>
        </c:spPr>
      </c:pivotFmt>
      <c:pivotFmt>
        <c:idx val="145"/>
        <c:spPr>
          <a:solidFill>
            <a:schemeClr val="accent1"/>
          </a:solidFill>
          <a:ln w="19050">
            <a:solidFill>
              <a:schemeClr val="lt1"/>
            </a:solidFill>
          </a:ln>
          <a:effectLst/>
        </c:spPr>
      </c:pivotFmt>
      <c:pivotFmt>
        <c:idx val="146"/>
        <c:spPr>
          <a:solidFill>
            <a:schemeClr val="accent1"/>
          </a:solidFill>
          <a:ln w="19050">
            <a:solidFill>
              <a:schemeClr val="lt1"/>
            </a:solidFill>
          </a:ln>
          <a:effectLst/>
        </c:spPr>
      </c:pivotFmt>
      <c:pivotFmt>
        <c:idx val="147"/>
        <c:spPr>
          <a:solidFill>
            <a:schemeClr val="accent1"/>
          </a:solidFill>
          <a:ln w="19050">
            <a:solidFill>
              <a:schemeClr val="lt1"/>
            </a:solidFill>
          </a:ln>
          <a:effectLst/>
        </c:spPr>
      </c:pivotFmt>
      <c:pivotFmt>
        <c:idx val="148"/>
        <c:spPr>
          <a:solidFill>
            <a:schemeClr val="accent1"/>
          </a:solidFill>
          <a:ln w="19050">
            <a:solidFill>
              <a:schemeClr val="lt1"/>
            </a:solidFill>
          </a:ln>
          <a:effectLst/>
        </c:spPr>
      </c:pivotFmt>
      <c:pivotFmt>
        <c:idx val="149"/>
        <c:spPr>
          <a:solidFill>
            <a:schemeClr val="accent1"/>
          </a:solidFill>
          <a:ln w="19050">
            <a:solidFill>
              <a:schemeClr val="lt1"/>
            </a:solidFill>
          </a:ln>
          <a:effectLst/>
        </c:spPr>
      </c:pivotFmt>
      <c:pivotFmt>
        <c:idx val="150"/>
        <c:spPr>
          <a:solidFill>
            <a:schemeClr val="accent1"/>
          </a:solidFill>
          <a:ln w="19050">
            <a:solidFill>
              <a:schemeClr val="lt1"/>
            </a:solidFill>
          </a:ln>
          <a:effectLst/>
        </c:spPr>
      </c:pivotFmt>
      <c:pivotFmt>
        <c:idx val="151"/>
        <c:spPr>
          <a:solidFill>
            <a:schemeClr val="accent1"/>
          </a:solidFill>
          <a:ln w="19050">
            <a:solidFill>
              <a:schemeClr val="lt1"/>
            </a:solidFill>
          </a:ln>
          <a:effectLst/>
        </c:spPr>
      </c:pivotFmt>
      <c:pivotFmt>
        <c:idx val="152"/>
        <c:spPr>
          <a:solidFill>
            <a:schemeClr val="accent1"/>
          </a:solidFill>
          <a:ln w="19050">
            <a:solidFill>
              <a:schemeClr val="lt1"/>
            </a:solidFill>
          </a:ln>
          <a:effectLst/>
        </c:spPr>
      </c:pivotFmt>
      <c:pivotFmt>
        <c:idx val="153"/>
        <c:spPr>
          <a:solidFill>
            <a:schemeClr val="accent1"/>
          </a:solidFill>
          <a:ln w="19050">
            <a:solidFill>
              <a:schemeClr val="lt1"/>
            </a:solidFill>
          </a:ln>
          <a:effectLst/>
        </c:spPr>
      </c:pivotFmt>
      <c:pivotFmt>
        <c:idx val="154"/>
        <c:spPr>
          <a:solidFill>
            <a:schemeClr val="accent1"/>
          </a:solidFill>
          <a:ln w="19050">
            <a:solidFill>
              <a:schemeClr val="lt1"/>
            </a:solidFill>
          </a:ln>
          <a:effectLst/>
        </c:spPr>
      </c:pivotFmt>
      <c:pivotFmt>
        <c:idx val="155"/>
        <c:spPr>
          <a:solidFill>
            <a:schemeClr val="accent1"/>
          </a:solidFill>
          <a:ln w="19050">
            <a:solidFill>
              <a:schemeClr val="lt1"/>
            </a:solidFill>
          </a:ln>
          <a:effectLst/>
        </c:spPr>
      </c:pivotFmt>
      <c:pivotFmt>
        <c:idx val="156"/>
        <c:spPr>
          <a:solidFill>
            <a:schemeClr val="accent1"/>
          </a:solidFill>
          <a:ln w="19050">
            <a:solidFill>
              <a:schemeClr val="lt1"/>
            </a:solidFill>
          </a:ln>
          <a:effectLst/>
        </c:spPr>
      </c:pivotFmt>
      <c:pivotFmt>
        <c:idx val="157"/>
        <c:spPr>
          <a:solidFill>
            <a:schemeClr val="accent1"/>
          </a:solidFill>
          <a:ln w="19050">
            <a:solidFill>
              <a:schemeClr val="lt1"/>
            </a:solidFill>
          </a:ln>
          <a:effectLst/>
        </c:spPr>
      </c:pivotFmt>
      <c:pivotFmt>
        <c:idx val="158"/>
        <c:spPr>
          <a:solidFill>
            <a:schemeClr val="accent1"/>
          </a:solidFill>
          <a:ln w="19050">
            <a:solidFill>
              <a:schemeClr val="lt1"/>
            </a:solidFill>
          </a:ln>
          <a:effectLst/>
        </c:spPr>
      </c:pivotFmt>
      <c:pivotFmt>
        <c:idx val="159"/>
        <c:spPr>
          <a:solidFill>
            <a:schemeClr val="accent1"/>
          </a:solidFill>
          <a:ln w="19050">
            <a:solidFill>
              <a:schemeClr val="lt1"/>
            </a:solidFill>
          </a:ln>
          <a:effectLst/>
        </c:spPr>
      </c:pivotFmt>
      <c:pivotFmt>
        <c:idx val="160"/>
        <c:spPr>
          <a:solidFill>
            <a:schemeClr val="accent1"/>
          </a:solidFill>
          <a:ln w="19050">
            <a:solidFill>
              <a:schemeClr val="lt1"/>
            </a:solidFill>
          </a:ln>
          <a:effectLst/>
        </c:spPr>
      </c:pivotFmt>
      <c:pivotFmt>
        <c:idx val="161"/>
        <c:spPr>
          <a:solidFill>
            <a:schemeClr val="accent1"/>
          </a:solidFill>
          <a:ln w="19050">
            <a:solidFill>
              <a:schemeClr val="lt1"/>
            </a:solidFill>
          </a:ln>
          <a:effectLst/>
        </c:spPr>
      </c:pivotFmt>
      <c:pivotFmt>
        <c:idx val="162"/>
        <c:spPr>
          <a:solidFill>
            <a:schemeClr val="accent1"/>
          </a:solidFill>
          <a:ln w="19050">
            <a:solidFill>
              <a:schemeClr val="lt1"/>
            </a:solidFill>
          </a:ln>
          <a:effectLst/>
        </c:spPr>
      </c:pivotFmt>
      <c:pivotFmt>
        <c:idx val="163"/>
        <c:spPr>
          <a:solidFill>
            <a:schemeClr val="accent1"/>
          </a:solidFill>
          <a:ln w="19050">
            <a:solidFill>
              <a:schemeClr val="lt1"/>
            </a:solidFill>
          </a:ln>
          <a:effectLst/>
        </c:spPr>
      </c:pivotFmt>
      <c:pivotFmt>
        <c:idx val="164"/>
        <c:spPr>
          <a:solidFill>
            <a:schemeClr val="accent1"/>
          </a:solidFill>
          <a:ln w="19050">
            <a:solidFill>
              <a:schemeClr val="lt1"/>
            </a:solidFill>
          </a:ln>
          <a:effectLst/>
        </c:spPr>
      </c:pivotFmt>
      <c:pivotFmt>
        <c:idx val="165"/>
        <c:spPr>
          <a:solidFill>
            <a:schemeClr val="accent1"/>
          </a:solidFill>
          <a:ln w="19050">
            <a:solidFill>
              <a:schemeClr val="lt1"/>
            </a:solidFill>
          </a:ln>
          <a:effectLst/>
        </c:spPr>
      </c:pivotFmt>
      <c:pivotFmt>
        <c:idx val="166"/>
        <c:spPr>
          <a:solidFill>
            <a:schemeClr val="accent1"/>
          </a:solidFill>
          <a:ln w="19050">
            <a:solidFill>
              <a:schemeClr val="lt1"/>
            </a:solidFill>
          </a:ln>
          <a:effectLst/>
        </c:spPr>
      </c:pivotFmt>
      <c:pivotFmt>
        <c:idx val="167"/>
        <c:spPr>
          <a:solidFill>
            <a:schemeClr val="accent1"/>
          </a:solidFill>
          <a:ln w="19050">
            <a:solidFill>
              <a:schemeClr val="lt1"/>
            </a:solidFill>
          </a:ln>
          <a:effectLst/>
        </c:spPr>
      </c:pivotFmt>
      <c:pivotFmt>
        <c:idx val="168"/>
        <c:spPr>
          <a:solidFill>
            <a:schemeClr val="accent1"/>
          </a:solidFill>
          <a:ln w="19050">
            <a:solidFill>
              <a:schemeClr val="lt1"/>
            </a:solidFill>
          </a:ln>
          <a:effectLst/>
        </c:spPr>
      </c:pivotFmt>
      <c:pivotFmt>
        <c:idx val="169"/>
        <c:spPr>
          <a:solidFill>
            <a:schemeClr val="accent1"/>
          </a:solidFill>
          <a:ln w="19050">
            <a:solidFill>
              <a:schemeClr val="lt1"/>
            </a:solidFill>
          </a:ln>
          <a:effectLst/>
        </c:spPr>
      </c:pivotFmt>
      <c:pivotFmt>
        <c:idx val="170"/>
        <c:spPr>
          <a:solidFill>
            <a:schemeClr val="accent1"/>
          </a:solidFill>
          <a:ln w="19050">
            <a:solidFill>
              <a:schemeClr val="lt1"/>
            </a:solidFill>
          </a:ln>
          <a:effectLst/>
        </c:spPr>
      </c:pivotFmt>
      <c:pivotFmt>
        <c:idx val="171"/>
        <c:spPr>
          <a:solidFill>
            <a:schemeClr val="accent1"/>
          </a:solidFill>
          <a:ln w="19050">
            <a:solidFill>
              <a:schemeClr val="lt1"/>
            </a:solidFill>
          </a:ln>
          <a:effectLst/>
        </c:spPr>
      </c:pivotFmt>
      <c:pivotFmt>
        <c:idx val="172"/>
        <c:spPr>
          <a:solidFill>
            <a:schemeClr val="accent1"/>
          </a:solidFill>
          <a:ln w="19050">
            <a:solidFill>
              <a:schemeClr val="lt1"/>
            </a:solidFill>
          </a:ln>
          <a:effectLst/>
        </c:spPr>
      </c:pivotFmt>
      <c:pivotFmt>
        <c:idx val="173"/>
        <c:spPr>
          <a:solidFill>
            <a:schemeClr val="accent1"/>
          </a:solidFill>
          <a:ln w="19050">
            <a:solidFill>
              <a:schemeClr val="lt1"/>
            </a:solidFill>
          </a:ln>
          <a:effectLst/>
        </c:spPr>
      </c:pivotFmt>
      <c:pivotFmt>
        <c:idx val="174"/>
        <c:spPr>
          <a:solidFill>
            <a:schemeClr val="accent1"/>
          </a:solidFill>
          <a:ln w="19050">
            <a:solidFill>
              <a:schemeClr val="lt1"/>
            </a:solidFill>
          </a:ln>
          <a:effectLst/>
        </c:spPr>
      </c:pivotFmt>
      <c:pivotFmt>
        <c:idx val="175"/>
        <c:spPr>
          <a:solidFill>
            <a:schemeClr val="accent1"/>
          </a:solidFill>
          <a:ln w="19050">
            <a:solidFill>
              <a:schemeClr val="lt1"/>
            </a:solidFill>
          </a:ln>
          <a:effectLst/>
        </c:spPr>
      </c:pivotFmt>
      <c:pivotFmt>
        <c:idx val="176"/>
        <c:spPr>
          <a:solidFill>
            <a:schemeClr val="accent1"/>
          </a:solidFill>
          <a:ln w="19050">
            <a:solidFill>
              <a:schemeClr val="lt1"/>
            </a:solidFill>
          </a:ln>
          <a:effectLst/>
        </c:spPr>
      </c:pivotFmt>
      <c:pivotFmt>
        <c:idx val="177"/>
        <c:spPr>
          <a:solidFill>
            <a:schemeClr val="accent1"/>
          </a:solidFill>
          <a:ln w="19050">
            <a:solidFill>
              <a:schemeClr val="lt1"/>
            </a:solidFill>
          </a:ln>
          <a:effectLst/>
        </c:spPr>
      </c:pivotFmt>
      <c:pivotFmt>
        <c:idx val="178"/>
        <c:spPr>
          <a:solidFill>
            <a:schemeClr val="accent1"/>
          </a:solidFill>
          <a:ln w="19050">
            <a:solidFill>
              <a:schemeClr val="lt1"/>
            </a:solidFill>
          </a:ln>
          <a:effectLst/>
        </c:spPr>
      </c:pivotFmt>
      <c:pivotFmt>
        <c:idx val="179"/>
        <c:spPr>
          <a:solidFill>
            <a:schemeClr val="accent1"/>
          </a:solidFill>
          <a:ln w="19050">
            <a:solidFill>
              <a:schemeClr val="lt1"/>
            </a:solidFill>
          </a:ln>
          <a:effectLst/>
        </c:spPr>
      </c:pivotFmt>
      <c:pivotFmt>
        <c:idx val="180"/>
        <c:spPr>
          <a:solidFill>
            <a:schemeClr val="accent1"/>
          </a:solidFill>
          <a:ln w="19050">
            <a:solidFill>
              <a:schemeClr val="lt1"/>
            </a:solidFill>
          </a:ln>
          <a:effectLst/>
        </c:spPr>
      </c:pivotFmt>
      <c:pivotFmt>
        <c:idx val="181"/>
        <c:spPr>
          <a:solidFill>
            <a:schemeClr val="accent1"/>
          </a:solidFill>
          <a:ln w="19050">
            <a:solidFill>
              <a:schemeClr val="lt1"/>
            </a:solidFill>
          </a:ln>
          <a:effectLst/>
        </c:spPr>
      </c:pivotFmt>
      <c:pivotFmt>
        <c:idx val="182"/>
        <c:spPr>
          <a:solidFill>
            <a:schemeClr val="accent1"/>
          </a:solidFill>
          <a:ln w="19050">
            <a:solidFill>
              <a:schemeClr val="lt1"/>
            </a:solidFill>
          </a:ln>
          <a:effectLst/>
        </c:spPr>
      </c:pivotFmt>
      <c:pivotFmt>
        <c:idx val="183"/>
        <c:spPr>
          <a:solidFill>
            <a:schemeClr val="accent1"/>
          </a:solidFill>
          <a:ln w="19050">
            <a:solidFill>
              <a:schemeClr val="lt1"/>
            </a:solidFill>
          </a:ln>
          <a:effectLst/>
        </c:spPr>
      </c:pivotFmt>
      <c:pivotFmt>
        <c:idx val="184"/>
        <c:spPr>
          <a:solidFill>
            <a:schemeClr val="accent1"/>
          </a:solidFill>
          <a:ln w="19050">
            <a:solidFill>
              <a:schemeClr val="lt1"/>
            </a:solidFill>
          </a:ln>
          <a:effectLst/>
        </c:spPr>
      </c:pivotFmt>
      <c:pivotFmt>
        <c:idx val="185"/>
        <c:spPr>
          <a:solidFill>
            <a:schemeClr val="accent1"/>
          </a:solidFill>
          <a:ln w="19050">
            <a:solidFill>
              <a:schemeClr val="lt1"/>
            </a:solidFill>
          </a:ln>
          <a:effectLst/>
        </c:spPr>
      </c:pivotFmt>
      <c:pivotFmt>
        <c:idx val="186"/>
        <c:spPr>
          <a:solidFill>
            <a:schemeClr val="accent1"/>
          </a:solidFill>
          <a:ln w="19050">
            <a:solidFill>
              <a:schemeClr val="lt1"/>
            </a:solidFill>
          </a:ln>
          <a:effectLst/>
        </c:spPr>
      </c:pivotFmt>
      <c:pivotFmt>
        <c:idx val="187"/>
        <c:spPr>
          <a:solidFill>
            <a:schemeClr val="accent1"/>
          </a:solidFill>
          <a:ln w="19050">
            <a:solidFill>
              <a:schemeClr val="lt1"/>
            </a:solidFill>
          </a:ln>
          <a:effectLst/>
        </c:spPr>
      </c:pivotFmt>
      <c:pivotFmt>
        <c:idx val="188"/>
        <c:spPr>
          <a:solidFill>
            <a:schemeClr val="accent1"/>
          </a:solidFill>
          <a:ln w="19050">
            <a:solidFill>
              <a:schemeClr val="lt1"/>
            </a:solidFill>
          </a:ln>
          <a:effectLst/>
        </c:spPr>
      </c:pivotFmt>
      <c:pivotFmt>
        <c:idx val="189"/>
        <c:spPr>
          <a:solidFill>
            <a:schemeClr val="accent1"/>
          </a:solidFill>
          <a:ln w="19050">
            <a:solidFill>
              <a:schemeClr val="lt1"/>
            </a:solidFill>
          </a:ln>
          <a:effectLst/>
        </c:spPr>
      </c:pivotFmt>
      <c:pivotFmt>
        <c:idx val="190"/>
        <c:spPr>
          <a:solidFill>
            <a:schemeClr val="accent1"/>
          </a:solidFill>
          <a:ln w="19050">
            <a:solidFill>
              <a:schemeClr val="lt1"/>
            </a:solidFill>
          </a:ln>
          <a:effectLst/>
        </c:spPr>
      </c:pivotFmt>
      <c:pivotFmt>
        <c:idx val="191"/>
        <c:spPr>
          <a:solidFill>
            <a:schemeClr val="accent1"/>
          </a:solidFill>
          <a:ln w="19050">
            <a:solidFill>
              <a:schemeClr val="lt1"/>
            </a:solidFill>
          </a:ln>
          <a:effectLst/>
        </c:spPr>
      </c:pivotFmt>
      <c:pivotFmt>
        <c:idx val="192"/>
        <c:spPr>
          <a:solidFill>
            <a:schemeClr val="accent1"/>
          </a:solidFill>
          <a:ln w="19050">
            <a:solidFill>
              <a:schemeClr val="lt1"/>
            </a:solidFill>
          </a:ln>
          <a:effectLst/>
        </c:spPr>
      </c:pivotFmt>
      <c:pivotFmt>
        <c:idx val="193"/>
        <c:spPr>
          <a:solidFill>
            <a:schemeClr val="accent1"/>
          </a:solidFill>
          <a:ln w="19050">
            <a:solidFill>
              <a:schemeClr val="lt1"/>
            </a:solidFill>
          </a:ln>
          <a:effectLst/>
        </c:spPr>
      </c:pivotFmt>
      <c:pivotFmt>
        <c:idx val="194"/>
        <c:spPr>
          <a:solidFill>
            <a:schemeClr val="accent1"/>
          </a:solidFill>
          <a:ln w="19050">
            <a:solidFill>
              <a:schemeClr val="lt1"/>
            </a:solidFill>
          </a:ln>
          <a:effectLst/>
        </c:spPr>
      </c:pivotFmt>
      <c:pivotFmt>
        <c:idx val="195"/>
        <c:spPr>
          <a:solidFill>
            <a:schemeClr val="accent1"/>
          </a:solidFill>
          <a:ln w="19050">
            <a:solidFill>
              <a:schemeClr val="lt1"/>
            </a:solidFill>
          </a:ln>
          <a:effectLst/>
        </c:spPr>
      </c:pivotFmt>
      <c:pivotFmt>
        <c:idx val="196"/>
        <c:spPr>
          <a:solidFill>
            <a:schemeClr val="accent1"/>
          </a:solidFill>
          <a:ln w="19050">
            <a:solidFill>
              <a:schemeClr val="lt1"/>
            </a:solidFill>
          </a:ln>
          <a:effectLst/>
        </c:spPr>
      </c:pivotFmt>
      <c:pivotFmt>
        <c:idx val="197"/>
        <c:spPr>
          <a:solidFill>
            <a:schemeClr val="accent1"/>
          </a:solidFill>
          <a:ln w="19050">
            <a:solidFill>
              <a:schemeClr val="lt1"/>
            </a:solidFill>
          </a:ln>
          <a:effectLst/>
        </c:spPr>
      </c:pivotFmt>
      <c:pivotFmt>
        <c:idx val="198"/>
        <c:spPr>
          <a:solidFill>
            <a:schemeClr val="accent1"/>
          </a:solidFill>
          <a:ln w="19050">
            <a:solidFill>
              <a:schemeClr val="lt1"/>
            </a:solidFill>
          </a:ln>
          <a:effectLst/>
        </c:spPr>
      </c:pivotFmt>
      <c:pivotFmt>
        <c:idx val="199"/>
        <c:spPr>
          <a:solidFill>
            <a:schemeClr val="accent1"/>
          </a:solidFill>
          <a:ln w="19050">
            <a:solidFill>
              <a:schemeClr val="lt1"/>
            </a:solidFill>
          </a:ln>
          <a:effectLst/>
        </c:spPr>
      </c:pivotFmt>
      <c:pivotFmt>
        <c:idx val="200"/>
        <c:spPr>
          <a:solidFill>
            <a:schemeClr val="accent1"/>
          </a:solidFill>
          <a:ln w="19050">
            <a:solidFill>
              <a:schemeClr val="lt1"/>
            </a:solidFill>
          </a:ln>
          <a:effectLst/>
        </c:spPr>
      </c:pivotFmt>
      <c:pivotFmt>
        <c:idx val="201"/>
        <c:spPr>
          <a:solidFill>
            <a:schemeClr val="accent1"/>
          </a:solidFill>
          <a:ln w="19050">
            <a:solidFill>
              <a:schemeClr val="lt1"/>
            </a:solidFill>
          </a:ln>
          <a:effectLst/>
        </c:spPr>
      </c:pivotFmt>
      <c:pivotFmt>
        <c:idx val="202"/>
        <c:spPr>
          <a:solidFill>
            <a:schemeClr val="accent1"/>
          </a:solidFill>
          <a:ln w="19050">
            <a:solidFill>
              <a:schemeClr val="lt1"/>
            </a:solidFill>
          </a:ln>
          <a:effectLst/>
        </c:spPr>
      </c:pivotFmt>
      <c:pivotFmt>
        <c:idx val="203"/>
        <c:spPr>
          <a:solidFill>
            <a:schemeClr val="accent1"/>
          </a:solidFill>
          <a:ln w="19050">
            <a:solidFill>
              <a:schemeClr val="lt1"/>
            </a:solidFill>
          </a:ln>
          <a:effectLst/>
        </c:spPr>
      </c:pivotFmt>
      <c:pivotFmt>
        <c:idx val="204"/>
        <c:spPr>
          <a:solidFill>
            <a:schemeClr val="accent1"/>
          </a:solidFill>
          <a:ln w="19050">
            <a:solidFill>
              <a:schemeClr val="lt1"/>
            </a:solidFill>
          </a:ln>
          <a:effectLst/>
        </c:spPr>
      </c:pivotFmt>
      <c:pivotFmt>
        <c:idx val="205"/>
        <c:spPr>
          <a:solidFill>
            <a:schemeClr val="accent1"/>
          </a:solidFill>
          <a:ln w="19050">
            <a:solidFill>
              <a:schemeClr val="lt1"/>
            </a:solidFill>
          </a:ln>
          <a:effectLst/>
        </c:spPr>
      </c:pivotFmt>
      <c:pivotFmt>
        <c:idx val="206"/>
        <c:spPr>
          <a:solidFill>
            <a:schemeClr val="accent1"/>
          </a:solidFill>
          <a:ln w="19050">
            <a:solidFill>
              <a:schemeClr val="lt1"/>
            </a:solidFill>
          </a:ln>
          <a:effectLst/>
        </c:spPr>
      </c:pivotFmt>
      <c:pivotFmt>
        <c:idx val="207"/>
        <c:spPr>
          <a:solidFill>
            <a:schemeClr val="accent1"/>
          </a:solidFill>
          <a:ln w="19050">
            <a:solidFill>
              <a:schemeClr val="lt1"/>
            </a:solidFill>
          </a:ln>
          <a:effectLst/>
        </c:spPr>
      </c:pivotFmt>
      <c:pivotFmt>
        <c:idx val="208"/>
        <c:spPr>
          <a:solidFill>
            <a:schemeClr val="accent1"/>
          </a:solidFill>
          <a:ln w="19050">
            <a:solidFill>
              <a:schemeClr val="lt1"/>
            </a:solidFill>
          </a:ln>
          <a:effectLst/>
        </c:spPr>
      </c:pivotFmt>
      <c:pivotFmt>
        <c:idx val="209"/>
        <c:spPr>
          <a:solidFill>
            <a:schemeClr val="accent1"/>
          </a:solidFill>
          <a:ln w="19050">
            <a:solidFill>
              <a:schemeClr val="lt1"/>
            </a:solidFill>
          </a:ln>
          <a:effectLst/>
        </c:spPr>
      </c:pivotFmt>
      <c:pivotFmt>
        <c:idx val="210"/>
        <c:spPr>
          <a:solidFill>
            <a:schemeClr val="accent1"/>
          </a:solidFill>
          <a:ln w="19050">
            <a:solidFill>
              <a:schemeClr val="lt1"/>
            </a:solidFill>
          </a:ln>
          <a:effectLst/>
        </c:spPr>
      </c:pivotFmt>
      <c:pivotFmt>
        <c:idx val="211"/>
        <c:spPr>
          <a:solidFill>
            <a:schemeClr val="accent1"/>
          </a:solidFill>
          <a:ln w="19050">
            <a:solidFill>
              <a:schemeClr val="lt1"/>
            </a:solidFill>
          </a:ln>
          <a:effectLst/>
        </c:spPr>
      </c:pivotFmt>
      <c:pivotFmt>
        <c:idx val="212"/>
        <c:spPr>
          <a:solidFill>
            <a:schemeClr val="accent1"/>
          </a:solidFill>
          <a:ln w="19050">
            <a:solidFill>
              <a:schemeClr val="lt1"/>
            </a:solidFill>
          </a:ln>
          <a:effectLst/>
        </c:spPr>
      </c:pivotFmt>
      <c:pivotFmt>
        <c:idx val="213"/>
        <c:spPr>
          <a:solidFill>
            <a:schemeClr val="accent1"/>
          </a:solidFill>
          <a:ln w="19050">
            <a:solidFill>
              <a:schemeClr val="lt1"/>
            </a:solidFill>
          </a:ln>
          <a:effectLst/>
        </c:spPr>
      </c:pivotFmt>
      <c:pivotFmt>
        <c:idx val="214"/>
        <c:spPr>
          <a:solidFill>
            <a:schemeClr val="accent1"/>
          </a:solidFill>
          <a:ln w="19050">
            <a:solidFill>
              <a:schemeClr val="lt1"/>
            </a:solidFill>
          </a:ln>
          <a:effectLst/>
        </c:spPr>
      </c:pivotFmt>
      <c:pivotFmt>
        <c:idx val="215"/>
        <c:spPr>
          <a:solidFill>
            <a:schemeClr val="accent1"/>
          </a:solidFill>
          <a:ln w="19050">
            <a:solidFill>
              <a:schemeClr val="lt1"/>
            </a:solidFill>
          </a:ln>
          <a:effectLst/>
        </c:spPr>
      </c:pivotFmt>
      <c:pivotFmt>
        <c:idx val="216"/>
        <c:spPr>
          <a:solidFill>
            <a:schemeClr val="accent1"/>
          </a:solidFill>
          <a:ln w="19050">
            <a:solidFill>
              <a:schemeClr val="lt1"/>
            </a:solidFill>
          </a:ln>
          <a:effectLst/>
        </c:spPr>
      </c:pivotFmt>
      <c:pivotFmt>
        <c:idx val="217"/>
        <c:spPr>
          <a:solidFill>
            <a:schemeClr val="accent1"/>
          </a:solidFill>
          <a:ln w="19050">
            <a:solidFill>
              <a:schemeClr val="lt1"/>
            </a:solidFill>
          </a:ln>
          <a:effectLst/>
        </c:spPr>
      </c:pivotFmt>
      <c:pivotFmt>
        <c:idx val="218"/>
        <c:spPr>
          <a:solidFill>
            <a:schemeClr val="accent1"/>
          </a:solidFill>
          <a:ln w="19050">
            <a:solidFill>
              <a:schemeClr val="lt1"/>
            </a:solidFill>
          </a:ln>
          <a:effectLst/>
        </c:spPr>
      </c:pivotFmt>
      <c:pivotFmt>
        <c:idx val="219"/>
        <c:spPr>
          <a:solidFill>
            <a:schemeClr val="accent1"/>
          </a:solidFill>
          <a:ln w="19050">
            <a:solidFill>
              <a:schemeClr val="lt1"/>
            </a:solidFill>
          </a:ln>
          <a:effectLst/>
        </c:spPr>
      </c:pivotFmt>
      <c:pivotFmt>
        <c:idx val="220"/>
        <c:spPr>
          <a:solidFill>
            <a:schemeClr val="accent1"/>
          </a:solidFill>
          <a:ln w="19050">
            <a:solidFill>
              <a:schemeClr val="lt1"/>
            </a:solidFill>
          </a:ln>
          <a:effectLst/>
        </c:spPr>
      </c:pivotFmt>
      <c:pivotFmt>
        <c:idx val="221"/>
        <c:spPr>
          <a:solidFill>
            <a:schemeClr val="accent1"/>
          </a:solidFill>
          <a:ln w="19050">
            <a:solidFill>
              <a:schemeClr val="lt1"/>
            </a:solidFill>
          </a:ln>
          <a:effectLst/>
        </c:spPr>
      </c:pivotFmt>
      <c:pivotFmt>
        <c:idx val="222"/>
        <c:spPr>
          <a:solidFill>
            <a:schemeClr val="accent1"/>
          </a:solidFill>
          <a:ln w="19050">
            <a:solidFill>
              <a:schemeClr val="lt1"/>
            </a:solidFill>
          </a:ln>
          <a:effectLst/>
        </c:spPr>
      </c:pivotFmt>
      <c:pivotFmt>
        <c:idx val="223"/>
        <c:spPr>
          <a:solidFill>
            <a:schemeClr val="accent1"/>
          </a:solidFill>
          <a:ln w="19050">
            <a:solidFill>
              <a:schemeClr val="lt1"/>
            </a:solidFill>
          </a:ln>
          <a:effectLst/>
        </c:spPr>
      </c:pivotFmt>
      <c:pivotFmt>
        <c:idx val="224"/>
        <c:spPr>
          <a:solidFill>
            <a:schemeClr val="accent1"/>
          </a:solidFill>
          <a:ln w="19050">
            <a:solidFill>
              <a:schemeClr val="lt1"/>
            </a:solidFill>
          </a:ln>
          <a:effectLst/>
        </c:spPr>
      </c:pivotFmt>
      <c:pivotFmt>
        <c:idx val="225"/>
        <c:spPr>
          <a:solidFill>
            <a:schemeClr val="accent1"/>
          </a:solidFill>
          <a:ln w="19050">
            <a:solidFill>
              <a:schemeClr val="lt1"/>
            </a:solidFill>
          </a:ln>
          <a:effectLst/>
        </c:spPr>
      </c:pivotFmt>
      <c:pivotFmt>
        <c:idx val="226"/>
        <c:spPr>
          <a:solidFill>
            <a:schemeClr val="accent1"/>
          </a:solidFill>
          <a:ln w="19050">
            <a:solidFill>
              <a:schemeClr val="lt1"/>
            </a:solidFill>
          </a:ln>
          <a:effectLst/>
        </c:spPr>
      </c:pivotFmt>
      <c:pivotFmt>
        <c:idx val="227"/>
        <c:spPr>
          <a:solidFill>
            <a:schemeClr val="accent1"/>
          </a:solidFill>
          <a:ln w="19050">
            <a:solidFill>
              <a:schemeClr val="lt1"/>
            </a:solidFill>
          </a:ln>
          <a:effectLst/>
        </c:spPr>
      </c:pivotFmt>
      <c:pivotFmt>
        <c:idx val="228"/>
        <c:spPr>
          <a:solidFill>
            <a:schemeClr val="accent1"/>
          </a:solidFill>
          <a:ln w="19050">
            <a:solidFill>
              <a:schemeClr val="lt1"/>
            </a:solidFill>
          </a:ln>
          <a:effectLst/>
        </c:spPr>
      </c:pivotFmt>
      <c:pivotFmt>
        <c:idx val="229"/>
        <c:spPr>
          <a:solidFill>
            <a:schemeClr val="accent1"/>
          </a:solidFill>
          <a:ln w="19050">
            <a:solidFill>
              <a:schemeClr val="lt1"/>
            </a:solidFill>
          </a:ln>
          <a:effectLst/>
        </c:spPr>
      </c:pivotFmt>
      <c:pivotFmt>
        <c:idx val="230"/>
        <c:spPr>
          <a:solidFill>
            <a:schemeClr val="accent1"/>
          </a:solidFill>
          <a:ln w="19050">
            <a:solidFill>
              <a:schemeClr val="lt1"/>
            </a:solidFill>
          </a:ln>
          <a:effectLst/>
        </c:spPr>
      </c:pivotFmt>
      <c:pivotFmt>
        <c:idx val="231"/>
        <c:spPr>
          <a:solidFill>
            <a:schemeClr val="accent1"/>
          </a:solidFill>
          <a:ln w="19050">
            <a:solidFill>
              <a:schemeClr val="lt1"/>
            </a:solidFill>
          </a:ln>
          <a:effectLst/>
        </c:spPr>
      </c:pivotFmt>
      <c:pivotFmt>
        <c:idx val="232"/>
        <c:spPr>
          <a:solidFill>
            <a:schemeClr val="accent1"/>
          </a:solidFill>
          <a:ln w="19050">
            <a:solidFill>
              <a:schemeClr val="lt1"/>
            </a:solidFill>
          </a:ln>
          <a:effectLst/>
        </c:spPr>
      </c:pivotFmt>
      <c:pivotFmt>
        <c:idx val="233"/>
        <c:spPr>
          <a:solidFill>
            <a:schemeClr val="accent1"/>
          </a:solidFill>
          <a:ln w="19050">
            <a:solidFill>
              <a:schemeClr val="lt1"/>
            </a:solidFill>
          </a:ln>
          <a:effectLst/>
        </c:spPr>
      </c:pivotFmt>
      <c:pivotFmt>
        <c:idx val="234"/>
        <c:spPr>
          <a:solidFill>
            <a:schemeClr val="accent1"/>
          </a:solidFill>
          <a:ln w="19050">
            <a:solidFill>
              <a:schemeClr val="lt1"/>
            </a:solidFill>
          </a:ln>
          <a:effectLst/>
        </c:spPr>
      </c:pivotFmt>
      <c:pivotFmt>
        <c:idx val="235"/>
        <c:spPr>
          <a:solidFill>
            <a:schemeClr val="accent1"/>
          </a:solidFill>
          <a:ln w="19050">
            <a:solidFill>
              <a:schemeClr val="lt1"/>
            </a:solidFill>
          </a:ln>
          <a:effectLst/>
        </c:spPr>
      </c:pivotFmt>
      <c:pivotFmt>
        <c:idx val="236"/>
        <c:spPr>
          <a:solidFill>
            <a:schemeClr val="accent1"/>
          </a:solidFill>
          <a:ln w="19050">
            <a:solidFill>
              <a:schemeClr val="lt1"/>
            </a:solidFill>
          </a:ln>
          <a:effectLst/>
        </c:spPr>
      </c:pivotFmt>
      <c:pivotFmt>
        <c:idx val="237"/>
        <c:spPr>
          <a:solidFill>
            <a:schemeClr val="accent1"/>
          </a:solidFill>
          <a:ln w="19050">
            <a:solidFill>
              <a:schemeClr val="lt1"/>
            </a:solidFill>
          </a:ln>
          <a:effectLst/>
        </c:spPr>
      </c:pivotFmt>
      <c:pivotFmt>
        <c:idx val="238"/>
        <c:spPr>
          <a:solidFill>
            <a:schemeClr val="accent1"/>
          </a:solidFill>
          <a:ln w="19050">
            <a:solidFill>
              <a:schemeClr val="lt1"/>
            </a:solidFill>
          </a:ln>
          <a:effectLst/>
        </c:spPr>
      </c:pivotFmt>
      <c:pivotFmt>
        <c:idx val="239"/>
        <c:spPr>
          <a:solidFill>
            <a:schemeClr val="accent1"/>
          </a:solidFill>
          <a:ln w="19050">
            <a:solidFill>
              <a:schemeClr val="lt1"/>
            </a:solidFill>
          </a:ln>
          <a:effectLst/>
        </c:spPr>
      </c:pivotFmt>
      <c:pivotFmt>
        <c:idx val="240"/>
        <c:spPr>
          <a:solidFill>
            <a:schemeClr val="accent1"/>
          </a:solidFill>
          <a:ln w="19050">
            <a:solidFill>
              <a:schemeClr val="lt1"/>
            </a:solidFill>
          </a:ln>
          <a:effectLst/>
        </c:spPr>
      </c:pivotFmt>
      <c:pivotFmt>
        <c:idx val="241"/>
        <c:spPr>
          <a:solidFill>
            <a:schemeClr val="accent1"/>
          </a:solidFill>
          <a:ln w="19050">
            <a:solidFill>
              <a:schemeClr val="lt1"/>
            </a:solidFill>
          </a:ln>
          <a:effectLst/>
        </c:spPr>
      </c:pivotFmt>
      <c:pivotFmt>
        <c:idx val="242"/>
        <c:spPr>
          <a:solidFill>
            <a:schemeClr val="accent1"/>
          </a:solidFill>
          <a:ln w="19050">
            <a:solidFill>
              <a:schemeClr val="lt1"/>
            </a:solidFill>
          </a:ln>
          <a:effectLst/>
        </c:spPr>
      </c:pivotFmt>
      <c:pivotFmt>
        <c:idx val="243"/>
        <c:spPr>
          <a:solidFill>
            <a:schemeClr val="accent1"/>
          </a:solidFill>
          <a:ln w="19050">
            <a:solidFill>
              <a:schemeClr val="lt1"/>
            </a:solidFill>
          </a:ln>
          <a:effectLst/>
        </c:spPr>
      </c:pivotFmt>
      <c:pivotFmt>
        <c:idx val="244"/>
        <c:spPr>
          <a:solidFill>
            <a:schemeClr val="accent1"/>
          </a:solidFill>
          <a:ln w="19050">
            <a:solidFill>
              <a:schemeClr val="lt1"/>
            </a:solidFill>
          </a:ln>
          <a:effectLst/>
        </c:spPr>
      </c:pivotFmt>
      <c:pivotFmt>
        <c:idx val="245"/>
        <c:spPr>
          <a:solidFill>
            <a:schemeClr val="accent1"/>
          </a:solidFill>
          <a:ln w="19050">
            <a:solidFill>
              <a:schemeClr val="lt1"/>
            </a:solidFill>
          </a:ln>
          <a:effectLst/>
        </c:spPr>
      </c:pivotFmt>
      <c:pivotFmt>
        <c:idx val="246"/>
        <c:spPr>
          <a:solidFill>
            <a:schemeClr val="accent1"/>
          </a:solidFill>
          <a:ln w="19050">
            <a:solidFill>
              <a:schemeClr val="lt1"/>
            </a:solidFill>
          </a:ln>
          <a:effectLst/>
        </c:spPr>
      </c:pivotFmt>
      <c:pivotFmt>
        <c:idx val="247"/>
        <c:spPr>
          <a:solidFill>
            <a:schemeClr val="accent1"/>
          </a:solidFill>
          <a:ln w="19050">
            <a:solidFill>
              <a:schemeClr val="lt1"/>
            </a:solidFill>
          </a:ln>
          <a:effectLst/>
        </c:spPr>
      </c:pivotFmt>
      <c:pivotFmt>
        <c:idx val="248"/>
        <c:spPr>
          <a:solidFill>
            <a:schemeClr val="accent1"/>
          </a:solidFill>
          <a:ln w="19050">
            <a:solidFill>
              <a:schemeClr val="lt1"/>
            </a:solidFill>
          </a:ln>
          <a:effectLst/>
        </c:spPr>
      </c:pivotFmt>
      <c:pivotFmt>
        <c:idx val="249"/>
        <c:spPr>
          <a:solidFill>
            <a:schemeClr val="accent1"/>
          </a:solidFill>
          <a:ln w="19050">
            <a:solidFill>
              <a:schemeClr val="lt1"/>
            </a:solidFill>
          </a:ln>
          <a:effectLst/>
        </c:spPr>
      </c:pivotFmt>
      <c:pivotFmt>
        <c:idx val="250"/>
        <c:spPr>
          <a:solidFill>
            <a:schemeClr val="accent1"/>
          </a:solidFill>
          <a:ln w="19050">
            <a:solidFill>
              <a:schemeClr val="lt1"/>
            </a:solidFill>
          </a:ln>
          <a:effectLst/>
        </c:spPr>
      </c:pivotFmt>
      <c:pivotFmt>
        <c:idx val="251"/>
        <c:spPr>
          <a:solidFill>
            <a:schemeClr val="accent1"/>
          </a:solidFill>
          <a:ln w="19050">
            <a:solidFill>
              <a:schemeClr val="lt1"/>
            </a:solidFill>
          </a:ln>
          <a:effectLst/>
        </c:spPr>
      </c:pivotFmt>
      <c:pivotFmt>
        <c:idx val="252"/>
        <c:spPr>
          <a:solidFill>
            <a:schemeClr val="accent1"/>
          </a:solidFill>
          <a:ln w="19050">
            <a:solidFill>
              <a:schemeClr val="lt1"/>
            </a:solidFill>
          </a:ln>
          <a:effectLst/>
        </c:spPr>
      </c:pivotFmt>
      <c:pivotFmt>
        <c:idx val="253"/>
        <c:spPr>
          <a:solidFill>
            <a:schemeClr val="accent1"/>
          </a:solidFill>
          <a:ln w="19050">
            <a:solidFill>
              <a:schemeClr val="lt1"/>
            </a:solidFill>
          </a:ln>
          <a:effectLst/>
        </c:spPr>
      </c:pivotFmt>
      <c:pivotFmt>
        <c:idx val="254"/>
        <c:spPr>
          <a:solidFill>
            <a:schemeClr val="accent1"/>
          </a:solidFill>
          <a:ln w="19050">
            <a:solidFill>
              <a:schemeClr val="lt1"/>
            </a:solidFill>
          </a:ln>
          <a:effectLst/>
        </c:spPr>
      </c:pivotFmt>
      <c:pivotFmt>
        <c:idx val="255"/>
        <c:spPr>
          <a:solidFill>
            <a:schemeClr val="accent1"/>
          </a:solidFill>
          <a:ln w="19050">
            <a:solidFill>
              <a:schemeClr val="lt1"/>
            </a:solidFill>
          </a:ln>
          <a:effectLst/>
        </c:spPr>
      </c:pivotFmt>
      <c:pivotFmt>
        <c:idx val="256"/>
        <c:spPr>
          <a:solidFill>
            <a:schemeClr val="accent1"/>
          </a:solidFill>
          <a:ln w="19050">
            <a:solidFill>
              <a:schemeClr val="lt1"/>
            </a:solidFill>
          </a:ln>
          <a:effectLst/>
        </c:spPr>
      </c:pivotFmt>
      <c:pivotFmt>
        <c:idx val="257"/>
        <c:spPr>
          <a:solidFill>
            <a:schemeClr val="accent1"/>
          </a:solidFill>
          <a:ln w="19050">
            <a:solidFill>
              <a:schemeClr val="lt1"/>
            </a:solidFill>
          </a:ln>
          <a:effectLst/>
        </c:spPr>
      </c:pivotFmt>
      <c:pivotFmt>
        <c:idx val="258"/>
        <c:spPr>
          <a:solidFill>
            <a:schemeClr val="accent1"/>
          </a:solidFill>
          <a:ln w="19050">
            <a:solidFill>
              <a:schemeClr val="lt1"/>
            </a:solidFill>
          </a:ln>
          <a:effectLst/>
        </c:spPr>
      </c:pivotFmt>
      <c:pivotFmt>
        <c:idx val="259"/>
        <c:spPr>
          <a:solidFill>
            <a:schemeClr val="accent1"/>
          </a:solidFill>
          <a:ln w="19050">
            <a:solidFill>
              <a:schemeClr val="lt1"/>
            </a:solidFill>
          </a:ln>
          <a:effectLst/>
        </c:spPr>
      </c:pivotFmt>
      <c:pivotFmt>
        <c:idx val="260"/>
        <c:spPr>
          <a:solidFill>
            <a:schemeClr val="accent1"/>
          </a:solidFill>
          <a:ln w="19050">
            <a:solidFill>
              <a:schemeClr val="lt1"/>
            </a:solidFill>
          </a:ln>
          <a:effectLst/>
        </c:spPr>
      </c:pivotFmt>
      <c:pivotFmt>
        <c:idx val="261"/>
        <c:spPr>
          <a:solidFill>
            <a:schemeClr val="accent1"/>
          </a:solidFill>
          <a:ln w="19050">
            <a:solidFill>
              <a:schemeClr val="lt1"/>
            </a:solidFill>
          </a:ln>
          <a:effectLst/>
        </c:spPr>
      </c:pivotFmt>
      <c:pivotFmt>
        <c:idx val="262"/>
        <c:spPr>
          <a:solidFill>
            <a:schemeClr val="accent1"/>
          </a:solidFill>
          <a:ln w="19050">
            <a:solidFill>
              <a:schemeClr val="lt1"/>
            </a:solidFill>
          </a:ln>
          <a:effectLst/>
        </c:spPr>
      </c:pivotFmt>
      <c:pivotFmt>
        <c:idx val="263"/>
        <c:spPr>
          <a:solidFill>
            <a:schemeClr val="accent1"/>
          </a:solidFill>
          <a:ln w="19050">
            <a:solidFill>
              <a:schemeClr val="lt1"/>
            </a:solidFill>
          </a:ln>
          <a:effectLst/>
        </c:spPr>
      </c:pivotFmt>
      <c:pivotFmt>
        <c:idx val="264"/>
        <c:spPr>
          <a:solidFill>
            <a:schemeClr val="accent1"/>
          </a:solidFill>
          <a:ln w="19050">
            <a:solidFill>
              <a:schemeClr val="lt1"/>
            </a:solidFill>
          </a:ln>
          <a:effectLst/>
        </c:spPr>
      </c:pivotFmt>
      <c:pivotFmt>
        <c:idx val="265"/>
        <c:spPr>
          <a:solidFill>
            <a:schemeClr val="accent1"/>
          </a:solidFill>
          <a:ln w="19050">
            <a:solidFill>
              <a:schemeClr val="lt1"/>
            </a:solidFill>
          </a:ln>
          <a:effectLst/>
        </c:spPr>
      </c:pivotFmt>
      <c:pivotFmt>
        <c:idx val="266"/>
        <c:spPr>
          <a:solidFill>
            <a:schemeClr val="accent1"/>
          </a:solidFill>
          <a:ln w="19050">
            <a:solidFill>
              <a:schemeClr val="lt1"/>
            </a:solidFill>
          </a:ln>
          <a:effectLst/>
        </c:spPr>
      </c:pivotFmt>
      <c:pivotFmt>
        <c:idx val="267"/>
        <c:spPr>
          <a:solidFill>
            <a:schemeClr val="accent1"/>
          </a:solidFill>
          <a:ln w="19050">
            <a:solidFill>
              <a:schemeClr val="lt1"/>
            </a:solidFill>
          </a:ln>
          <a:effectLst/>
        </c:spPr>
      </c:pivotFmt>
      <c:pivotFmt>
        <c:idx val="268"/>
        <c:spPr>
          <a:solidFill>
            <a:schemeClr val="accent1"/>
          </a:solidFill>
          <a:ln w="19050">
            <a:solidFill>
              <a:schemeClr val="lt1"/>
            </a:solidFill>
          </a:ln>
          <a:effectLst/>
        </c:spPr>
      </c:pivotFmt>
      <c:pivotFmt>
        <c:idx val="269"/>
        <c:spPr>
          <a:solidFill>
            <a:schemeClr val="accent1"/>
          </a:solidFill>
          <a:ln w="19050">
            <a:solidFill>
              <a:schemeClr val="lt1"/>
            </a:solidFill>
          </a:ln>
          <a:effectLst/>
        </c:spPr>
      </c:pivotFmt>
      <c:pivotFmt>
        <c:idx val="270"/>
        <c:spPr>
          <a:solidFill>
            <a:schemeClr val="accent1"/>
          </a:solidFill>
          <a:ln w="19050">
            <a:solidFill>
              <a:schemeClr val="lt1"/>
            </a:solidFill>
          </a:ln>
          <a:effectLst/>
        </c:spPr>
      </c:pivotFmt>
      <c:pivotFmt>
        <c:idx val="271"/>
        <c:spPr>
          <a:solidFill>
            <a:schemeClr val="accent1"/>
          </a:solidFill>
          <a:ln w="19050">
            <a:solidFill>
              <a:schemeClr val="lt1"/>
            </a:solidFill>
          </a:ln>
          <a:effectLst/>
        </c:spPr>
      </c:pivotFmt>
      <c:pivotFmt>
        <c:idx val="272"/>
        <c:spPr>
          <a:solidFill>
            <a:schemeClr val="accent1"/>
          </a:solidFill>
          <a:ln w="19050">
            <a:solidFill>
              <a:schemeClr val="lt1"/>
            </a:solidFill>
          </a:ln>
          <a:effectLst/>
        </c:spPr>
      </c:pivotFmt>
      <c:pivotFmt>
        <c:idx val="273"/>
        <c:spPr>
          <a:solidFill>
            <a:schemeClr val="accent1"/>
          </a:solidFill>
          <a:ln w="19050">
            <a:solidFill>
              <a:schemeClr val="lt1"/>
            </a:solidFill>
          </a:ln>
          <a:effectLst/>
        </c:spPr>
      </c:pivotFmt>
      <c:pivotFmt>
        <c:idx val="274"/>
        <c:spPr>
          <a:solidFill>
            <a:schemeClr val="accent1"/>
          </a:solidFill>
          <a:ln w="19050">
            <a:solidFill>
              <a:schemeClr val="lt1"/>
            </a:solidFill>
          </a:ln>
          <a:effectLst/>
        </c:spPr>
      </c:pivotFmt>
      <c:pivotFmt>
        <c:idx val="275"/>
        <c:spPr>
          <a:solidFill>
            <a:schemeClr val="accent1"/>
          </a:solidFill>
          <a:ln w="19050">
            <a:solidFill>
              <a:schemeClr val="lt1"/>
            </a:solidFill>
          </a:ln>
          <a:effectLst/>
        </c:spPr>
      </c:pivotFmt>
      <c:pivotFmt>
        <c:idx val="276"/>
        <c:spPr>
          <a:solidFill>
            <a:schemeClr val="accent1"/>
          </a:solidFill>
          <a:ln w="19050">
            <a:solidFill>
              <a:schemeClr val="lt1"/>
            </a:solidFill>
          </a:ln>
          <a:effectLst/>
        </c:spPr>
      </c:pivotFmt>
      <c:pivotFmt>
        <c:idx val="277"/>
        <c:spPr>
          <a:solidFill>
            <a:schemeClr val="accent1"/>
          </a:solidFill>
          <a:ln w="19050">
            <a:solidFill>
              <a:schemeClr val="lt1"/>
            </a:solidFill>
          </a:ln>
          <a:effectLst/>
        </c:spPr>
      </c:pivotFmt>
      <c:pivotFmt>
        <c:idx val="278"/>
        <c:spPr>
          <a:solidFill>
            <a:schemeClr val="accent1"/>
          </a:solidFill>
          <a:ln w="19050">
            <a:solidFill>
              <a:schemeClr val="lt1"/>
            </a:solidFill>
          </a:ln>
          <a:effectLst/>
        </c:spPr>
      </c:pivotFmt>
      <c:pivotFmt>
        <c:idx val="279"/>
        <c:spPr>
          <a:solidFill>
            <a:schemeClr val="accent1"/>
          </a:solidFill>
          <a:ln w="19050">
            <a:solidFill>
              <a:schemeClr val="lt1"/>
            </a:solidFill>
          </a:ln>
          <a:effectLst/>
        </c:spPr>
      </c:pivotFmt>
      <c:pivotFmt>
        <c:idx val="280"/>
        <c:spPr>
          <a:solidFill>
            <a:schemeClr val="accent1"/>
          </a:solidFill>
          <a:ln w="19050">
            <a:solidFill>
              <a:schemeClr val="lt1"/>
            </a:solidFill>
          </a:ln>
          <a:effectLst/>
        </c:spPr>
      </c:pivotFmt>
      <c:pivotFmt>
        <c:idx val="281"/>
        <c:spPr>
          <a:solidFill>
            <a:schemeClr val="accent1"/>
          </a:solidFill>
          <a:ln w="19050">
            <a:solidFill>
              <a:schemeClr val="lt1"/>
            </a:solidFill>
          </a:ln>
          <a:effectLst/>
        </c:spPr>
      </c:pivotFmt>
      <c:pivotFmt>
        <c:idx val="282"/>
        <c:spPr>
          <a:solidFill>
            <a:schemeClr val="accent1"/>
          </a:solidFill>
          <a:ln w="19050">
            <a:solidFill>
              <a:schemeClr val="lt1"/>
            </a:solidFill>
          </a:ln>
          <a:effectLst/>
        </c:spPr>
      </c:pivotFmt>
      <c:pivotFmt>
        <c:idx val="283"/>
        <c:spPr>
          <a:solidFill>
            <a:schemeClr val="accent1"/>
          </a:solidFill>
          <a:ln w="19050">
            <a:solidFill>
              <a:schemeClr val="lt1"/>
            </a:solidFill>
          </a:ln>
          <a:effectLst/>
        </c:spPr>
      </c:pivotFmt>
      <c:pivotFmt>
        <c:idx val="284"/>
        <c:spPr>
          <a:solidFill>
            <a:schemeClr val="accent1"/>
          </a:solidFill>
          <a:ln w="19050">
            <a:solidFill>
              <a:schemeClr val="lt1"/>
            </a:solidFill>
          </a:ln>
          <a:effectLst/>
        </c:spPr>
      </c:pivotFmt>
      <c:pivotFmt>
        <c:idx val="285"/>
        <c:spPr>
          <a:solidFill>
            <a:schemeClr val="accent1"/>
          </a:solidFill>
          <a:ln w="19050">
            <a:solidFill>
              <a:schemeClr val="lt1"/>
            </a:solidFill>
          </a:ln>
          <a:effectLst/>
        </c:spPr>
      </c:pivotFmt>
      <c:pivotFmt>
        <c:idx val="286"/>
        <c:spPr>
          <a:solidFill>
            <a:schemeClr val="accent1"/>
          </a:solidFill>
          <a:ln w="19050">
            <a:solidFill>
              <a:schemeClr val="lt1"/>
            </a:solidFill>
          </a:ln>
          <a:effectLst/>
        </c:spPr>
      </c:pivotFmt>
      <c:pivotFmt>
        <c:idx val="287"/>
        <c:spPr>
          <a:solidFill>
            <a:schemeClr val="accent1"/>
          </a:solidFill>
          <a:ln w="19050">
            <a:solidFill>
              <a:schemeClr val="lt1"/>
            </a:solidFill>
          </a:ln>
          <a:effectLst/>
        </c:spPr>
      </c:pivotFmt>
      <c:pivotFmt>
        <c:idx val="288"/>
        <c:spPr>
          <a:solidFill>
            <a:schemeClr val="accent1"/>
          </a:solidFill>
          <a:ln w="19050">
            <a:solidFill>
              <a:schemeClr val="lt1"/>
            </a:solidFill>
          </a:ln>
          <a:effectLst/>
        </c:spPr>
      </c:pivotFmt>
      <c:pivotFmt>
        <c:idx val="289"/>
        <c:spPr>
          <a:solidFill>
            <a:schemeClr val="accent1"/>
          </a:solidFill>
          <a:ln w="19050">
            <a:solidFill>
              <a:schemeClr val="lt1"/>
            </a:solidFill>
          </a:ln>
          <a:effectLst/>
        </c:spPr>
      </c:pivotFmt>
      <c:pivotFmt>
        <c:idx val="290"/>
        <c:spPr>
          <a:solidFill>
            <a:schemeClr val="accent1"/>
          </a:solidFill>
          <a:ln w="19050">
            <a:solidFill>
              <a:schemeClr val="lt1"/>
            </a:solidFill>
          </a:ln>
          <a:effectLst/>
        </c:spPr>
      </c:pivotFmt>
      <c:pivotFmt>
        <c:idx val="291"/>
        <c:spPr>
          <a:solidFill>
            <a:schemeClr val="accent1"/>
          </a:solidFill>
          <a:ln w="19050">
            <a:solidFill>
              <a:schemeClr val="lt1"/>
            </a:solidFill>
          </a:ln>
          <a:effectLst/>
        </c:spPr>
      </c:pivotFmt>
      <c:pivotFmt>
        <c:idx val="292"/>
        <c:spPr>
          <a:solidFill>
            <a:schemeClr val="accent1"/>
          </a:solidFill>
          <a:ln w="19050">
            <a:solidFill>
              <a:schemeClr val="lt1"/>
            </a:solidFill>
          </a:ln>
          <a:effectLst/>
        </c:spPr>
      </c:pivotFmt>
      <c:pivotFmt>
        <c:idx val="293"/>
        <c:spPr>
          <a:solidFill>
            <a:schemeClr val="accent1"/>
          </a:solidFill>
          <a:ln w="19050">
            <a:solidFill>
              <a:schemeClr val="lt1"/>
            </a:solidFill>
          </a:ln>
          <a:effectLst/>
        </c:spPr>
      </c:pivotFmt>
      <c:pivotFmt>
        <c:idx val="294"/>
        <c:spPr>
          <a:solidFill>
            <a:schemeClr val="accent1"/>
          </a:solidFill>
          <a:ln w="19050">
            <a:solidFill>
              <a:schemeClr val="lt1"/>
            </a:solidFill>
          </a:ln>
          <a:effectLst/>
        </c:spPr>
      </c:pivotFmt>
      <c:pivotFmt>
        <c:idx val="295"/>
        <c:spPr>
          <a:solidFill>
            <a:schemeClr val="accent1"/>
          </a:solidFill>
          <a:ln w="19050">
            <a:solidFill>
              <a:schemeClr val="lt1"/>
            </a:solidFill>
          </a:ln>
          <a:effectLst/>
        </c:spPr>
      </c:pivotFmt>
      <c:pivotFmt>
        <c:idx val="296"/>
        <c:spPr>
          <a:solidFill>
            <a:schemeClr val="accent1"/>
          </a:solidFill>
          <a:ln w="19050">
            <a:solidFill>
              <a:schemeClr val="lt1"/>
            </a:solidFill>
          </a:ln>
          <a:effectLst/>
        </c:spPr>
      </c:pivotFmt>
      <c:pivotFmt>
        <c:idx val="297"/>
        <c:spPr>
          <a:solidFill>
            <a:schemeClr val="accent1"/>
          </a:solidFill>
          <a:ln w="19050">
            <a:solidFill>
              <a:schemeClr val="lt1"/>
            </a:solidFill>
          </a:ln>
          <a:effectLst/>
        </c:spPr>
      </c:pivotFmt>
      <c:pivotFmt>
        <c:idx val="298"/>
        <c:spPr>
          <a:solidFill>
            <a:schemeClr val="accent1"/>
          </a:solidFill>
          <a:ln w="19050">
            <a:solidFill>
              <a:schemeClr val="lt1"/>
            </a:solidFill>
          </a:ln>
          <a:effectLst/>
        </c:spPr>
      </c:pivotFmt>
      <c:pivotFmt>
        <c:idx val="299"/>
        <c:spPr>
          <a:solidFill>
            <a:schemeClr val="accent1"/>
          </a:solidFill>
          <a:ln w="19050">
            <a:solidFill>
              <a:schemeClr val="lt1"/>
            </a:solidFill>
          </a:ln>
          <a:effectLst/>
        </c:spPr>
      </c:pivotFmt>
      <c:pivotFmt>
        <c:idx val="300"/>
        <c:spPr>
          <a:solidFill>
            <a:schemeClr val="accent1"/>
          </a:solidFill>
          <a:ln w="19050">
            <a:solidFill>
              <a:schemeClr val="lt1"/>
            </a:solidFill>
          </a:ln>
          <a:effectLst/>
        </c:spPr>
      </c:pivotFmt>
      <c:pivotFmt>
        <c:idx val="301"/>
        <c:spPr>
          <a:solidFill>
            <a:schemeClr val="accent1"/>
          </a:solidFill>
          <a:ln w="19050">
            <a:solidFill>
              <a:schemeClr val="lt1"/>
            </a:solidFill>
          </a:ln>
          <a:effectLst/>
        </c:spPr>
      </c:pivotFmt>
      <c:pivotFmt>
        <c:idx val="302"/>
        <c:spPr>
          <a:solidFill>
            <a:schemeClr val="accent1"/>
          </a:solidFill>
          <a:ln w="19050">
            <a:solidFill>
              <a:schemeClr val="lt1"/>
            </a:solidFill>
          </a:ln>
          <a:effectLst/>
        </c:spPr>
      </c:pivotFmt>
      <c:pivotFmt>
        <c:idx val="303"/>
        <c:spPr>
          <a:solidFill>
            <a:schemeClr val="accent1"/>
          </a:solidFill>
          <a:ln w="19050">
            <a:solidFill>
              <a:schemeClr val="lt1"/>
            </a:solidFill>
          </a:ln>
          <a:effectLst/>
        </c:spPr>
      </c:pivotFmt>
      <c:pivotFmt>
        <c:idx val="304"/>
        <c:spPr>
          <a:solidFill>
            <a:schemeClr val="accent1"/>
          </a:solidFill>
          <a:ln w="19050">
            <a:solidFill>
              <a:schemeClr val="lt1"/>
            </a:solidFill>
          </a:ln>
          <a:effectLst/>
        </c:spPr>
      </c:pivotFmt>
      <c:pivotFmt>
        <c:idx val="305"/>
        <c:spPr>
          <a:solidFill>
            <a:schemeClr val="accent1"/>
          </a:solidFill>
          <a:ln w="19050">
            <a:solidFill>
              <a:schemeClr val="lt1"/>
            </a:solidFill>
          </a:ln>
          <a:effectLst/>
        </c:spPr>
      </c:pivotFmt>
      <c:pivotFmt>
        <c:idx val="306"/>
        <c:spPr>
          <a:solidFill>
            <a:schemeClr val="accent1"/>
          </a:solidFill>
          <a:ln w="19050">
            <a:solidFill>
              <a:schemeClr val="lt1"/>
            </a:solidFill>
          </a:ln>
          <a:effectLst/>
        </c:spPr>
      </c:pivotFmt>
      <c:pivotFmt>
        <c:idx val="307"/>
        <c:spPr>
          <a:solidFill>
            <a:schemeClr val="accent1"/>
          </a:solidFill>
          <a:ln w="19050">
            <a:solidFill>
              <a:schemeClr val="lt1"/>
            </a:solidFill>
          </a:ln>
          <a:effectLst/>
        </c:spPr>
      </c:pivotFmt>
      <c:pivotFmt>
        <c:idx val="308"/>
        <c:spPr>
          <a:solidFill>
            <a:schemeClr val="accent1"/>
          </a:solidFill>
          <a:ln w="19050">
            <a:solidFill>
              <a:schemeClr val="lt1"/>
            </a:solidFill>
          </a:ln>
          <a:effectLst/>
        </c:spPr>
      </c:pivotFmt>
      <c:pivotFmt>
        <c:idx val="309"/>
        <c:spPr>
          <a:solidFill>
            <a:schemeClr val="accent1"/>
          </a:solidFill>
          <a:ln w="19050">
            <a:solidFill>
              <a:schemeClr val="lt1"/>
            </a:solidFill>
          </a:ln>
          <a:effectLst/>
        </c:spPr>
      </c:pivotFmt>
      <c:pivotFmt>
        <c:idx val="310"/>
        <c:spPr>
          <a:solidFill>
            <a:schemeClr val="accent1"/>
          </a:solidFill>
          <a:ln w="19050">
            <a:solidFill>
              <a:schemeClr val="lt1"/>
            </a:solidFill>
          </a:ln>
          <a:effectLst/>
        </c:spPr>
      </c:pivotFmt>
      <c:pivotFmt>
        <c:idx val="311"/>
        <c:spPr>
          <a:solidFill>
            <a:schemeClr val="accent1"/>
          </a:solidFill>
          <a:ln w="19050">
            <a:solidFill>
              <a:schemeClr val="lt1"/>
            </a:solidFill>
          </a:ln>
          <a:effectLst/>
        </c:spPr>
      </c:pivotFmt>
      <c:pivotFmt>
        <c:idx val="312"/>
        <c:spPr>
          <a:solidFill>
            <a:schemeClr val="accent1"/>
          </a:solidFill>
          <a:ln w="19050">
            <a:solidFill>
              <a:schemeClr val="lt1"/>
            </a:solidFill>
          </a:ln>
          <a:effectLst/>
        </c:spPr>
      </c:pivotFmt>
      <c:pivotFmt>
        <c:idx val="313"/>
        <c:spPr>
          <a:solidFill>
            <a:schemeClr val="accent1"/>
          </a:solidFill>
          <a:ln w="19050">
            <a:solidFill>
              <a:schemeClr val="lt1"/>
            </a:solidFill>
          </a:ln>
          <a:effectLst/>
        </c:spPr>
      </c:pivotFmt>
      <c:pivotFmt>
        <c:idx val="314"/>
        <c:spPr>
          <a:solidFill>
            <a:schemeClr val="accent1"/>
          </a:solidFill>
          <a:ln w="19050">
            <a:solidFill>
              <a:schemeClr val="lt1"/>
            </a:solidFill>
          </a:ln>
          <a:effectLst/>
        </c:spPr>
      </c:pivotFmt>
      <c:pivotFmt>
        <c:idx val="315"/>
        <c:spPr>
          <a:solidFill>
            <a:schemeClr val="accent1"/>
          </a:solidFill>
          <a:ln w="19050">
            <a:solidFill>
              <a:schemeClr val="lt1"/>
            </a:solidFill>
          </a:ln>
          <a:effectLst/>
        </c:spPr>
      </c:pivotFmt>
      <c:pivotFmt>
        <c:idx val="316"/>
        <c:spPr>
          <a:solidFill>
            <a:schemeClr val="accent1"/>
          </a:solidFill>
          <a:ln w="19050">
            <a:solidFill>
              <a:schemeClr val="lt1"/>
            </a:solidFill>
          </a:ln>
          <a:effectLst/>
        </c:spPr>
      </c:pivotFmt>
      <c:pivotFmt>
        <c:idx val="317"/>
        <c:spPr>
          <a:solidFill>
            <a:schemeClr val="accent1"/>
          </a:solidFill>
          <a:ln w="19050">
            <a:solidFill>
              <a:schemeClr val="lt1"/>
            </a:solidFill>
          </a:ln>
          <a:effectLst/>
        </c:spPr>
      </c:pivotFmt>
      <c:pivotFmt>
        <c:idx val="318"/>
        <c:spPr>
          <a:solidFill>
            <a:schemeClr val="accent1"/>
          </a:solidFill>
          <a:ln w="19050">
            <a:solidFill>
              <a:schemeClr val="lt1"/>
            </a:solidFill>
          </a:ln>
          <a:effectLst/>
        </c:spPr>
      </c:pivotFmt>
      <c:pivotFmt>
        <c:idx val="319"/>
        <c:spPr>
          <a:solidFill>
            <a:schemeClr val="accent1"/>
          </a:solidFill>
          <a:ln w="19050">
            <a:solidFill>
              <a:schemeClr val="lt1"/>
            </a:solidFill>
          </a:ln>
          <a:effectLst/>
        </c:spPr>
      </c:pivotFmt>
      <c:pivotFmt>
        <c:idx val="320"/>
        <c:spPr>
          <a:solidFill>
            <a:schemeClr val="accent1"/>
          </a:solidFill>
          <a:ln w="19050">
            <a:solidFill>
              <a:schemeClr val="lt1"/>
            </a:solidFill>
          </a:ln>
          <a:effectLst/>
        </c:spPr>
      </c:pivotFmt>
      <c:pivotFmt>
        <c:idx val="321"/>
        <c:spPr>
          <a:solidFill>
            <a:schemeClr val="accent1"/>
          </a:solidFill>
          <a:ln w="19050">
            <a:solidFill>
              <a:schemeClr val="lt1"/>
            </a:solidFill>
          </a:ln>
          <a:effectLst/>
        </c:spPr>
      </c:pivotFmt>
      <c:pivotFmt>
        <c:idx val="322"/>
        <c:spPr>
          <a:solidFill>
            <a:schemeClr val="accent1"/>
          </a:solidFill>
          <a:ln w="19050">
            <a:solidFill>
              <a:schemeClr val="lt1"/>
            </a:solidFill>
          </a:ln>
          <a:effectLst/>
        </c:spPr>
      </c:pivotFmt>
      <c:pivotFmt>
        <c:idx val="323"/>
        <c:spPr>
          <a:solidFill>
            <a:schemeClr val="accent1"/>
          </a:solidFill>
          <a:ln w="19050">
            <a:solidFill>
              <a:schemeClr val="lt1"/>
            </a:solidFill>
          </a:ln>
          <a:effectLst/>
        </c:spPr>
      </c:pivotFmt>
      <c:pivotFmt>
        <c:idx val="324"/>
        <c:spPr>
          <a:solidFill>
            <a:schemeClr val="accent1"/>
          </a:solidFill>
          <a:ln w="19050">
            <a:solidFill>
              <a:schemeClr val="lt1"/>
            </a:solidFill>
          </a:ln>
          <a:effectLst/>
        </c:spPr>
      </c:pivotFmt>
      <c:pivotFmt>
        <c:idx val="325"/>
        <c:spPr>
          <a:solidFill>
            <a:schemeClr val="accent1"/>
          </a:solidFill>
          <a:ln w="19050">
            <a:solidFill>
              <a:schemeClr val="lt1"/>
            </a:solidFill>
          </a:ln>
          <a:effectLst/>
        </c:spPr>
      </c:pivotFmt>
      <c:pivotFmt>
        <c:idx val="326"/>
        <c:spPr>
          <a:solidFill>
            <a:schemeClr val="accent1"/>
          </a:solidFill>
          <a:ln w="19050">
            <a:solidFill>
              <a:schemeClr val="lt1"/>
            </a:solidFill>
          </a:ln>
          <a:effectLst/>
        </c:spPr>
      </c:pivotFmt>
      <c:pivotFmt>
        <c:idx val="327"/>
        <c:spPr>
          <a:solidFill>
            <a:schemeClr val="accent1"/>
          </a:solidFill>
          <a:ln w="19050">
            <a:solidFill>
              <a:schemeClr val="lt1"/>
            </a:solidFill>
          </a:ln>
          <a:effectLst/>
        </c:spPr>
      </c:pivotFmt>
      <c:pivotFmt>
        <c:idx val="328"/>
        <c:spPr>
          <a:solidFill>
            <a:schemeClr val="accent1"/>
          </a:solidFill>
          <a:ln w="19050">
            <a:solidFill>
              <a:schemeClr val="lt1"/>
            </a:solidFill>
          </a:ln>
          <a:effectLst/>
        </c:spPr>
      </c:pivotFmt>
      <c:pivotFmt>
        <c:idx val="329"/>
        <c:spPr>
          <a:solidFill>
            <a:schemeClr val="accent1"/>
          </a:solidFill>
          <a:ln w="19050">
            <a:solidFill>
              <a:schemeClr val="lt1"/>
            </a:solidFill>
          </a:ln>
          <a:effectLst/>
        </c:spPr>
      </c:pivotFmt>
      <c:pivotFmt>
        <c:idx val="330"/>
        <c:spPr>
          <a:solidFill>
            <a:schemeClr val="accent1"/>
          </a:solidFill>
          <a:ln w="19050">
            <a:solidFill>
              <a:schemeClr val="lt1"/>
            </a:solidFill>
          </a:ln>
          <a:effectLst/>
        </c:spPr>
      </c:pivotFmt>
      <c:pivotFmt>
        <c:idx val="331"/>
        <c:spPr>
          <a:solidFill>
            <a:schemeClr val="accent1"/>
          </a:solidFill>
          <a:ln w="19050">
            <a:solidFill>
              <a:schemeClr val="lt1"/>
            </a:solidFill>
          </a:ln>
          <a:effectLst/>
        </c:spPr>
      </c:pivotFmt>
      <c:pivotFmt>
        <c:idx val="332"/>
        <c:spPr>
          <a:solidFill>
            <a:schemeClr val="accent1"/>
          </a:solidFill>
          <a:ln w="19050">
            <a:solidFill>
              <a:schemeClr val="lt1"/>
            </a:solidFill>
          </a:ln>
          <a:effectLst/>
        </c:spPr>
      </c:pivotFmt>
      <c:pivotFmt>
        <c:idx val="333"/>
        <c:spPr>
          <a:solidFill>
            <a:schemeClr val="accent1"/>
          </a:solidFill>
          <a:ln w="19050">
            <a:solidFill>
              <a:schemeClr val="lt1"/>
            </a:solidFill>
          </a:ln>
          <a:effectLst/>
        </c:spPr>
      </c:pivotFmt>
      <c:pivotFmt>
        <c:idx val="334"/>
        <c:spPr>
          <a:solidFill>
            <a:schemeClr val="accent1"/>
          </a:solidFill>
          <a:ln w="19050">
            <a:solidFill>
              <a:schemeClr val="lt1"/>
            </a:solidFill>
          </a:ln>
          <a:effectLst/>
        </c:spPr>
      </c:pivotFmt>
      <c:pivotFmt>
        <c:idx val="335"/>
        <c:spPr>
          <a:solidFill>
            <a:schemeClr val="accent1"/>
          </a:solidFill>
          <a:ln w="19050">
            <a:solidFill>
              <a:schemeClr val="lt1"/>
            </a:solidFill>
          </a:ln>
          <a:effectLst/>
        </c:spPr>
      </c:pivotFmt>
      <c:pivotFmt>
        <c:idx val="336"/>
        <c:spPr>
          <a:solidFill>
            <a:schemeClr val="accent1"/>
          </a:solidFill>
          <a:ln w="19050">
            <a:solidFill>
              <a:schemeClr val="lt1"/>
            </a:solidFill>
          </a:ln>
          <a:effectLst/>
        </c:spPr>
      </c:pivotFmt>
      <c:pivotFmt>
        <c:idx val="337"/>
        <c:spPr>
          <a:solidFill>
            <a:schemeClr val="accent1"/>
          </a:solidFill>
          <a:ln w="19050">
            <a:solidFill>
              <a:schemeClr val="lt1"/>
            </a:solidFill>
          </a:ln>
          <a:effectLst/>
        </c:spPr>
      </c:pivotFmt>
      <c:pivotFmt>
        <c:idx val="338"/>
        <c:spPr>
          <a:solidFill>
            <a:schemeClr val="accent1"/>
          </a:solidFill>
          <a:ln w="19050">
            <a:solidFill>
              <a:schemeClr val="lt1"/>
            </a:solidFill>
          </a:ln>
          <a:effectLst/>
        </c:spPr>
      </c:pivotFmt>
      <c:pivotFmt>
        <c:idx val="339"/>
        <c:spPr>
          <a:solidFill>
            <a:schemeClr val="accent1"/>
          </a:solidFill>
          <a:ln w="19050">
            <a:solidFill>
              <a:schemeClr val="lt1"/>
            </a:solidFill>
          </a:ln>
          <a:effectLst/>
        </c:spPr>
      </c:pivotFmt>
      <c:pivotFmt>
        <c:idx val="340"/>
        <c:spPr>
          <a:solidFill>
            <a:schemeClr val="accent1"/>
          </a:solidFill>
          <a:ln w="19050">
            <a:solidFill>
              <a:schemeClr val="lt1"/>
            </a:solidFill>
          </a:ln>
          <a:effectLst/>
        </c:spPr>
      </c:pivotFmt>
      <c:pivotFmt>
        <c:idx val="341"/>
        <c:spPr>
          <a:solidFill>
            <a:schemeClr val="accent1"/>
          </a:solidFill>
          <a:ln w="19050">
            <a:solidFill>
              <a:schemeClr val="lt1"/>
            </a:solidFill>
          </a:ln>
          <a:effectLst/>
        </c:spPr>
      </c:pivotFmt>
      <c:pivotFmt>
        <c:idx val="342"/>
        <c:spPr>
          <a:solidFill>
            <a:schemeClr val="accent1"/>
          </a:solidFill>
          <a:ln w="19050">
            <a:solidFill>
              <a:schemeClr val="lt1"/>
            </a:solidFill>
          </a:ln>
          <a:effectLst/>
        </c:spPr>
      </c:pivotFmt>
      <c:pivotFmt>
        <c:idx val="343"/>
        <c:spPr>
          <a:solidFill>
            <a:schemeClr val="accent1"/>
          </a:solidFill>
          <a:ln w="19050">
            <a:solidFill>
              <a:schemeClr val="lt1"/>
            </a:solidFill>
          </a:ln>
          <a:effectLst/>
        </c:spPr>
      </c:pivotFmt>
      <c:pivotFmt>
        <c:idx val="344"/>
        <c:spPr>
          <a:solidFill>
            <a:schemeClr val="accent1"/>
          </a:solidFill>
          <a:ln w="19050">
            <a:solidFill>
              <a:schemeClr val="lt1"/>
            </a:solidFill>
          </a:ln>
          <a:effectLst/>
        </c:spPr>
      </c:pivotFmt>
      <c:pivotFmt>
        <c:idx val="345"/>
        <c:spPr>
          <a:solidFill>
            <a:schemeClr val="accent1"/>
          </a:solidFill>
          <a:ln w="19050">
            <a:solidFill>
              <a:schemeClr val="lt1"/>
            </a:solidFill>
          </a:ln>
          <a:effectLst/>
        </c:spPr>
      </c:pivotFmt>
      <c:pivotFmt>
        <c:idx val="346"/>
        <c:spPr>
          <a:solidFill>
            <a:schemeClr val="accent1"/>
          </a:solidFill>
          <a:ln w="19050">
            <a:solidFill>
              <a:schemeClr val="lt1"/>
            </a:solidFill>
          </a:ln>
          <a:effectLst/>
        </c:spPr>
      </c:pivotFmt>
      <c:pivotFmt>
        <c:idx val="347"/>
        <c:spPr>
          <a:solidFill>
            <a:schemeClr val="accent1"/>
          </a:solidFill>
          <a:ln w="19050">
            <a:solidFill>
              <a:schemeClr val="lt1"/>
            </a:solidFill>
          </a:ln>
          <a:effectLst/>
        </c:spPr>
      </c:pivotFmt>
      <c:pivotFmt>
        <c:idx val="348"/>
        <c:spPr>
          <a:solidFill>
            <a:schemeClr val="accent1"/>
          </a:solidFill>
          <a:ln w="19050">
            <a:solidFill>
              <a:schemeClr val="lt1"/>
            </a:solidFill>
          </a:ln>
          <a:effectLst/>
        </c:spPr>
      </c:pivotFmt>
      <c:pivotFmt>
        <c:idx val="349"/>
        <c:spPr>
          <a:solidFill>
            <a:schemeClr val="accent1"/>
          </a:solidFill>
          <a:ln w="19050">
            <a:solidFill>
              <a:schemeClr val="lt1"/>
            </a:solidFill>
          </a:ln>
          <a:effectLst/>
        </c:spPr>
      </c:pivotFmt>
      <c:pivotFmt>
        <c:idx val="350"/>
        <c:spPr>
          <a:solidFill>
            <a:schemeClr val="accent1"/>
          </a:solidFill>
          <a:ln w="19050">
            <a:solidFill>
              <a:schemeClr val="lt1"/>
            </a:solidFill>
          </a:ln>
          <a:effectLst/>
        </c:spPr>
      </c:pivotFmt>
      <c:pivotFmt>
        <c:idx val="351"/>
        <c:spPr>
          <a:solidFill>
            <a:schemeClr val="accent1"/>
          </a:solidFill>
          <a:ln w="19050">
            <a:solidFill>
              <a:schemeClr val="lt1"/>
            </a:solidFill>
          </a:ln>
          <a:effectLst/>
        </c:spPr>
      </c:pivotFmt>
      <c:pivotFmt>
        <c:idx val="352"/>
        <c:spPr>
          <a:solidFill>
            <a:schemeClr val="accent1"/>
          </a:solidFill>
          <a:ln w="19050">
            <a:solidFill>
              <a:schemeClr val="lt1"/>
            </a:solidFill>
          </a:ln>
          <a:effectLst/>
        </c:spPr>
      </c:pivotFmt>
      <c:pivotFmt>
        <c:idx val="353"/>
        <c:spPr>
          <a:solidFill>
            <a:schemeClr val="accent1"/>
          </a:solidFill>
          <a:ln w="19050">
            <a:solidFill>
              <a:schemeClr val="lt1"/>
            </a:solidFill>
          </a:ln>
          <a:effectLst/>
        </c:spPr>
      </c:pivotFmt>
      <c:pivotFmt>
        <c:idx val="354"/>
        <c:spPr>
          <a:solidFill>
            <a:schemeClr val="accent1"/>
          </a:solidFill>
          <a:ln w="19050">
            <a:solidFill>
              <a:schemeClr val="lt1"/>
            </a:solidFill>
          </a:ln>
          <a:effectLst/>
        </c:spPr>
      </c:pivotFmt>
      <c:pivotFmt>
        <c:idx val="355"/>
        <c:spPr>
          <a:solidFill>
            <a:schemeClr val="accent1"/>
          </a:solidFill>
          <a:ln w="19050">
            <a:solidFill>
              <a:schemeClr val="lt1"/>
            </a:solidFill>
          </a:ln>
          <a:effectLst/>
        </c:spPr>
      </c:pivotFmt>
      <c:pivotFmt>
        <c:idx val="356"/>
        <c:spPr>
          <a:solidFill>
            <a:schemeClr val="accent1"/>
          </a:solidFill>
          <a:ln w="19050">
            <a:solidFill>
              <a:schemeClr val="lt1"/>
            </a:solidFill>
          </a:ln>
          <a:effectLst/>
        </c:spPr>
      </c:pivotFmt>
      <c:pivotFmt>
        <c:idx val="357"/>
        <c:spPr>
          <a:solidFill>
            <a:schemeClr val="accent1"/>
          </a:solidFill>
          <a:ln w="19050">
            <a:solidFill>
              <a:schemeClr val="lt1"/>
            </a:solidFill>
          </a:ln>
          <a:effectLst/>
        </c:spPr>
      </c:pivotFmt>
      <c:pivotFmt>
        <c:idx val="35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
      </c:pivotFmt>
      <c:pivotFmt>
        <c:idx val="359"/>
        <c:spPr>
          <a:solidFill>
            <a:schemeClr val="accent1"/>
          </a:solidFill>
          <a:ln w="19050">
            <a:solidFill>
              <a:schemeClr val="lt1"/>
            </a:solidFill>
          </a:ln>
          <a:effectLst/>
        </c:spPr>
      </c:pivotFmt>
      <c:pivotFmt>
        <c:idx val="360"/>
        <c:spPr>
          <a:solidFill>
            <a:schemeClr val="accent1"/>
          </a:solidFill>
          <a:ln w="19050">
            <a:solidFill>
              <a:schemeClr val="lt1"/>
            </a:solidFill>
          </a:ln>
          <a:effectLst/>
        </c:spPr>
      </c:pivotFmt>
      <c:pivotFmt>
        <c:idx val="361"/>
        <c:spPr>
          <a:solidFill>
            <a:schemeClr val="accent1"/>
          </a:solidFill>
          <a:ln w="19050">
            <a:solidFill>
              <a:schemeClr val="lt1"/>
            </a:solidFill>
          </a:ln>
          <a:effectLst/>
        </c:spPr>
      </c:pivotFmt>
      <c:pivotFmt>
        <c:idx val="362"/>
        <c:spPr>
          <a:solidFill>
            <a:schemeClr val="accent1"/>
          </a:solidFill>
          <a:ln w="19050">
            <a:solidFill>
              <a:schemeClr val="lt1"/>
            </a:solidFill>
          </a:ln>
          <a:effectLst/>
        </c:spPr>
      </c:pivotFmt>
      <c:pivotFmt>
        <c:idx val="363"/>
        <c:spPr>
          <a:solidFill>
            <a:schemeClr val="accent1"/>
          </a:solidFill>
          <a:ln w="19050">
            <a:solidFill>
              <a:schemeClr val="lt1"/>
            </a:solidFill>
          </a:ln>
          <a:effectLst/>
        </c:spPr>
      </c:pivotFmt>
      <c:pivotFmt>
        <c:idx val="364"/>
        <c:spPr>
          <a:solidFill>
            <a:schemeClr val="accent1"/>
          </a:solidFill>
          <a:ln w="19050">
            <a:solidFill>
              <a:schemeClr val="lt1"/>
            </a:solidFill>
          </a:ln>
          <a:effectLst/>
        </c:spPr>
      </c:pivotFmt>
      <c:pivotFmt>
        <c:idx val="365"/>
        <c:spPr>
          <a:solidFill>
            <a:schemeClr val="accent1"/>
          </a:solidFill>
          <a:ln w="19050">
            <a:solidFill>
              <a:schemeClr val="lt1"/>
            </a:solidFill>
          </a:ln>
          <a:effectLst/>
        </c:spPr>
      </c:pivotFmt>
      <c:pivotFmt>
        <c:idx val="366"/>
        <c:spPr>
          <a:solidFill>
            <a:schemeClr val="accent1"/>
          </a:solidFill>
          <a:ln w="19050">
            <a:solidFill>
              <a:schemeClr val="lt1"/>
            </a:solidFill>
          </a:ln>
          <a:effectLst/>
        </c:spPr>
      </c:pivotFmt>
      <c:pivotFmt>
        <c:idx val="367"/>
        <c:spPr>
          <a:solidFill>
            <a:schemeClr val="accent1"/>
          </a:solidFill>
          <a:ln w="19050">
            <a:solidFill>
              <a:schemeClr val="lt1"/>
            </a:solidFill>
          </a:ln>
          <a:effectLst/>
        </c:spPr>
      </c:pivotFmt>
      <c:pivotFmt>
        <c:idx val="368"/>
        <c:spPr>
          <a:solidFill>
            <a:schemeClr val="accent1"/>
          </a:solidFill>
          <a:ln w="19050">
            <a:solidFill>
              <a:schemeClr val="lt1"/>
            </a:solidFill>
          </a:ln>
          <a:effectLst/>
        </c:spPr>
      </c:pivotFmt>
      <c:pivotFmt>
        <c:idx val="369"/>
        <c:spPr>
          <a:solidFill>
            <a:schemeClr val="accent1"/>
          </a:solidFill>
          <a:ln w="19050">
            <a:solidFill>
              <a:schemeClr val="lt1"/>
            </a:solidFill>
          </a:ln>
          <a:effectLst/>
        </c:spPr>
      </c:pivotFmt>
      <c:pivotFmt>
        <c:idx val="370"/>
        <c:spPr>
          <a:solidFill>
            <a:schemeClr val="accent1"/>
          </a:solidFill>
          <a:ln w="19050">
            <a:solidFill>
              <a:schemeClr val="lt1"/>
            </a:solidFill>
          </a:ln>
          <a:effectLst/>
        </c:spPr>
      </c:pivotFmt>
      <c:pivotFmt>
        <c:idx val="371"/>
        <c:spPr>
          <a:solidFill>
            <a:schemeClr val="accent1"/>
          </a:solidFill>
          <a:ln w="19050">
            <a:solidFill>
              <a:schemeClr val="lt1"/>
            </a:solidFill>
          </a:ln>
          <a:effectLst/>
        </c:spPr>
      </c:pivotFmt>
      <c:pivotFmt>
        <c:idx val="372"/>
        <c:spPr>
          <a:solidFill>
            <a:schemeClr val="accent1"/>
          </a:solidFill>
          <a:ln w="19050">
            <a:solidFill>
              <a:schemeClr val="lt1"/>
            </a:solidFill>
          </a:ln>
          <a:effectLst/>
        </c:spPr>
      </c:pivotFmt>
      <c:pivotFmt>
        <c:idx val="373"/>
        <c:spPr>
          <a:solidFill>
            <a:schemeClr val="accent1"/>
          </a:solidFill>
          <a:ln w="19050">
            <a:solidFill>
              <a:schemeClr val="lt1"/>
            </a:solidFill>
          </a:ln>
          <a:effectLst/>
        </c:spPr>
      </c:pivotFmt>
      <c:pivotFmt>
        <c:idx val="374"/>
        <c:spPr>
          <a:solidFill>
            <a:schemeClr val="accent1"/>
          </a:solidFill>
          <a:ln w="19050">
            <a:solidFill>
              <a:schemeClr val="lt1"/>
            </a:solidFill>
          </a:ln>
          <a:effectLst/>
        </c:spPr>
      </c:pivotFmt>
      <c:pivotFmt>
        <c:idx val="375"/>
        <c:spPr>
          <a:solidFill>
            <a:schemeClr val="accent1"/>
          </a:solidFill>
          <a:ln w="19050">
            <a:solidFill>
              <a:schemeClr val="lt1"/>
            </a:solidFill>
          </a:ln>
          <a:effectLst/>
        </c:spPr>
      </c:pivotFmt>
      <c:pivotFmt>
        <c:idx val="376"/>
        <c:spPr>
          <a:solidFill>
            <a:schemeClr val="accent1"/>
          </a:solidFill>
          <a:ln w="19050">
            <a:solidFill>
              <a:schemeClr val="lt1"/>
            </a:solidFill>
          </a:ln>
          <a:effectLst/>
        </c:spPr>
      </c:pivotFmt>
      <c:pivotFmt>
        <c:idx val="377"/>
        <c:spPr>
          <a:solidFill>
            <a:schemeClr val="accent1"/>
          </a:solidFill>
          <a:ln w="19050">
            <a:solidFill>
              <a:schemeClr val="lt1"/>
            </a:solidFill>
          </a:ln>
          <a:effectLst/>
        </c:spPr>
      </c:pivotFmt>
      <c:pivotFmt>
        <c:idx val="378"/>
        <c:spPr>
          <a:solidFill>
            <a:schemeClr val="accent1"/>
          </a:solidFill>
          <a:ln w="19050">
            <a:solidFill>
              <a:schemeClr val="lt1"/>
            </a:solidFill>
          </a:ln>
          <a:effectLst/>
        </c:spPr>
      </c:pivotFmt>
      <c:pivotFmt>
        <c:idx val="379"/>
        <c:spPr>
          <a:solidFill>
            <a:schemeClr val="accent1"/>
          </a:solidFill>
          <a:ln w="19050">
            <a:solidFill>
              <a:schemeClr val="lt1"/>
            </a:solidFill>
          </a:ln>
          <a:effectLst/>
        </c:spPr>
      </c:pivotFmt>
      <c:pivotFmt>
        <c:idx val="380"/>
        <c:spPr>
          <a:solidFill>
            <a:schemeClr val="accent1"/>
          </a:solidFill>
          <a:ln w="19050">
            <a:solidFill>
              <a:schemeClr val="lt1"/>
            </a:solidFill>
          </a:ln>
          <a:effectLst/>
        </c:spPr>
      </c:pivotFmt>
      <c:pivotFmt>
        <c:idx val="381"/>
        <c:spPr>
          <a:solidFill>
            <a:schemeClr val="accent1"/>
          </a:solidFill>
          <a:ln w="19050">
            <a:solidFill>
              <a:schemeClr val="lt1"/>
            </a:solidFill>
          </a:ln>
          <a:effectLst/>
        </c:spPr>
      </c:pivotFmt>
      <c:pivotFmt>
        <c:idx val="382"/>
        <c:spPr>
          <a:solidFill>
            <a:schemeClr val="accent1"/>
          </a:solidFill>
          <a:ln w="19050">
            <a:solidFill>
              <a:schemeClr val="lt1"/>
            </a:solidFill>
          </a:ln>
          <a:effectLst/>
        </c:spPr>
      </c:pivotFmt>
      <c:pivotFmt>
        <c:idx val="383"/>
        <c:spPr>
          <a:solidFill>
            <a:schemeClr val="accent1"/>
          </a:solidFill>
          <a:ln w="19050">
            <a:solidFill>
              <a:schemeClr val="lt1"/>
            </a:solidFill>
          </a:ln>
          <a:effectLst/>
        </c:spPr>
      </c:pivotFmt>
      <c:pivotFmt>
        <c:idx val="384"/>
        <c:spPr>
          <a:solidFill>
            <a:schemeClr val="accent1"/>
          </a:solidFill>
          <a:ln w="19050">
            <a:solidFill>
              <a:schemeClr val="lt1"/>
            </a:solidFill>
          </a:ln>
          <a:effectLst/>
        </c:spPr>
      </c:pivotFmt>
      <c:pivotFmt>
        <c:idx val="385"/>
        <c:spPr>
          <a:solidFill>
            <a:schemeClr val="accent1"/>
          </a:solidFill>
          <a:ln w="19050">
            <a:solidFill>
              <a:schemeClr val="lt1"/>
            </a:solidFill>
          </a:ln>
          <a:effectLst/>
        </c:spPr>
      </c:pivotFmt>
      <c:pivotFmt>
        <c:idx val="386"/>
        <c:spPr>
          <a:solidFill>
            <a:schemeClr val="accent1"/>
          </a:solidFill>
          <a:ln w="19050">
            <a:solidFill>
              <a:schemeClr val="lt1"/>
            </a:solidFill>
          </a:ln>
          <a:effectLst/>
        </c:spPr>
      </c:pivotFmt>
      <c:pivotFmt>
        <c:idx val="387"/>
        <c:spPr>
          <a:solidFill>
            <a:schemeClr val="accent1"/>
          </a:solidFill>
          <a:ln w="19050">
            <a:solidFill>
              <a:schemeClr val="lt1"/>
            </a:solidFill>
          </a:ln>
          <a:effectLst/>
        </c:spPr>
      </c:pivotFmt>
      <c:pivotFmt>
        <c:idx val="388"/>
        <c:spPr>
          <a:solidFill>
            <a:schemeClr val="accent1"/>
          </a:solidFill>
          <a:ln w="19050">
            <a:solidFill>
              <a:schemeClr val="lt1"/>
            </a:solidFill>
          </a:ln>
          <a:effectLst/>
        </c:spPr>
      </c:pivotFmt>
      <c:pivotFmt>
        <c:idx val="389"/>
        <c:spPr>
          <a:solidFill>
            <a:schemeClr val="accent1"/>
          </a:solidFill>
          <a:ln w="19050">
            <a:solidFill>
              <a:schemeClr val="lt1"/>
            </a:solidFill>
          </a:ln>
          <a:effectLst/>
        </c:spPr>
      </c:pivotFmt>
      <c:pivotFmt>
        <c:idx val="390"/>
        <c:spPr>
          <a:solidFill>
            <a:schemeClr val="accent1"/>
          </a:solidFill>
          <a:ln w="19050">
            <a:solidFill>
              <a:schemeClr val="lt1"/>
            </a:solidFill>
          </a:ln>
          <a:effectLst/>
        </c:spPr>
      </c:pivotFmt>
      <c:pivotFmt>
        <c:idx val="391"/>
        <c:spPr>
          <a:solidFill>
            <a:schemeClr val="accent1"/>
          </a:solidFill>
          <a:ln w="19050">
            <a:solidFill>
              <a:schemeClr val="lt1"/>
            </a:solidFill>
          </a:ln>
          <a:effectLst/>
        </c:spPr>
      </c:pivotFmt>
      <c:pivotFmt>
        <c:idx val="392"/>
        <c:spPr>
          <a:solidFill>
            <a:schemeClr val="accent1"/>
          </a:solidFill>
          <a:ln w="19050">
            <a:solidFill>
              <a:schemeClr val="lt1"/>
            </a:solidFill>
          </a:ln>
          <a:effectLst/>
        </c:spPr>
      </c:pivotFmt>
      <c:pivotFmt>
        <c:idx val="393"/>
        <c:spPr>
          <a:solidFill>
            <a:schemeClr val="accent1"/>
          </a:solidFill>
          <a:ln w="19050">
            <a:solidFill>
              <a:schemeClr val="lt1"/>
            </a:solidFill>
          </a:ln>
          <a:effectLst/>
        </c:spPr>
      </c:pivotFmt>
      <c:pivotFmt>
        <c:idx val="394"/>
        <c:spPr>
          <a:solidFill>
            <a:schemeClr val="accent1"/>
          </a:solidFill>
          <a:ln w="19050">
            <a:solidFill>
              <a:schemeClr val="lt1"/>
            </a:solidFill>
          </a:ln>
          <a:effectLst/>
        </c:spPr>
      </c:pivotFmt>
      <c:pivotFmt>
        <c:idx val="395"/>
        <c:spPr>
          <a:solidFill>
            <a:schemeClr val="accent1"/>
          </a:solidFill>
          <a:ln w="19050">
            <a:solidFill>
              <a:schemeClr val="lt1"/>
            </a:solidFill>
          </a:ln>
          <a:effectLst/>
        </c:spPr>
      </c:pivotFmt>
      <c:pivotFmt>
        <c:idx val="396"/>
        <c:spPr>
          <a:solidFill>
            <a:schemeClr val="accent1"/>
          </a:solidFill>
          <a:ln w="19050">
            <a:solidFill>
              <a:schemeClr val="lt1"/>
            </a:solidFill>
          </a:ln>
          <a:effectLst/>
        </c:spPr>
      </c:pivotFmt>
      <c:pivotFmt>
        <c:idx val="397"/>
        <c:spPr>
          <a:solidFill>
            <a:schemeClr val="accent1"/>
          </a:solidFill>
          <a:ln w="19050">
            <a:solidFill>
              <a:schemeClr val="lt1"/>
            </a:solidFill>
          </a:ln>
          <a:effectLst/>
        </c:spPr>
      </c:pivotFmt>
      <c:pivotFmt>
        <c:idx val="398"/>
        <c:spPr>
          <a:solidFill>
            <a:schemeClr val="accent1"/>
          </a:solidFill>
          <a:ln w="19050">
            <a:solidFill>
              <a:schemeClr val="lt1"/>
            </a:solidFill>
          </a:ln>
          <a:effectLst/>
        </c:spPr>
      </c:pivotFmt>
      <c:pivotFmt>
        <c:idx val="399"/>
        <c:spPr>
          <a:solidFill>
            <a:schemeClr val="accent1"/>
          </a:solidFill>
          <a:ln w="19050">
            <a:solidFill>
              <a:schemeClr val="lt1"/>
            </a:solidFill>
          </a:ln>
          <a:effectLst/>
        </c:spPr>
      </c:pivotFmt>
      <c:pivotFmt>
        <c:idx val="400"/>
        <c:spPr>
          <a:solidFill>
            <a:schemeClr val="accent1"/>
          </a:solidFill>
          <a:ln w="19050">
            <a:solidFill>
              <a:schemeClr val="lt1"/>
            </a:solidFill>
          </a:ln>
          <a:effectLst/>
        </c:spPr>
      </c:pivotFmt>
      <c:pivotFmt>
        <c:idx val="401"/>
        <c:spPr>
          <a:solidFill>
            <a:schemeClr val="accent1"/>
          </a:solidFill>
          <a:ln w="19050">
            <a:solidFill>
              <a:schemeClr val="lt1"/>
            </a:solidFill>
          </a:ln>
          <a:effectLst/>
        </c:spPr>
      </c:pivotFmt>
      <c:pivotFmt>
        <c:idx val="402"/>
        <c:spPr>
          <a:solidFill>
            <a:schemeClr val="accent1"/>
          </a:solidFill>
          <a:ln w="19050">
            <a:solidFill>
              <a:schemeClr val="lt1"/>
            </a:solidFill>
          </a:ln>
          <a:effectLst/>
        </c:spPr>
      </c:pivotFmt>
      <c:pivotFmt>
        <c:idx val="403"/>
        <c:spPr>
          <a:solidFill>
            <a:schemeClr val="accent1"/>
          </a:solidFill>
          <a:ln w="19050">
            <a:solidFill>
              <a:schemeClr val="lt1"/>
            </a:solidFill>
          </a:ln>
          <a:effectLst/>
        </c:spPr>
      </c:pivotFmt>
      <c:pivotFmt>
        <c:idx val="404"/>
        <c:spPr>
          <a:solidFill>
            <a:schemeClr val="accent1"/>
          </a:solidFill>
          <a:ln w="19050">
            <a:solidFill>
              <a:schemeClr val="lt1"/>
            </a:solidFill>
          </a:ln>
          <a:effectLst/>
        </c:spPr>
      </c:pivotFmt>
      <c:pivotFmt>
        <c:idx val="405"/>
        <c:spPr>
          <a:solidFill>
            <a:schemeClr val="accent1"/>
          </a:solidFill>
          <a:ln w="19050">
            <a:solidFill>
              <a:schemeClr val="lt1"/>
            </a:solidFill>
          </a:ln>
          <a:effectLst/>
        </c:spPr>
      </c:pivotFmt>
      <c:pivotFmt>
        <c:idx val="406"/>
        <c:spPr>
          <a:solidFill>
            <a:schemeClr val="accent1"/>
          </a:solidFill>
          <a:ln w="19050">
            <a:solidFill>
              <a:schemeClr val="lt1"/>
            </a:solidFill>
          </a:ln>
          <a:effectLst/>
        </c:spPr>
      </c:pivotFmt>
      <c:pivotFmt>
        <c:idx val="407"/>
        <c:spPr>
          <a:solidFill>
            <a:schemeClr val="accent1"/>
          </a:solidFill>
          <a:ln w="19050">
            <a:solidFill>
              <a:schemeClr val="lt1"/>
            </a:solidFill>
          </a:ln>
          <a:effectLst/>
        </c:spPr>
      </c:pivotFmt>
      <c:pivotFmt>
        <c:idx val="408"/>
        <c:spPr>
          <a:solidFill>
            <a:schemeClr val="accent1"/>
          </a:solidFill>
          <a:ln w="19050">
            <a:solidFill>
              <a:schemeClr val="lt1"/>
            </a:solidFill>
          </a:ln>
          <a:effectLst/>
        </c:spPr>
      </c:pivotFmt>
      <c:pivotFmt>
        <c:idx val="409"/>
        <c:spPr>
          <a:solidFill>
            <a:schemeClr val="accent1"/>
          </a:solidFill>
          <a:ln w="19050">
            <a:solidFill>
              <a:schemeClr val="lt1"/>
            </a:solidFill>
          </a:ln>
          <a:effectLst/>
        </c:spPr>
      </c:pivotFmt>
      <c:pivotFmt>
        <c:idx val="410"/>
        <c:spPr>
          <a:solidFill>
            <a:schemeClr val="accent1"/>
          </a:solidFill>
          <a:ln w="19050">
            <a:solidFill>
              <a:schemeClr val="lt1"/>
            </a:solidFill>
          </a:ln>
          <a:effectLst/>
        </c:spPr>
      </c:pivotFmt>
      <c:pivotFmt>
        <c:idx val="411"/>
        <c:spPr>
          <a:solidFill>
            <a:schemeClr val="accent1"/>
          </a:solidFill>
          <a:ln w="19050">
            <a:solidFill>
              <a:schemeClr val="lt1"/>
            </a:solidFill>
          </a:ln>
          <a:effectLst/>
        </c:spPr>
      </c:pivotFmt>
      <c:pivotFmt>
        <c:idx val="412"/>
        <c:spPr>
          <a:solidFill>
            <a:schemeClr val="accent1"/>
          </a:solidFill>
          <a:ln w="19050">
            <a:solidFill>
              <a:schemeClr val="lt1"/>
            </a:solidFill>
          </a:ln>
          <a:effectLst/>
        </c:spPr>
      </c:pivotFmt>
      <c:pivotFmt>
        <c:idx val="413"/>
        <c:spPr>
          <a:solidFill>
            <a:schemeClr val="accent1"/>
          </a:solidFill>
          <a:ln w="19050">
            <a:solidFill>
              <a:schemeClr val="lt1"/>
            </a:solidFill>
          </a:ln>
          <a:effectLst/>
        </c:spPr>
      </c:pivotFmt>
      <c:pivotFmt>
        <c:idx val="414"/>
        <c:spPr>
          <a:solidFill>
            <a:schemeClr val="accent1"/>
          </a:solidFill>
          <a:ln w="19050">
            <a:solidFill>
              <a:schemeClr val="lt1"/>
            </a:solidFill>
          </a:ln>
          <a:effectLst/>
        </c:spPr>
      </c:pivotFmt>
      <c:pivotFmt>
        <c:idx val="415"/>
        <c:spPr>
          <a:solidFill>
            <a:schemeClr val="accent1"/>
          </a:solidFill>
          <a:ln w="19050">
            <a:solidFill>
              <a:schemeClr val="lt1"/>
            </a:solidFill>
          </a:ln>
          <a:effectLst/>
        </c:spPr>
      </c:pivotFmt>
      <c:pivotFmt>
        <c:idx val="416"/>
        <c:spPr>
          <a:solidFill>
            <a:schemeClr val="accent1"/>
          </a:solidFill>
          <a:ln w="19050">
            <a:solidFill>
              <a:schemeClr val="lt1"/>
            </a:solidFill>
          </a:ln>
          <a:effectLst/>
        </c:spPr>
      </c:pivotFmt>
      <c:pivotFmt>
        <c:idx val="417"/>
        <c:spPr>
          <a:solidFill>
            <a:schemeClr val="accent1"/>
          </a:solidFill>
          <a:ln w="19050">
            <a:solidFill>
              <a:schemeClr val="lt1"/>
            </a:solidFill>
          </a:ln>
          <a:effectLst/>
        </c:spPr>
      </c:pivotFmt>
      <c:pivotFmt>
        <c:idx val="418"/>
        <c:spPr>
          <a:solidFill>
            <a:schemeClr val="accent1"/>
          </a:solidFill>
          <a:ln w="19050">
            <a:solidFill>
              <a:schemeClr val="lt1"/>
            </a:solidFill>
          </a:ln>
          <a:effectLst/>
        </c:spPr>
      </c:pivotFmt>
      <c:pivotFmt>
        <c:idx val="419"/>
        <c:spPr>
          <a:solidFill>
            <a:schemeClr val="accent1"/>
          </a:solidFill>
          <a:ln w="19050">
            <a:solidFill>
              <a:schemeClr val="lt1"/>
            </a:solidFill>
          </a:ln>
          <a:effectLst/>
        </c:spPr>
      </c:pivotFmt>
      <c:pivotFmt>
        <c:idx val="420"/>
        <c:spPr>
          <a:solidFill>
            <a:schemeClr val="accent1"/>
          </a:solidFill>
          <a:ln w="19050">
            <a:solidFill>
              <a:schemeClr val="lt1"/>
            </a:solidFill>
          </a:ln>
          <a:effectLst/>
        </c:spPr>
      </c:pivotFmt>
      <c:pivotFmt>
        <c:idx val="421"/>
        <c:spPr>
          <a:solidFill>
            <a:schemeClr val="accent1"/>
          </a:solidFill>
          <a:ln w="19050">
            <a:solidFill>
              <a:schemeClr val="lt1"/>
            </a:solidFill>
          </a:ln>
          <a:effectLst/>
        </c:spPr>
      </c:pivotFmt>
      <c:pivotFmt>
        <c:idx val="422"/>
        <c:spPr>
          <a:solidFill>
            <a:schemeClr val="accent1"/>
          </a:solidFill>
          <a:ln w="19050">
            <a:solidFill>
              <a:schemeClr val="lt1"/>
            </a:solidFill>
          </a:ln>
          <a:effectLst/>
        </c:spPr>
      </c:pivotFmt>
      <c:pivotFmt>
        <c:idx val="423"/>
        <c:spPr>
          <a:solidFill>
            <a:schemeClr val="accent1"/>
          </a:solidFill>
          <a:ln w="19050">
            <a:solidFill>
              <a:schemeClr val="lt1"/>
            </a:solidFill>
          </a:ln>
          <a:effectLst/>
        </c:spPr>
      </c:pivotFmt>
      <c:pivotFmt>
        <c:idx val="424"/>
        <c:spPr>
          <a:solidFill>
            <a:schemeClr val="accent1"/>
          </a:solidFill>
          <a:ln w="19050">
            <a:solidFill>
              <a:schemeClr val="lt1"/>
            </a:solidFill>
          </a:ln>
          <a:effectLst/>
        </c:spPr>
      </c:pivotFmt>
      <c:pivotFmt>
        <c:idx val="425"/>
        <c:spPr>
          <a:solidFill>
            <a:schemeClr val="accent1"/>
          </a:solidFill>
          <a:ln w="19050">
            <a:solidFill>
              <a:schemeClr val="lt1"/>
            </a:solidFill>
          </a:ln>
          <a:effectLst/>
        </c:spPr>
      </c:pivotFmt>
      <c:pivotFmt>
        <c:idx val="426"/>
        <c:spPr>
          <a:solidFill>
            <a:schemeClr val="accent1"/>
          </a:solidFill>
          <a:ln w="19050">
            <a:solidFill>
              <a:schemeClr val="lt1"/>
            </a:solidFill>
          </a:ln>
          <a:effectLst/>
        </c:spPr>
      </c:pivotFmt>
      <c:pivotFmt>
        <c:idx val="427"/>
        <c:spPr>
          <a:solidFill>
            <a:schemeClr val="accent1"/>
          </a:solidFill>
          <a:ln w="19050">
            <a:solidFill>
              <a:schemeClr val="lt1"/>
            </a:solidFill>
          </a:ln>
          <a:effectLst/>
        </c:spPr>
      </c:pivotFmt>
      <c:pivotFmt>
        <c:idx val="428"/>
        <c:spPr>
          <a:solidFill>
            <a:schemeClr val="accent1"/>
          </a:solidFill>
          <a:ln w="19050">
            <a:solidFill>
              <a:schemeClr val="lt1"/>
            </a:solidFill>
          </a:ln>
          <a:effectLst/>
        </c:spPr>
      </c:pivotFmt>
      <c:pivotFmt>
        <c:idx val="429"/>
        <c:spPr>
          <a:solidFill>
            <a:schemeClr val="accent1"/>
          </a:solidFill>
          <a:ln w="19050">
            <a:solidFill>
              <a:schemeClr val="lt1"/>
            </a:solidFill>
          </a:ln>
          <a:effectLst/>
        </c:spPr>
      </c:pivotFmt>
      <c:pivotFmt>
        <c:idx val="430"/>
        <c:spPr>
          <a:solidFill>
            <a:schemeClr val="accent1"/>
          </a:solidFill>
          <a:ln w="19050">
            <a:solidFill>
              <a:schemeClr val="lt1"/>
            </a:solidFill>
          </a:ln>
          <a:effectLst/>
        </c:spPr>
      </c:pivotFmt>
      <c:pivotFmt>
        <c:idx val="431"/>
        <c:spPr>
          <a:solidFill>
            <a:schemeClr val="accent1"/>
          </a:solidFill>
          <a:ln w="19050">
            <a:solidFill>
              <a:schemeClr val="lt1"/>
            </a:solidFill>
          </a:ln>
          <a:effectLst/>
        </c:spPr>
      </c:pivotFmt>
      <c:pivotFmt>
        <c:idx val="432"/>
        <c:spPr>
          <a:solidFill>
            <a:schemeClr val="accent1"/>
          </a:solidFill>
          <a:ln w="19050">
            <a:solidFill>
              <a:schemeClr val="lt1"/>
            </a:solidFill>
          </a:ln>
          <a:effectLst/>
        </c:spPr>
      </c:pivotFmt>
      <c:pivotFmt>
        <c:idx val="433"/>
        <c:spPr>
          <a:solidFill>
            <a:schemeClr val="accent1"/>
          </a:solidFill>
          <a:ln w="19050">
            <a:solidFill>
              <a:schemeClr val="lt1"/>
            </a:solidFill>
          </a:ln>
          <a:effectLst/>
        </c:spPr>
      </c:pivotFmt>
      <c:pivotFmt>
        <c:idx val="434"/>
        <c:spPr>
          <a:solidFill>
            <a:schemeClr val="accent1"/>
          </a:solidFill>
          <a:ln w="19050">
            <a:solidFill>
              <a:schemeClr val="lt1"/>
            </a:solidFill>
          </a:ln>
          <a:effectLst/>
        </c:spPr>
      </c:pivotFmt>
      <c:pivotFmt>
        <c:idx val="435"/>
        <c:spPr>
          <a:solidFill>
            <a:schemeClr val="accent1"/>
          </a:solidFill>
          <a:ln w="19050">
            <a:solidFill>
              <a:schemeClr val="lt1"/>
            </a:solidFill>
          </a:ln>
          <a:effectLst/>
        </c:spPr>
      </c:pivotFmt>
      <c:pivotFmt>
        <c:idx val="436"/>
        <c:spPr>
          <a:solidFill>
            <a:schemeClr val="accent1"/>
          </a:solidFill>
          <a:ln w="19050">
            <a:solidFill>
              <a:schemeClr val="lt1"/>
            </a:solidFill>
          </a:ln>
          <a:effectLst/>
        </c:spPr>
      </c:pivotFmt>
      <c:pivotFmt>
        <c:idx val="437"/>
        <c:spPr>
          <a:solidFill>
            <a:schemeClr val="accent1"/>
          </a:solidFill>
          <a:ln w="19050">
            <a:solidFill>
              <a:schemeClr val="lt1"/>
            </a:solidFill>
          </a:ln>
          <a:effectLst/>
        </c:spPr>
      </c:pivotFmt>
      <c:pivotFmt>
        <c:idx val="438"/>
        <c:spPr>
          <a:solidFill>
            <a:schemeClr val="accent1"/>
          </a:solidFill>
          <a:ln w="19050">
            <a:solidFill>
              <a:schemeClr val="lt1"/>
            </a:solidFill>
          </a:ln>
          <a:effectLst/>
        </c:spPr>
      </c:pivotFmt>
      <c:pivotFmt>
        <c:idx val="439"/>
        <c:spPr>
          <a:solidFill>
            <a:schemeClr val="accent1"/>
          </a:solidFill>
          <a:ln w="19050">
            <a:solidFill>
              <a:schemeClr val="lt1"/>
            </a:solidFill>
          </a:ln>
          <a:effectLst/>
        </c:spPr>
      </c:pivotFmt>
      <c:pivotFmt>
        <c:idx val="440"/>
        <c:spPr>
          <a:solidFill>
            <a:schemeClr val="accent1"/>
          </a:solidFill>
          <a:ln w="19050">
            <a:solidFill>
              <a:schemeClr val="lt1"/>
            </a:solidFill>
          </a:ln>
          <a:effectLst/>
        </c:spPr>
      </c:pivotFmt>
      <c:pivotFmt>
        <c:idx val="441"/>
        <c:spPr>
          <a:solidFill>
            <a:schemeClr val="accent1"/>
          </a:solidFill>
          <a:ln w="19050">
            <a:solidFill>
              <a:schemeClr val="lt1"/>
            </a:solidFill>
          </a:ln>
          <a:effectLst/>
        </c:spPr>
      </c:pivotFmt>
      <c:pivotFmt>
        <c:idx val="442"/>
        <c:spPr>
          <a:solidFill>
            <a:schemeClr val="accent1"/>
          </a:solidFill>
          <a:ln w="19050">
            <a:solidFill>
              <a:schemeClr val="lt1"/>
            </a:solidFill>
          </a:ln>
          <a:effectLst/>
        </c:spPr>
      </c:pivotFmt>
      <c:pivotFmt>
        <c:idx val="443"/>
        <c:spPr>
          <a:solidFill>
            <a:schemeClr val="accent1"/>
          </a:solidFill>
          <a:ln w="19050">
            <a:solidFill>
              <a:schemeClr val="lt1"/>
            </a:solidFill>
          </a:ln>
          <a:effectLst/>
        </c:spPr>
      </c:pivotFmt>
      <c:pivotFmt>
        <c:idx val="444"/>
        <c:spPr>
          <a:solidFill>
            <a:schemeClr val="accent1"/>
          </a:solidFill>
          <a:ln w="19050">
            <a:solidFill>
              <a:schemeClr val="lt1"/>
            </a:solidFill>
          </a:ln>
          <a:effectLst/>
        </c:spPr>
      </c:pivotFmt>
      <c:pivotFmt>
        <c:idx val="445"/>
        <c:spPr>
          <a:solidFill>
            <a:schemeClr val="accent1"/>
          </a:solidFill>
          <a:ln w="19050">
            <a:solidFill>
              <a:schemeClr val="lt1"/>
            </a:solidFill>
          </a:ln>
          <a:effectLst/>
        </c:spPr>
      </c:pivotFmt>
      <c:pivotFmt>
        <c:idx val="446"/>
        <c:spPr>
          <a:solidFill>
            <a:schemeClr val="accent1"/>
          </a:solidFill>
          <a:ln w="19050">
            <a:solidFill>
              <a:schemeClr val="lt1"/>
            </a:solidFill>
          </a:ln>
          <a:effectLst/>
        </c:spPr>
      </c:pivotFmt>
      <c:pivotFmt>
        <c:idx val="447"/>
        <c:spPr>
          <a:solidFill>
            <a:schemeClr val="accent1"/>
          </a:solidFill>
          <a:ln w="19050">
            <a:solidFill>
              <a:schemeClr val="lt1"/>
            </a:solidFill>
          </a:ln>
          <a:effectLst/>
        </c:spPr>
      </c:pivotFmt>
      <c:pivotFmt>
        <c:idx val="448"/>
        <c:spPr>
          <a:solidFill>
            <a:schemeClr val="accent1"/>
          </a:solidFill>
          <a:ln w="19050">
            <a:solidFill>
              <a:schemeClr val="lt1"/>
            </a:solidFill>
          </a:ln>
          <a:effectLst/>
        </c:spPr>
      </c:pivotFmt>
      <c:pivotFmt>
        <c:idx val="449"/>
        <c:spPr>
          <a:solidFill>
            <a:schemeClr val="accent1"/>
          </a:solidFill>
          <a:ln w="19050">
            <a:solidFill>
              <a:schemeClr val="lt1"/>
            </a:solidFill>
          </a:ln>
          <a:effectLst/>
        </c:spPr>
      </c:pivotFmt>
      <c:pivotFmt>
        <c:idx val="450"/>
        <c:spPr>
          <a:solidFill>
            <a:schemeClr val="accent1"/>
          </a:solidFill>
          <a:ln w="19050">
            <a:solidFill>
              <a:schemeClr val="lt1"/>
            </a:solidFill>
          </a:ln>
          <a:effectLst/>
        </c:spPr>
      </c:pivotFmt>
      <c:pivotFmt>
        <c:idx val="451"/>
        <c:spPr>
          <a:solidFill>
            <a:schemeClr val="accent1"/>
          </a:solidFill>
          <a:ln w="19050">
            <a:solidFill>
              <a:schemeClr val="lt1"/>
            </a:solidFill>
          </a:ln>
          <a:effectLst/>
        </c:spPr>
      </c:pivotFmt>
      <c:pivotFmt>
        <c:idx val="452"/>
        <c:spPr>
          <a:solidFill>
            <a:schemeClr val="accent1"/>
          </a:solidFill>
          <a:ln w="19050">
            <a:solidFill>
              <a:schemeClr val="lt1"/>
            </a:solidFill>
          </a:ln>
          <a:effectLst/>
        </c:spPr>
      </c:pivotFmt>
      <c:pivotFmt>
        <c:idx val="453"/>
        <c:spPr>
          <a:solidFill>
            <a:schemeClr val="accent1"/>
          </a:solidFill>
          <a:ln w="19050">
            <a:solidFill>
              <a:schemeClr val="lt1"/>
            </a:solidFill>
          </a:ln>
          <a:effectLst/>
        </c:spPr>
      </c:pivotFmt>
      <c:pivotFmt>
        <c:idx val="454"/>
        <c:spPr>
          <a:solidFill>
            <a:schemeClr val="accent1"/>
          </a:solidFill>
          <a:ln w="19050">
            <a:solidFill>
              <a:schemeClr val="lt1"/>
            </a:solidFill>
          </a:ln>
          <a:effectLst/>
        </c:spPr>
      </c:pivotFmt>
      <c:pivotFmt>
        <c:idx val="455"/>
        <c:spPr>
          <a:solidFill>
            <a:schemeClr val="accent1"/>
          </a:solidFill>
          <a:ln w="19050">
            <a:solidFill>
              <a:schemeClr val="lt1"/>
            </a:solidFill>
          </a:ln>
          <a:effectLst/>
        </c:spPr>
      </c:pivotFmt>
      <c:pivotFmt>
        <c:idx val="456"/>
        <c:spPr>
          <a:solidFill>
            <a:schemeClr val="accent1"/>
          </a:solidFill>
          <a:ln w="19050">
            <a:solidFill>
              <a:schemeClr val="lt1"/>
            </a:solidFill>
          </a:ln>
          <a:effectLst/>
        </c:spPr>
      </c:pivotFmt>
      <c:pivotFmt>
        <c:idx val="457"/>
        <c:spPr>
          <a:solidFill>
            <a:schemeClr val="accent1"/>
          </a:solidFill>
          <a:ln w="19050">
            <a:solidFill>
              <a:schemeClr val="lt1"/>
            </a:solidFill>
          </a:ln>
          <a:effectLst/>
        </c:spPr>
      </c:pivotFmt>
      <c:pivotFmt>
        <c:idx val="458"/>
        <c:spPr>
          <a:solidFill>
            <a:schemeClr val="accent1"/>
          </a:solidFill>
          <a:ln w="19050">
            <a:solidFill>
              <a:schemeClr val="lt1"/>
            </a:solidFill>
          </a:ln>
          <a:effectLst/>
        </c:spPr>
      </c:pivotFmt>
      <c:pivotFmt>
        <c:idx val="459"/>
        <c:spPr>
          <a:solidFill>
            <a:schemeClr val="accent1"/>
          </a:solidFill>
          <a:ln w="19050">
            <a:solidFill>
              <a:schemeClr val="lt1"/>
            </a:solidFill>
          </a:ln>
          <a:effectLst/>
        </c:spPr>
      </c:pivotFmt>
      <c:pivotFmt>
        <c:idx val="460"/>
        <c:spPr>
          <a:solidFill>
            <a:schemeClr val="accent1"/>
          </a:solidFill>
          <a:ln w="19050">
            <a:solidFill>
              <a:schemeClr val="lt1"/>
            </a:solidFill>
          </a:ln>
          <a:effectLst/>
        </c:spPr>
      </c:pivotFmt>
      <c:pivotFmt>
        <c:idx val="461"/>
        <c:spPr>
          <a:solidFill>
            <a:schemeClr val="accent1"/>
          </a:solidFill>
          <a:ln w="19050">
            <a:solidFill>
              <a:schemeClr val="lt1"/>
            </a:solidFill>
          </a:ln>
          <a:effectLst/>
        </c:spPr>
      </c:pivotFmt>
      <c:pivotFmt>
        <c:idx val="462"/>
        <c:spPr>
          <a:solidFill>
            <a:schemeClr val="accent1"/>
          </a:solidFill>
          <a:ln w="19050">
            <a:solidFill>
              <a:schemeClr val="lt1"/>
            </a:solidFill>
          </a:ln>
          <a:effectLst/>
        </c:spPr>
      </c:pivotFmt>
      <c:pivotFmt>
        <c:idx val="463"/>
        <c:spPr>
          <a:solidFill>
            <a:schemeClr val="accent1"/>
          </a:solidFill>
          <a:ln w="19050">
            <a:solidFill>
              <a:schemeClr val="lt1"/>
            </a:solidFill>
          </a:ln>
          <a:effectLst/>
        </c:spPr>
      </c:pivotFmt>
      <c:pivotFmt>
        <c:idx val="464"/>
        <c:spPr>
          <a:solidFill>
            <a:schemeClr val="accent1"/>
          </a:solidFill>
          <a:ln w="19050">
            <a:solidFill>
              <a:schemeClr val="lt1"/>
            </a:solidFill>
          </a:ln>
          <a:effectLst/>
        </c:spPr>
      </c:pivotFmt>
      <c:pivotFmt>
        <c:idx val="465"/>
        <c:spPr>
          <a:solidFill>
            <a:schemeClr val="accent1"/>
          </a:solidFill>
          <a:ln w="19050">
            <a:solidFill>
              <a:schemeClr val="lt1"/>
            </a:solidFill>
          </a:ln>
          <a:effectLst/>
        </c:spPr>
      </c:pivotFmt>
      <c:pivotFmt>
        <c:idx val="466"/>
        <c:spPr>
          <a:solidFill>
            <a:schemeClr val="accent1"/>
          </a:solidFill>
          <a:ln w="19050">
            <a:solidFill>
              <a:schemeClr val="lt1"/>
            </a:solidFill>
          </a:ln>
          <a:effectLst/>
        </c:spPr>
      </c:pivotFmt>
      <c:pivotFmt>
        <c:idx val="467"/>
        <c:spPr>
          <a:solidFill>
            <a:schemeClr val="accent1"/>
          </a:solidFill>
          <a:ln w="19050">
            <a:solidFill>
              <a:schemeClr val="lt1"/>
            </a:solidFill>
          </a:ln>
          <a:effectLst/>
        </c:spPr>
      </c:pivotFmt>
      <c:pivotFmt>
        <c:idx val="468"/>
        <c:spPr>
          <a:solidFill>
            <a:schemeClr val="accent1"/>
          </a:solidFill>
          <a:ln w="19050">
            <a:solidFill>
              <a:schemeClr val="lt1"/>
            </a:solidFill>
          </a:ln>
          <a:effectLst/>
        </c:spPr>
      </c:pivotFmt>
      <c:pivotFmt>
        <c:idx val="469"/>
        <c:spPr>
          <a:solidFill>
            <a:schemeClr val="accent1"/>
          </a:solidFill>
          <a:ln w="19050">
            <a:solidFill>
              <a:schemeClr val="lt1"/>
            </a:solidFill>
          </a:ln>
          <a:effectLst/>
        </c:spPr>
      </c:pivotFmt>
      <c:pivotFmt>
        <c:idx val="470"/>
        <c:spPr>
          <a:solidFill>
            <a:schemeClr val="accent1"/>
          </a:solidFill>
          <a:ln w="19050">
            <a:solidFill>
              <a:schemeClr val="lt1"/>
            </a:solidFill>
          </a:ln>
          <a:effectLst/>
        </c:spPr>
      </c:pivotFmt>
      <c:pivotFmt>
        <c:idx val="471"/>
        <c:spPr>
          <a:solidFill>
            <a:schemeClr val="accent1"/>
          </a:solidFill>
          <a:ln w="19050">
            <a:solidFill>
              <a:schemeClr val="lt1"/>
            </a:solidFill>
          </a:ln>
          <a:effectLst/>
        </c:spPr>
      </c:pivotFmt>
      <c:pivotFmt>
        <c:idx val="472"/>
        <c:spPr>
          <a:solidFill>
            <a:schemeClr val="accent1"/>
          </a:solidFill>
          <a:ln w="19050">
            <a:solidFill>
              <a:schemeClr val="lt1"/>
            </a:solidFill>
          </a:ln>
          <a:effectLst/>
        </c:spPr>
      </c:pivotFmt>
      <c:pivotFmt>
        <c:idx val="473"/>
        <c:spPr>
          <a:solidFill>
            <a:schemeClr val="accent1"/>
          </a:solidFill>
          <a:ln w="19050">
            <a:solidFill>
              <a:schemeClr val="lt1"/>
            </a:solidFill>
          </a:ln>
          <a:effectLst/>
        </c:spPr>
      </c:pivotFmt>
      <c:pivotFmt>
        <c:idx val="474"/>
        <c:spPr>
          <a:solidFill>
            <a:schemeClr val="accent1"/>
          </a:solidFill>
          <a:ln w="19050">
            <a:solidFill>
              <a:schemeClr val="lt1"/>
            </a:solidFill>
          </a:ln>
          <a:effectLst/>
        </c:spPr>
      </c:pivotFmt>
      <c:pivotFmt>
        <c:idx val="475"/>
        <c:spPr>
          <a:solidFill>
            <a:schemeClr val="accent1"/>
          </a:solidFill>
          <a:ln w="19050">
            <a:solidFill>
              <a:schemeClr val="lt1"/>
            </a:solidFill>
          </a:ln>
          <a:effectLst/>
        </c:spPr>
      </c:pivotFmt>
      <c:pivotFmt>
        <c:idx val="476"/>
        <c:spPr>
          <a:solidFill>
            <a:schemeClr val="accent1"/>
          </a:solidFill>
          <a:ln w="19050">
            <a:solidFill>
              <a:schemeClr val="lt1"/>
            </a:solidFill>
          </a:ln>
          <a:effectLst/>
        </c:spPr>
      </c:pivotFmt>
      <c:pivotFmt>
        <c:idx val="477"/>
        <c:spPr>
          <a:solidFill>
            <a:schemeClr val="accent1"/>
          </a:solidFill>
          <a:ln w="19050">
            <a:solidFill>
              <a:schemeClr val="lt1"/>
            </a:solidFill>
          </a:ln>
          <a:effectLst/>
        </c:spPr>
      </c:pivotFmt>
      <c:pivotFmt>
        <c:idx val="478"/>
        <c:spPr>
          <a:solidFill>
            <a:schemeClr val="accent1"/>
          </a:solidFill>
          <a:ln w="19050">
            <a:solidFill>
              <a:schemeClr val="lt1"/>
            </a:solidFill>
          </a:ln>
          <a:effectLst/>
        </c:spPr>
      </c:pivotFmt>
      <c:pivotFmt>
        <c:idx val="479"/>
        <c:spPr>
          <a:solidFill>
            <a:schemeClr val="accent1"/>
          </a:solidFill>
          <a:ln w="19050">
            <a:solidFill>
              <a:schemeClr val="lt1"/>
            </a:solidFill>
          </a:ln>
          <a:effectLst/>
        </c:spPr>
      </c:pivotFmt>
      <c:pivotFmt>
        <c:idx val="480"/>
        <c:spPr>
          <a:solidFill>
            <a:schemeClr val="accent1"/>
          </a:solidFill>
          <a:ln w="19050">
            <a:solidFill>
              <a:schemeClr val="lt1"/>
            </a:solidFill>
          </a:ln>
          <a:effectLst/>
        </c:spPr>
      </c:pivotFmt>
      <c:pivotFmt>
        <c:idx val="481"/>
        <c:spPr>
          <a:solidFill>
            <a:schemeClr val="accent1"/>
          </a:solidFill>
          <a:ln w="19050">
            <a:solidFill>
              <a:schemeClr val="lt1"/>
            </a:solidFill>
          </a:ln>
          <a:effectLst/>
        </c:spPr>
      </c:pivotFmt>
      <c:pivotFmt>
        <c:idx val="482"/>
        <c:spPr>
          <a:solidFill>
            <a:schemeClr val="accent1"/>
          </a:solidFill>
          <a:ln w="19050">
            <a:solidFill>
              <a:schemeClr val="lt1"/>
            </a:solidFill>
          </a:ln>
          <a:effectLst/>
        </c:spPr>
      </c:pivotFmt>
      <c:pivotFmt>
        <c:idx val="483"/>
        <c:spPr>
          <a:solidFill>
            <a:schemeClr val="accent1"/>
          </a:solidFill>
          <a:ln w="19050">
            <a:solidFill>
              <a:schemeClr val="lt1"/>
            </a:solidFill>
          </a:ln>
          <a:effectLst/>
        </c:spPr>
      </c:pivotFmt>
      <c:pivotFmt>
        <c:idx val="484"/>
        <c:spPr>
          <a:solidFill>
            <a:schemeClr val="accent1"/>
          </a:solidFill>
          <a:ln w="19050">
            <a:solidFill>
              <a:schemeClr val="lt1"/>
            </a:solidFill>
          </a:ln>
          <a:effectLst/>
        </c:spPr>
      </c:pivotFmt>
      <c:pivotFmt>
        <c:idx val="485"/>
        <c:spPr>
          <a:solidFill>
            <a:schemeClr val="accent1"/>
          </a:solidFill>
          <a:ln w="19050">
            <a:solidFill>
              <a:schemeClr val="lt1"/>
            </a:solidFill>
          </a:ln>
          <a:effectLst/>
        </c:spPr>
      </c:pivotFmt>
      <c:pivotFmt>
        <c:idx val="486"/>
        <c:spPr>
          <a:solidFill>
            <a:schemeClr val="accent1"/>
          </a:solidFill>
          <a:ln w="19050">
            <a:solidFill>
              <a:schemeClr val="lt1"/>
            </a:solidFill>
          </a:ln>
          <a:effectLst/>
        </c:spPr>
      </c:pivotFmt>
      <c:pivotFmt>
        <c:idx val="487"/>
        <c:spPr>
          <a:solidFill>
            <a:schemeClr val="accent1"/>
          </a:solidFill>
          <a:ln w="19050">
            <a:solidFill>
              <a:schemeClr val="lt1"/>
            </a:solidFill>
          </a:ln>
          <a:effectLst/>
        </c:spPr>
      </c:pivotFmt>
      <c:pivotFmt>
        <c:idx val="488"/>
        <c:spPr>
          <a:solidFill>
            <a:schemeClr val="accent1"/>
          </a:solidFill>
          <a:ln w="19050">
            <a:solidFill>
              <a:schemeClr val="lt1"/>
            </a:solidFill>
          </a:ln>
          <a:effectLst/>
        </c:spPr>
      </c:pivotFmt>
      <c:pivotFmt>
        <c:idx val="489"/>
        <c:spPr>
          <a:solidFill>
            <a:schemeClr val="accent1"/>
          </a:solidFill>
          <a:ln w="19050">
            <a:solidFill>
              <a:schemeClr val="lt1"/>
            </a:solidFill>
          </a:ln>
          <a:effectLst/>
        </c:spPr>
      </c:pivotFmt>
      <c:pivotFmt>
        <c:idx val="490"/>
        <c:spPr>
          <a:solidFill>
            <a:schemeClr val="accent1"/>
          </a:solidFill>
          <a:ln w="19050">
            <a:solidFill>
              <a:schemeClr val="lt1"/>
            </a:solidFill>
          </a:ln>
          <a:effectLst/>
        </c:spPr>
      </c:pivotFmt>
      <c:pivotFmt>
        <c:idx val="491"/>
        <c:spPr>
          <a:solidFill>
            <a:schemeClr val="accent1"/>
          </a:solidFill>
          <a:ln w="19050">
            <a:solidFill>
              <a:schemeClr val="lt1"/>
            </a:solidFill>
          </a:ln>
          <a:effectLst/>
        </c:spPr>
      </c:pivotFmt>
      <c:pivotFmt>
        <c:idx val="492"/>
        <c:spPr>
          <a:solidFill>
            <a:schemeClr val="accent1"/>
          </a:solidFill>
          <a:ln w="19050">
            <a:solidFill>
              <a:schemeClr val="lt1"/>
            </a:solidFill>
          </a:ln>
          <a:effectLst/>
        </c:spPr>
      </c:pivotFmt>
      <c:pivotFmt>
        <c:idx val="493"/>
        <c:spPr>
          <a:solidFill>
            <a:schemeClr val="accent1"/>
          </a:solidFill>
          <a:ln w="19050">
            <a:solidFill>
              <a:schemeClr val="lt1"/>
            </a:solidFill>
          </a:ln>
          <a:effectLst/>
        </c:spPr>
      </c:pivotFmt>
      <c:pivotFmt>
        <c:idx val="494"/>
        <c:spPr>
          <a:solidFill>
            <a:schemeClr val="accent1"/>
          </a:solidFill>
          <a:ln w="19050">
            <a:solidFill>
              <a:schemeClr val="lt1"/>
            </a:solidFill>
          </a:ln>
          <a:effectLst/>
        </c:spPr>
      </c:pivotFmt>
      <c:pivotFmt>
        <c:idx val="495"/>
        <c:spPr>
          <a:solidFill>
            <a:schemeClr val="accent1"/>
          </a:solidFill>
          <a:ln w="19050">
            <a:solidFill>
              <a:schemeClr val="lt1"/>
            </a:solidFill>
          </a:ln>
          <a:effectLst/>
        </c:spPr>
      </c:pivotFmt>
      <c:pivotFmt>
        <c:idx val="496"/>
        <c:spPr>
          <a:solidFill>
            <a:schemeClr val="accent1"/>
          </a:solidFill>
          <a:ln w="19050">
            <a:solidFill>
              <a:schemeClr val="lt1"/>
            </a:solidFill>
          </a:ln>
          <a:effectLst/>
        </c:spPr>
      </c:pivotFmt>
      <c:pivotFmt>
        <c:idx val="497"/>
        <c:spPr>
          <a:solidFill>
            <a:schemeClr val="accent1"/>
          </a:solidFill>
          <a:ln w="19050">
            <a:solidFill>
              <a:schemeClr val="lt1"/>
            </a:solidFill>
          </a:ln>
          <a:effectLst/>
        </c:spPr>
      </c:pivotFmt>
      <c:pivotFmt>
        <c:idx val="498"/>
        <c:spPr>
          <a:solidFill>
            <a:schemeClr val="accent1"/>
          </a:solidFill>
          <a:ln w="19050">
            <a:solidFill>
              <a:schemeClr val="lt1"/>
            </a:solidFill>
          </a:ln>
          <a:effectLst/>
        </c:spPr>
      </c:pivotFmt>
      <c:pivotFmt>
        <c:idx val="499"/>
        <c:spPr>
          <a:solidFill>
            <a:schemeClr val="accent1"/>
          </a:solidFill>
          <a:ln w="19050">
            <a:solidFill>
              <a:schemeClr val="lt1"/>
            </a:solidFill>
          </a:ln>
          <a:effectLst/>
        </c:spPr>
      </c:pivotFmt>
      <c:pivotFmt>
        <c:idx val="500"/>
        <c:spPr>
          <a:solidFill>
            <a:schemeClr val="accent1"/>
          </a:solidFill>
          <a:ln w="19050">
            <a:solidFill>
              <a:schemeClr val="lt1"/>
            </a:solidFill>
          </a:ln>
          <a:effectLst/>
        </c:spPr>
      </c:pivotFmt>
      <c:pivotFmt>
        <c:idx val="501"/>
        <c:spPr>
          <a:solidFill>
            <a:schemeClr val="accent1"/>
          </a:solidFill>
          <a:ln w="19050">
            <a:solidFill>
              <a:schemeClr val="lt1"/>
            </a:solidFill>
          </a:ln>
          <a:effectLst/>
        </c:spPr>
      </c:pivotFmt>
      <c:pivotFmt>
        <c:idx val="502"/>
        <c:spPr>
          <a:solidFill>
            <a:schemeClr val="accent1"/>
          </a:solidFill>
          <a:ln w="19050">
            <a:solidFill>
              <a:schemeClr val="lt1"/>
            </a:solidFill>
          </a:ln>
          <a:effectLst/>
        </c:spPr>
      </c:pivotFmt>
      <c:pivotFmt>
        <c:idx val="503"/>
        <c:spPr>
          <a:solidFill>
            <a:schemeClr val="accent1"/>
          </a:solidFill>
          <a:ln w="19050">
            <a:solidFill>
              <a:schemeClr val="lt1"/>
            </a:solidFill>
          </a:ln>
          <a:effectLst/>
        </c:spPr>
      </c:pivotFmt>
      <c:pivotFmt>
        <c:idx val="504"/>
        <c:spPr>
          <a:solidFill>
            <a:schemeClr val="accent1"/>
          </a:solidFill>
          <a:ln w="19050">
            <a:solidFill>
              <a:schemeClr val="lt1"/>
            </a:solidFill>
          </a:ln>
          <a:effectLst/>
        </c:spPr>
      </c:pivotFmt>
      <c:pivotFmt>
        <c:idx val="505"/>
        <c:spPr>
          <a:solidFill>
            <a:schemeClr val="accent1"/>
          </a:solidFill>
          <a:ln w="19050">
            <a:solidFill>
              <a:schemeClr val="lt1"/>
            </a:solidFill>
          </a:ln>
          <a:effectLst/>
        </c:spPr>
      </c:pivotFmt>
      <c:pivotFmt>
        <c:idx val="506"/>
        <c:spPr>
          <a:solidFill>
            <a:schemeClr val="accent1"/>
          </a:solidFill>
          <a:ln w="19050">
            <a:solidFill>
              <a:schemeClr val="lt1"/>
            </a:solidFill>
          </a:ln>
          <a:effectLst/>
        </c:spPr>
      </c:pivotFmt>
      <c:pivotFmt>
        <c:idx val="507"/>
        <c:spPr>
          <a:solidFill>
            <a:schemeClr val="accent1"/>
          </a:solidFill>
          <a:ln w="19050">
            <a:solidFill>
              <a:schemeClr val="lt1"/>
            </a:solidFill>
          </a:ln>
          <a:effectLst/>
        </c:spPr>
      </c:pivotFmt>
      <c:pivotFmt>
        <c:idx val="508"/>
        <c:spPr>
          <a:solidFill>
            <a:schemeClr val="accent1"/>
          </a:solidFill>
          <a:ln w="19050">
            <a:solidFill>
              <a:schemeClr val="lt1"/>
            </a:solidFill>
          </a:ln>
          <a:effectLst/>
        </c:spPr>
      </c:pivotFmt>
      <c:pivotFmt>
        <c:idx val="509"/>
        <c:spPr>
          <a:solidFill>
            <a:schemeClr val="accent1"/>
          </a:solidFill>
          <a:ln w="19050">
            <a:solidFill>
              <a:schemeClr val="lt1"/>
            </a:solidFill>
          </a:ln>
          <a:effectLst/>
        </c:spPr>
      </c:pivotFmt>
      <c:pivotFmt>
        <c:idx val="510"/>
        <c:spPr>
          <a:solidFill>
            <a:schemeClr val="accent1"/>
          </a:solidFill>
          <a:ln w="19050">
            <a:solidFill>
              <a:schemeClr val="lt1"/>
            </a:solidFill>
          </a:ln>
          <a:effectLst/>
        </c:spPr>
      </c:pivotFmt>
      <c:pivotFmt>
        <c:idx val="511"/>
        <c:spPr>
          <a:solidFill>
            <a:schemeClr val="accent1"/>
          </a:solidFill>
          <a:ln w="19050">
            <a:solidFill>
              <a:schemeClr val="lt1"/>
            </a:solidFill>
          </a:ln>
          <a:effectLst/>
        </c:spPr>
      </c:pivotFmt>
      <c:pivotFmt>
        <c:idx val="512"/>
        <c:spPr>
          <a:solidFill>
            <a:schemeClr val="accent1"/>
          </a:solidFill>
          <a:ln w="19050">
            <a:solidFill>
              <a:schemeClr val="lt1"/>
            </a:solidFill>
          </a:ln>
          <a:effectLst/>
        </c:spPr>
      </c:pivotFmt>
      <c:pivotFmt>
        <c:idx val="513"/>
        <c:spPr>
          <a:solidFill>
            <a:schemeClr val="accent1"/>
          </a:solidFill>
          <a:ln w="19050">
            <a:solidFill>
              <a:schemeClr val="lt1"/>
            </a:solidFill>
          </a:ln>
          <a:effectLst/>
        </c:spPr>
      </c:pivotFmt>
      <c:pivotFmt>
        <c:idx val="514"/>
        <c:spPr>
          <a:solidFill>
            <a:schemeClr val="accent1"/>
          </a:solidFill>
          <a:ln w="19050">
            <a:solidFill>
              <a:schemeClr val="lt1"/>
            </a:solidFill>
          </a:ln>
          <a:effectLst/>
        </c:spPr>
      </c:pivotFmt>
      <c:pivotFmt>
        <c:idx val="515"/>
        <c:spPr>
          <a:solidFill>
            <a:schemeClr val="accent1"/>
          </a:solidFill>
          <a:ln w="19050">
            <a:solidFill>
              <a:schemeClr val="lt1"/>
            </a:solidFill>
          </a:ln>
          <a:effectLst/>
        </c:spPr>
      </c:pivotFmt>
      <c:pivotFmt>
        <c:idx val="516"/>
        <c:spPr>
          <a:solidFill>
            <a:schemeClr val="accent1"/>
          </a:solidFill>
          <a:ln w="19050">
            <a:solidFill>
              <a:schemeClr val="lt1"/>
            </a:solidFill>
          </a:ln>
          <a:effectLst/>
        </c:spPr>
      </c:pivotFmt>
      <c:pivotFmt>
        <c:idx val="517"/>
        <c:spPr>
          <a:solidFill>
            <a:schemeClr val="accent1"/>
          </a:solidFill>
          <a:ln w="19050">
            <a:solidFill>
              <a:schemeClr val="lt1"/>
            </a:solidFill>
          </a:ln>
          <a:effectLst/>
        </c:spPr>
      </c:pivotFmt>
      <c:pivotFmt>
        <c:idx val="518"/>
        <c:spPr>
          <a:solidFill>
            <a:schemeClr val="accent1"/>
          </a:solidFill>
          <a:ln w="19050">
            <a:solidFill>
              <a:schemeClr val="lt1"/>
            </a:solidFill>
          </a:ln>
          <a:effectLst/>
        </c:spPr>
      </c:pivotFmt>
      <c:pivotFmt>
        <c:idx val="519"/>
        <c:spPr>
          <a:solidFill>
            <a:schemeClr val="accent1"/>
          </a:solidFill>
          <a:ln w="19050">
            <a:solidFill>
              <a:schemeClr val="lt1"/>
            </a:solidFill>
          </a:ln>
          <a:effectLst/>
        </c:spPr>
      </c:pivotFmt>
      <c:pivotFmt>
        <c:idx val="520"/>
        <c:spPr>
          <a:solidFill>
            <a:schemeClr val="accent1"/>
          </a:solidFill>
          <a:ln w="19050">
            <a:solidFill>
              <a:schemeClr val="lt1"/>
            </a:solidFill>
          </a:ln>
          <a:effectLst/>
        </c:spPr>
      </c:pivotFmt>
      <c:pivotFmt>
        <c:idx val="521"/>
        <c:spPr>
          <a:solidFill>
            <a:schemeClr val="accent1"/>
          </a:solidFill>
          <a:ln w="19050">
            <a:solidFill>
              <a:schemeClr val="lt1"/>
            </a:solidFill>
          </a:ln>
          <a:effectLst/>
        </c:spPr>
      </c:pivotFmt>
      <c:pivotFmt>
        <c:idx val="522"/>
        <c:spPr>
          <a:solidFill>
            <a:schemeClr val="accent1"/>
          </a:solidFill>
          <a:ln w="19050">
            <a:solidFill>
              <a:schemeClr val="lt1"/>
            </a:solidFill>
          </a:ln>
          <a:effectLst/>
        </c:spPr>
      </c:pivotFmt>
      <c:pivotFmt>
        <c:idx val="523"/>
        <c:spPr>
          <a:solidFill>
            <a:schemeClr val="accent1"/>
          </a:solidFill>
          <a:ln w="19050">
            <a:solidFill>
              <a:schemeClr val="lt1"/>
            </a:solidFill>
          </a:ln>
          <a:effectLst/>
        </c:spPr>
      </c:pivotFmt>
      <c:pivotFmt>
        <c:idx val="524"/>
        <c:spPr>
          <a:solidFill>
            <a:schemeClr val="accent1"/>
          </a:solidFill>
          <a:ln w="19050">
            <a:solidFill>
              <a:schemeClr val="lt1"/>
            </a:solidFill>
          </a:ln>
          <a:effectLst/>
        </c:spPr>
      </c:pivotFmt>
      <c:pivotFmt>
        <c:idx val="525"/>
        <c:spPr>
          <a:solidFill>
            <a:schemeClr val="accent1"/>
          </a:solidFill>
          <a:ln w="19050">
            <a:solidFill>
              <a:schemeClr val="lt1"/>
            </a:solidFill>
          </a:ln>
          <a:effectLst/>
        </c:spPr>
      </c:pivotFmt>
      <c:pivotFmt>
        <c:idx val="526"/>
        <c:spPr>
          <a:solidFill>
            <a:schemeClr val="accent1"/>
          </a:solidFill>
          <a:ln w="19050">
            <a:solidFill>
              <a:schemeClr val="lt1"/>
            </a:solidFill>
          </a:ln>
          <a:effectLst/>
        </c:spPr>
      </c:pivotFmt>
      <c:pivotFmt>
        <c:idx val="527"/>
        <c:spPr>
          <a:solidFill>
            <a:schemeClr val="accent1"/>
          </a:solidFill>
          <a:ln w="19050">
            <a:solidFill>
              <a:schemeClr val="lt1"/>
            </a:solidFill>
          </a:ln>
          <a:effectLst/>
        </c:spPr>
      </c:pivotFmt>
      <c:pivotFmt>
        <c:idx val="528"/>
        <c:spPr>
          <a:solidFill>
            <a:schemeClr val="accent1"/>
          </a:solidFill>
          <a:ln w="19050">
            <a:solidFill>
              <a:schemeClr val="lt1"/>
            </a:solidFill>
          </a:ln>
          <a:effectLst/>
        </c:spPr>
      </c:pivotFmt>
      <c:pivotFmt>
        <c:idx val="529"/>
        <c:spPr>
          <a:solidFill>
            <a:schemeClr val="accent1"/>
          </a:solidFill>
          <a:ln w="19050">
            <a:solidFill>
              <a:schemeClr val="lt1"/>
            </a:solidFill>
          </a:ln>
          <a:effectLst/>
        </c:spPr>
      </c:pivotFmt>
      <c:pivotFmt>
        <c:idx val="530"/>
        <c:spPr>
          <a:solidFill>
            <a:schemeClr val="accent1"/>
          </a:solidFill>
          <a:ln w="19050">
            <a:solidFill>
              <a:schemeClr val="lt1"/>
            </a:solidFill>
          </a:ln>
          <a:effectLst/>
        </c:spPr>
      </c:pivotFmt>
      <c:pivotFmt>
        <c:idx val="531"/>
        <c:spPr>
          <a:solidFill>
            <a:schemeClr val="accent1"/>
          </a:solidFill>
          <a:ln w="19050">
            <a:solidFill>
              <a:schemeClr val="lt1"/>
            </a:solidFill>
          </a:ln>
          <a:effectLst/>
        </c:spPr>
      </c:pivotFmt>
      <c:pivotFmt>
        <c:idx val="532"/>
        <c:spPr>
          <a:solidFill>
            <a:schemeClr val="accent1"/>
          </a:solidFill>
          <a:ln w="19050">
            <a:solidFill>
              <a:schemeClr val="lt1"/>
            </a:solidFill>
          </a:ln>
          <a:effectLst/>
        </c:spPr>
      </c:pivotFmt>
      <c:pivotFmt>
        <c:idx val="533"/>
        <c:spPr>
          <a:solidFill>
            <a:schemeClr val="accent1"/>
          </a:solidFill>
          <a:ln w="19050">
            <a:solidFill>
              <a:schemeClr val="lt1"/>
            </a:solidFill>
          </a:ln>
          <a:effectLst/>
        </c:spPr>
      </c:pivotFmt>
      <c:pivotFmt>
        <c:idx val="534"/>
        <c:spPr>
          <a:solidFill>
            <a:schemeClr val="accent1"/>
          </a:solidFill>
          <a:ln w="19050">
            <a:solidFill>
              <a:schemeClr val="lt1"/>
            </a:solidFill>
          </a:ln>
          <a:effectLst/>
        </c:spPr>
      </c:pivotFmt>
      <c:pivotFmt>
        <c:idx val="535"/>
        <c:spPr>
          <a:solidFill>
            <a:schemeClr val="accent1"/>
          </a:solidFill>
          <a:ln w="19050">
            <a:solidFill>
              <a:schemeClr val="lt1"/>
            </a:solidFill>
          </a:ln>
          <a:effectLst/>
        </c:spPr>
      </c:pivotFmt>
      <c:pivotFmt>
        <c:idx val="536"/>
        <c:spPr>
          <a:solidFill>
            <a:schemeClr val="accent1"/>
          </a:solidFill>
          <a:ln w="19050">
            <a:solidFill>
              <a:schemeClr val="lt1"/>
            </a:solidFill>
          </a:ln>
          <a:effectLst/>
        </c:spPr>
      </c:pivotFmt>
      <c:pivotFmt>
        <c:idx val="537"/>
        <c:spPr>
          <a:solidFill>
            <a:schemeClr val="accent1"/>
          </a:solidFill>
          <a:ln w="19050">
            <a:solidFill>
              <a:schemeClr val="lt1"/>
            </a:solidFill>
          </a:ln>
          <a:effectLst/>
        </c:spPr>
      </c:pivotFmt>
      <c:pivotFmt>
        <c:idx val="538"/>
        <c:spPr>
          <a:solidFill>
            <a:schemeClr val="accent1"/>
          </a:solidFill>
          <a:ln w="19050">
            <a:solidFill>
              <a:schemeClr val="lt1"/>
            </a:solidFill>
          </a:ln>
          <a:effectLst/>
        </c:spPr>
      </c:pivotFmt>
      <c:pivotFmt>
        <c:idx val="539"/>
        <c:spPr>
          <a:solidFill>
            <a:schemeClr val="accent1"/>
          </a:solidFill>
          <a:ln w="19050">
            <a:solidFill>
              <a:schemeClr val="lt1"/>
            </a:solidFill>
          </a:ln>
          <a:effectLst/>
        </c:spPr>
      </c:pivotFmt>
      <c:pivotFmt>
        <c:idx val="540"/>
        <c:spPr>
          <a:solidFill>
            <a:schemeClr val="accent1"/>
          </a:solidFill>
          <a:ln w="19050">
            <a:solidFill>
              <a:schemeClr val="lt1"/>
            </a:solidFill>
          </a:ln>
          <a:effectLst/>
        </c:spPr>
      </c:pivotFmt>
      <c:pivotFmt>
        <c:idx val="541"/>
        <c:spPr>
          <a:solidFill>
            <a:schemeClr val="accent1"/>
          </a:solidFill>
          <a:ln w="19050">
            <a:solidFill>
              <a:schemeClr val="lt1"/>
            </a:solidFill>
          </a:ln>
          <a:effectLst/>
        </c:spPr>
      </c:pivotFmt>
      <c:pivotFmt>
        <c:idx val="542"/>
        <c:spPr>
          <a:solidFill>
            <a:schemeClr val="accent1"/>
          </a:solidFill>
          <a:ln w="19050">
            <a:solidFill>
              <a:schemeClr val="lt1"/>
            </a:solidFill>
          </a:ln>
          <a:effectLst/>
        </c:spPr>
      </c:pivotFmt>
      <c:pivotFmt>
        <c:idx val="543"/>
        <c:spPr>
          <a:solidFill>
            <a:schemeClr val="accent1"/>
          </a:solidFill>
          <a:ln w="19050">
            <a:solidFill>
              <a:schemeClr val="lt1"/>
            </a:solidFill>
          </a:ln>
          <a:effectLst/>
        </c:spPr>
      </c:pivotFmt>
      <c:pivotFmt>
        <c:idx val="544"/>
        <c:spPr>
          <a:solidFill>
            <a:schemeClr val="accent1"/>
          </a:solidFill>
          <a:ln w="19050">
            <a:solidFill>
              <a:schemeClr val="lt1"/>
            </a:solidFill>
          </a:ln>
          <a:effectLst/>
        </c:spPr>
      </c:pivotFmt>
      <c:pivotFmt>
        <c:idx val="545"/>
        <c:spPr>
          <a:solidFill>
            <a:schemeClr val="accent1"/>
          </a:solidFill>
          <a:ln w="19050">
            <a:solidFill>
              <a:schemeClr val="lt1"/>
            </a:solidFill>
          </a:ln>
          <a:effectLst/>
        </c:spPr>
      </c:pivotFmt>
      <c:pivotFmt>
        <c:idx val="546"/>
        <c:spPr>
          <a:solidFill>
            <a:schemeClr val="accent1"/>
          </a:solidFill>
          <a:ln w="19050">
            <a:solidFill>
              <a:schemeClr val="lt1"/>
            </a:solidFill>
          </a:ln>
          <a:effectLst/>
        </c:spPr>
      </c:pivotFmt>
      <c:pivotFmt>
        <c:idx val="547"/>
        <c:spPr>
          <a:solidFill>
            <a:schemeClr val="accent1"/>
          </a:solidFill>
          <a:ln w="19050">
            <a:solidFill>
              <a:schemeClr val="lt1"/>
            </a:solidFill>
          </a:ln>
          <a:effectLst/>
        </c:spPr>
      </c:pivotFmt>
      <c:pivotFmt>
        <c:idx val="548"/>
        <c:spPr>
          <a:solidFill>
            <a:schemeClr val="accent1"/>
          </a:solidFill>
          <a:ln w="19050">
            <a:solidFill>
              <a:schemeClr val="lt1"/>
            </a:solidFill>
          </a:ln>
          <a:effectLst/>
        </c:spPr>
      </c:pivotFmt>
      <c:pivotFmt>
        <c:idx val="549"/>
        <c:spPr>
          <a:solidFill>
            <a:schemeClr val="accent1"/>
          </a:solidFill>
          <a:ln w="19050">
            <a:solidFill>
              <a:schemeClr val="lt1"/>
            </a:solidFill>
          </a:ln>
          <a:effectLst/>
        </c:spPr>
      </c:pivotFmt>
      <c:pivotFmt>
        <c:idx val="550"/>
        <c:spPr>
          <a:solidFill>
            <a:schemeClr val="accent1"/>
          </a:solidFill>
          <a:ln w="19050">
            <a:solidFill>
              <a:schemeClr val="lt1"/>
            </a:solidFill>
          </a:ln>
          <a:effectLst/>
        </c:spPr>
      </c:pivotFmt>
      <c:pivotFmt>
        <c:idx val="551"/>
        <c:spPr>
          <a:solidFill>
            <a:schemeClr val="accent1"/>
          </a:solidFill>
          <a:ln w="19050">
            <a:solidFill>
              <a:schemeClr val="lt1"/>
            </a:solidFill>
          </a:ln>
          <a:effectLst/>
        </c:spPr>
      </c:pivotFmt>
      <c:pivotFmt>
        <c:idx val="552"/>
        <c:spPr>
          <a:solidFill>
            <a:schemeClr val="accent1"/>
          </a:solidFill>
          <a:ln w="19050">
            <a:solidFill>
              <a:schemeClr val="lt1"/>
            </a:solidFill>
          </a:ln>
          <a:effectLst/>
        </c:spPr>
      </c:pivotFmt>
      <c:pivotFmt>
        <c:idx val="553"/>
        <c:spPr>
          <a:solidFill>
            <a:schemeClr val="accent1"/>
          </a:solidFill>
          <a:ln w="19050">
            <a:solidFill>
              <a:schemeClr val="lt1"/>
            </a:solidFill>
          </a:ln>
          <a:effectLst/>
        </c:spPr>
      </c:pivotFmt>
      <c:pivotFmt>
        <c:idx val="554"/>
        <c:spPr>
          <a:solidFill>
            <a:schemeClr val="accent1"/>
          </a:solidFill>
          <a:ln w="19050">
            <a:solidFill>
              <a:schemeClr val="lt1"/>
            </a:solidFill>
          </a:ln>
          <a:effectLst/>
        </c:spPr>
      </c:pivotFmt>
      <c:pivotFmt>
        <c:idx val="555"/>
        <c:spPr>
          <a:solidFill>
            <a:schemeClr val="accent1"/>
          </a:solidFill>
          <a:ln w="19050">
            <a:solidFill>
              <a:schemeClr val="lt1"/>
            </a:solidFill>
          </a:ln>
          <a:effectLst/>
        </c:spPr>
      </c:pivotFmt>
      <c:pivotFmt>
        <c:idx val="556"/>
        <c:spPr>
          <a:solidFill>
            <a:schemeClr val="accent1"/>
          </a:solidFill>
          <a:ln w="19050">
            <a:solidFill>
              <a:schemeClr val="lt1"/>
            </a:solidFill>
          </a:ln>
          <a:effectLst/>
        </c:spPr>
      </c:pivotFmt>
      <c:pivotFmt>
        <c:idx val="557"/>
        <c:spPr>
          <a:solidFill>
            <a:schemeClr val="accent1"/>
          </a:solidFill>
          <a:ln w="19050">
            <a:solidFill>
              <a:schemeClr val="lt1"/>
            </a:solidFill>
          </a:ln>
          <a:effectLst/>
        </c:spPr>
      </c:pivotFmt>
      <c:pivotFmt>
        <c:idx val="558"/>
        <c:spPr>
          <a:solidFill>
            <a:schemeClr val="accent1"/>
          </a:solidFill>
          <a:ln w="19050">
            <a:solidFill>
              <a:schemeClr val="lt1"/>
            </a:solidFill>
          </a:ln>
          <a:effectLst/>
        </c:spPr>
      </c:pivotFmt>
      <c:pivotFmt>
        <c:idx val="559"/>
        <c:spPr>
          <a:solidFill>
            <a:schemeClr val="accent1"/>
          </a:solidFill>
          <a:ln w="19050">
            <a:solidFill>
              <a:schemeClr val="lt1"/>
            </a:solidFill>
          </a:ln>
          <a:effectLst/>
        </c:spPr>
      </c:pivotFmt>
      <c:pivotFmt>
        <c:idx val="560"/>
        <c:spPr>
          <a:solidFill>
            <a:schemeClr val="accent1"/>
          </a:solidFill>
          <a:ln w="19050">
            <a:solidFill>
              <a:schemeClr val="lt1"/>
            </a:solidFill>
          </a:ln>
          <a:effectLst/>
        </c:spPr>
      </c:pivotFmt>
      <c:pivotFmt>
        <c:idx val="561"/>
        <c:spPr>
          <a:solidFill>
            <a:schemeClr val="accent1"/>
          </a:solidFill>
          <a:ln w="19050">
            <a:solidFill>
              <a:schemeClr val="lt1"/>
            </a:solidFill>
          </a:ln>
          <a:effectLst/>
        </c:spPr>
      </c:pivotFmt>
      <c:pivotFmt>
        <c:idx val="562"/>
        <c:spPr>
          <a:solidFill>
            <a:schemeClr val="accent1"/>
          </a:solidFill>
          <a:ln w="19050">
            <a:solidFill>
              <a:schemeClr val="lt1"/>
            </a:solidFill>
          </a:ln>
          <a:effectLst/>
        </c:spPr>
      </c:pivotFmt>
      <c:pivotFmt>
        <c:idx val="563"/>
        <c:spPr>
          <a:solidFill>
            <a:schemeClr val="accent1"/>
          </a:solidFill>
          <a:ln w="19050">
            <a:solidFill>
              <a:schemeClr val="lt1"/>
            </a:solidFill>
          </a:ln>
          <a:effectLst/>
        </c:spPr>
      </c:pivotFmt>
      <c:pivotFmt>
        <c:idx val="564"/>
        <c:spPr>
          <a:solidFill>
            <a:schemeClr val="accent1"/>
          </a:solidFill>
          <a:ln w="19050">
            <a:solidFill>
              <a:schemeClr val="lt1"/>
            </a:solidFill>
          </a:ln>
          <a:effectLst/>
        </c:spPr>
      </c:pivotFmt>
      <c:pivotFmt>
        <c:idx val="565"/>
        <c:spPr>
          <a:solidFill>
            <a:schemeClr val="accent1"/>
          </a:solidFill>
          <a:ln w="19050">
            <a:solidFill>
              <a:schemeClr val="lt1"/>
            </a:solidFill>
          </a:ln>
          <a:effectLst/>
        </c:spPr>
      </c:pivotFmt>
      <c:pivotFmt>
        <c:idx val="566"/>
        <c:spPr>
          <a:solidFill>
            <a:schemeClr val="accent1"/>
          </a:solidFill>
          <a:ln w="19050">
            <a:solidFill>
              <a:schemeClr val="lt1"/>
            </a:solidFill>
          </a:ln>
          <a:effectLst/>
        </c:spPr>
      </c:pivotFmt>
      <c:pivotFmt>
        <c:idx val="567"/>
        <c:spPr>
          <a:solidFill>
            <a:schemeClr val="accent1"/>
          </a:solidFill>
          <a:ln w="19050">
            <a:solidFill>
              <a:schemeClr val="lt1"/>
            </a:solidFill>
          </a:ln>
          <a:effectLst/>
        </c:spPr>
      </c:pivotFmt>
      <c:pivotFmt>
        <c:idx val="568"/>
        <c:spPr>
          <a:solidFill>
            <a:schemeClr val="accent1"/>
          </a:solidFill>
          <a:ln w="19050">
            <a:solidFill>
              <a:schemeClr val="lt1"/>
            </a:solidFill>
          </a:ln>
          <a:effectLst/>
        </c:spPr>
      </c:pivotFmt>
      <c:pivotFmt>
        <c:idx val="569"/>
        <c:spPr>
          <a:solidFill>
            <a:schemeClr val="accent1"/>
          </a:solidFill>
          <a:ln w="19050">
            <a:solidFill>
              <a:schemeClr val="lt1"/>
            </a:solidFill>
          </a:ln>
          <a:effectLst/>
        </c:spPr>
      </c:pivotFmt>
      <c:pivotFmt>
        <c:idx val="570"/>
        <c:spPr>
          <a:solidFill>
            <a:schemeClr val="accent1"/>
          </a:solidFill>
          <a:ln w="19050">
            <a:solidFill>
              <a:schemeClr val="lt1"/>
            </a:solidFill>
          </a:ln>
          <a:effectLst/>
        </c:spPr>
      </c:pivotFmt>
      <c:pivotFmt>
        <c:idx val="571"/>
        <c:spPr>
          <a:solidFill>
            <a:schemeClr val="accent1"/>
          </a:solidFill>
          <a:ln w="19050">
            <a:solidFill>
              <a:schemeClr val="lt1"/>
            </a:solidFill>
          </a:ln>
          <a:effectLst/>
        </c:spPr>
      </c:pivotFmt>
      <c:pivotFmt>
        <c:idx val="572"/>
        <c:spPr>
          <a:solidFill>
            <a:schemeClr val="accent1"/>
          </a:solidFill>
          <a:ln w="19050">
            <a:solidFill>
              <a:schemeClr val="lt1"/>
            </a:solidFill>
          </a:ln>
          <a:effectLst/>
        </c:spPr>
      </c:pivotFmt>
      <c:pivotFmt>
        <c:idx val="573"/>
        <c:spPr>
          <a:solidFill>
            <a:schemeClr val="accent1"/>
          </a:solidFill>
          <a:ln w="19050">
            <a:solidFill>
              <a:schemeClr val="lt1"/>
            </a:solidFill>
          </a:ln>
          <a:effectLst/>
        </c:spPr>
      </c:pivotFmt>
      <c:pivotFmt>
        <c:idx val="574"/>
        <c:spPr>
          <a:solidFill>
            <a:schemeClr val="accent1"/>
          </a:solidFill>
          <a:ln w="19050">
            <a:solidFill>
              <a:schemeClr val="lt1"/>
            </a:solidFill>
          </a:ln>
          <a:effectLst/>
        </c:spPr>
      </c:pivotFmt>
      <c:pivotFmt>
        <c:idx val="575"/>
        <c:spPr>
          <a:solidFill>
            <a:schemeClr val="accent1"/>
          </a:solidFill>
          <a:ln w="19050">
            <a:solidFill>
              <a:schemeClr val="lt1"/>
            </a:solidFill>
          </a:ln>
          <a:effectLst/>
        </c:spPr>
      </c:pivotFmt>
      <c:pivotFmt>
        <c:idx val="576"/>
        <c:spPr>
          <a:solidFill>
            <a:schemeClr val="accent1"/>
          </a:solidFill>
          <a:ln w="19050">
            <a:solidFill>
              <a:schemeClr val="lt1"/>
            </a:solidFill>
          </a:ln>
          <a:effectLst/>
        </c:spPr>
      </c:pivotFmt>
      <c:pivotFmt>
        <c:idx val="577"/>
        <c:spPr>
          <a:solidFill>
            <a:schemeClr val="accent1"/>
          </a:solidFill>
          <a:ln w="19050">
            <a:solidFill>
              <a:schemeClr val="lt1"/>
            </a:solidFill>
          </a:ln>
          <a:effectLst/>
        </c:spPr>
      </c:pivotFmt>
      <c:pivotFmt>
        <c:idx val="578"/>
        <c:spPr>
          <a:solidFill>
            <a:schemeClr val="accent1"/>
          </a:solidFill>
          <a:ln w="19050">
            <a:solidFill>
              <a:schemeClr val="lt1"/>
            </a:solidFill>
          </a:ln>
          <a:effectLst/>
        </c:spPr>
      </c:pivotFmt>
      <c:pivotFmt>
        <c:idx val="579"/>
        <c:spPr>
          <a:solidFill>
            <a:schemeClr val="accent1"/>
          </a:solidFill>
          <a:ln w="19050">
            <a:solidFill>
              <a:schemeClr val="lt1"/>
            </a:solidFill>
          </a:ln>
          <a:effectLst/>
        </c:spPr>
      </c:pivotFmt>
      <c:pivotFmt>
        <c:idx val="580"/>
        <c:spPr>
          <a:solidFill>
            <a:schemeClr val="accent1"/>
          </a:solidFill>
          <a:ln w="19050">
            <a:solidFill>
              <a:schemeClr val="lt1"/>
            </a:solidFill>
          </a:ln>
          <a:effectLst/>
        </c:spPr>
      </c:pivotFmt>
      <c:pivotFmt>
        <c:idx val="581"/>
        <c:spPr>
          <a:solidFill>
            <a:schemeClr val="accent1"/>
          </a:solidFill>
          <a:ln w="19050">
            <a:solidFill>
              <a:schemeClr val="lt1"/>
            </a:solidFill>
          </a:ln>
          <a:effectLst/>
        </c:spPr>
      </c:pivotFmt>
      <c:pivotFmt>
        <c:idx val="582"/>
        <c:spPr>
          <a:solidFill>
            <a:schemeClr val="accent1"/>
          </a:solidFill>
          <a:ln w="19050">
            <a:solidFill>
              <a:schemeClr val="lt1"/>
            </a:solidFill>
          </a:ln>
          <a:effectLst/>
        </c:spPr>
      </c:pivotFmt>
      <c:pivotFmt>
        <c:idx val="583"/>
        <c:spPr>
          <a:solidFill>
            <a:schemeClr val="accent1"/>
          </a:solidFill>
          <a:ln w="19050">
            <a:solidFill>
              <a:schemeClr val="lt1"/>
            </a:solidFill>
          </a:ln>
          <a:effectLst/>
        </c:spPr>
      </c:pivotFmt>
      <c:pivotFmt>
        <c:idx val="584"/>
        <c:spPr>
          <a:solidFill>
            <a:schemeClr val="accent1"/>
          </a:solidFill>
          <a:ln w="19050">
            <a:solidFill>
              <a:schemeClr val="lt1"/>
            </a:solidFill>
          </a:ln>
          <a:effectLst/>
        </c:spPr>
      </c:pivotFmt>
      <c:pivotFmt>
        <c:idx val="585"/>
        <c:spPr>
          <a:solidFill>
            <a:schemeClr val="accent1"/>
          </a:solidFill>
          <a:ln w="19050">
            <a:solidFill>
              <a:schemeClr val="lt1"/>
            </a:solidFill>
          </a:ln>
          <a:effectLst/>
        </c:spPr>
      </c:pivotFmt>
      <c:pivotFmt>
        <c:idx val="586"/>
        <c:spPr>
          <a:solidFill>
            <a:schemeClr val="accent1"/>
          </a:solidFill>
          <a:ln w="19050">
            <a:solidFill>
              <a:schemeClr val="lt1"/>
            </a:solidFill>
          </a:ln>
          <a:effectLst/>
        </c:spPr>
      </c:pivotFmt>
      <c:pivotFmt>
        <c:idx val="587"/>
        <c:spPr>
          <a:solidFill>
            <a:schemeClr val="accent1"/>
          </a:solidFill>
          <a:ln w="19050">
            <a:solidFill>
              <a:schemeClr val="lt1"/>
            </a:solidFill>
          </a:ln>
          <a:effectLst/>
        </c:spPr>
      </c:pivotFmt>
      <c:pivotFmt>
        <c:idx val="588"/>
        <c:spPr>
          <a:solidFill>
            <a:schemeClr val="accent1"/>
          </a:solidFill>
          <a:ln w="19050">
            <a:solidFill>
              <a:schemeClr val="lt1"/>
            </a:solidFill>
          </a:ln>
          <a:effectLst/>
        </c:spPr>
      </c:pivotFmt>
      <c:pivotFmt>
        <c:idx val="589"/>
        <c:spPr>
          <a:solidFill>
            <a:schemeClr val="accent1"/>
          </a:solidFill>
          <a:ln w="19050">
            <a:solidFill>
              <a:schemeClr val="lt1"/>
            </a:solidFill>
          </a:ln>
          <a:effectLst/>
        </c:spPr>
      </c:pivotFmt>
      <c:pivotFmt>
        <c:idx val="590"/>
        <c:spPr>
          <a:solidFill>
            <a:schemeClr val="accent1"/>
          </a:solidFill>
          <a:ln w="19050">
            <a:solidFill>
              <a:schemeClr val="lt1"/>
            </a:solidFill>
          </a:ln>
          <a:effectLst/>
        </c:spPr>
      </c:pivotFmt>
      <c:pivotFmt>
        <c:idx val="591"/>
        <c:spPr>
          <a:solidFill>
            <a:schemeClr val="accent1"/>
          </a:solidFill>
          <a:ln w="19050">
            <a:solidFill>
              <a:schemeClr val="lt1"/>
            </a:solidFill>
          </a:ln>
          <a:effectLst/>
        </c:spPr>
      </c:pivotFmt>
      <c:pivotFmt>
        <c:idx val="592"/>
        <c:spPr>
          <a:solidFill>
            <a:schemeClr val="accent1"/>
          </a:solidFill>
          <a:ln w="19050">
            <a:solidFill>
              <a:schemeClr val="lt1"/>
            </a:solidFill>
          </a:ln>
          <a:effectLst/>
        </c:spPr>
      </c:pivotFmt>
      <c:pivotFmt>
        <c:idx val="593"/>
        <c:spPr>
          <a:solidFill>
            <a:schemeClr val="accent1"/>
          </a:solidFill>
          <a:ln w="19050">
            <a:solidFill>
              <a:schemeClr val="lt1"/>
            </a:solidFill>
          </a:ln>
          <a:effectLst/>
        </c:spPr>
      </c:pivotFmt>
      <c:pivotFmt>
        <c:idx val="594"/>
        <c:spPr>
          <a:solidFill>
            <a:schemeClr val="accent1"/>
          </a:solidFill>
          <a:ln w="19050">
            <a:solidFill>
              <a:schemeClr val="lt1"/>
            </a:solidFill>
          </a:ln>
          <a:effectLst/>
        </c:spPr>
      </c:pivotFmt>
      <c:pivotFmt>
        <c:idx val="595"/>
        <c:spPr>
          <a:solidFill>
            <a:schemeClr val="accent1"/>
          </a:solidFill>
          <a:ln w="19050">
            <a:solidFill>
              <a:schemeClr val="lt1"/>
            </a:solidFill>
          </a:ln>
          <a:effectLst/>
        </c:spPr>
      </c:pivotFmt>
      <c:pivotFmt>
        <c:idx val="596"/>
        <c:spPr>
          <a:solidFill>
            <a:schemeClr val="accent1"/>
          </a:solidFill>
          <a:ln w="19050">
            <a:solidFill>
              <a:schemeClr val="lt1"/>
            </a:solidFill>
          </a:ln>
          <a:effectLst/>
        </c:spPr>
      </c:pivotFmt>
      <c:pivotFmt>
        <c:idx val="597"/>
        <c:spPr>
          <a:solidFill>
            <a:schemeClr val="accent1"/>
          </a:solidFill>
          <a:ln w="19050">
            <a:solidFill>
              <a:schemeClr val="lt1"/>
            </a:solidFill>
          </a:ln>
          <a:effectLst/>
        </c:spPr>
      </c:pivotFmt>
      <c:pivotFmt>
        <c:idx val="598"/>
        <c:spPr>
          <a:solidFill>
            <a:schemeClr val="accent1"/>
          </a:solidFill>
          <a:ln w="19050">
            <a:solidFill>
              <a:schemeClr val="lt1"/>
            </a:solidFill>
          </a:ln>
          <a:effectLst/>
        </c:spPr>
      </c:pivotFmt>
      <c:pivotFmt>
        <c:idx val="599"/>
        <c:spPr>
          <a:solidFill>
            <a:schemeClr val="accent1"/>
          </a:solidFill>
          <a:ln w="19050">
            <a:solidFill>
              <a:schemeClr val="lt1"/>
            </a:solidFill>
          </a:ln>
          <a:effectLst/>
        </c:spPr>
      </c:pivotFmt>
      <c:pivotFmt>
        <c:idx val="600"/>
        <c:spPr>
          <a:solidFill>
            <a:schemeClr val="accent1"/>
          </a:solidFill>
          <a:ln w="19050">
            <a:solidFill>
              <a:schemeClr val="lt1"/>
            </a:solidFill>
          </a:ln>
          <a:effectLst/>
        </c:spPr>
      </c:pivotFmt>
      <c:pivotFmt>
        <c:idx val="601"/>
        <c:spPr>
          <a:solidFill>
            <a:schemeClr val="accent1"/>
          </a:solidFill>
          <a:ln w="19050">
            <a:solidFill>
              <a:schemeClr val="lt1"/>
            </a:solidFill>
          </a:ln>
          <a:effectLst/>
        </c:spPr>
      </c:pivotFmt>
      <c:pivotFmt>
        <c:idx val="602"/>
        <c:spPr>
          <a:solidFill>
            <a:schemeClr val="accent1"/>
          </a:solidFill>
          <a:ln w="19050">
            <a:solidFill>
              <a:schemeClr val="lt1"/>
            </a:solidFill>
          </a:ln>
          <a:effectLst/>
        </c:spPr>
      </c:pivotFmt>
      <c:pivotFmt>
        <c:idx val="603"/>
        <c:spPr>
          <a:solidFill>
            <a:schemeClr val="accent1"/>
          </a:solidFill>
          <a:ln w="19050">
            <a:solidFill>
              <a:schemeClr val="lt1"/>
            </a:solidFill>
          </a:ln>
          <a:effectLst/>
        </c:spPr>
      </c:pivotFmt>
      <c:pivotFmt>
        <c:idx val="604"/>
        <c:spPr>
          <a:solidFill>
            <a:schemeClr val="accent1"/>
          </a:solidFill>
          <a:ln w="19050">
            <a:solidFill>
              <a:schemeClr val="lt1"/>
            </a:solidFill>
          </a:ln>
          <a:effectLst/>
        </c:spPr>
      </c:pivotFmt>
      <c:pivotFmt>
        <c:idx val="605"/>
        <c:spPr>
          <a:solidFill>
            <a:schemeClr val="accent1"/>
          </a:solidFill>
          <a:ln w="19050">
            <a:solidFill>
              <a:schemeClr val="lt1"/>
            </a:solidFill>
          </a:ln>
          <a:effectLst/>
        </c:spPr>
      </c:pivotFmt>
      <c:pivotFmt>
        <c:idx val="606"/>
        <c:spPr>
          <a:solidFill>
            <a:schemeClr val="accent1"/>
          </a:solidFill>
          <a:ln w="19050">
            <a:solidFill>
              <a:schemeClr val="lt1"/>
            </a:solidFill>
          </a:ln>
          <a:effectLst/>
        </c:spPr>
      </c:pivotFmt>
      <c:pivotFmt>
        <c:idx val="607"/>
        <c:spPr>
          <a:solidFill>
            <a:schemeClr val="accent1"/>
          </a:solidFill>
          <a:ln w="19050">
            <a:solidFill>
              <a:schemeClr val="lt1"/>
            </a:solidFill>
          </a:ln>
          <a:effectLst/>
        </c:spPr>
      </c:pivotFmt>
      <c:pivotFmt>
        <c:idx val="608"/>
        <c:spPr>
          <a:solidFill>
            <a:schemeClr val="accent1"/>
          </a:solidFill>
          <a:ln w="19050">
            <a:solidFill>
              <a:schemeClr val="lt1"/>
            </a:solidFill>
          </a:ln>
          <a:effectLst/>
        </c:spPr>
      </c:pivotFmt>
      <c:pivotFmt>
        <c:idx val="609"/>
        <c:spPr>
          <a:solidFill>
            <a:schemeClr val="accent1"/>
          </a:solidFill>
          <a:ln w="19050">
            <a:solidFill>
              <a:schemeClr val="lt1"/>
            </a:solidFill>
          </a:ln>
          <a:effectLst/>
        </c:spPr>
      </c:pivotFmt>
      <c:pivotFmt>
        <c:idx val="610"/>
        <c:spPr>
          <a:solidFill>
            <a:schemeClr val="accent1"/>
          </a:solidFill>
          <a:ln w="19050">
            <a:solidFill>
              <a:schemeClr val="lt1"/>
            </a:solidFill>
          </a:ln>
          <a:effectLst/>
        </c:spPr>
      </c:pivotFmt>
      <c:pivotFmt>
        <c:idx val="611"/>
        <c:spPr>
          <a:solidFill>
            <a:schemeClr val="accent1"/>
          </a:solidFill>
          <a:ln w="19050">
            <a:solidFill>
              <a:schemeClr val="lt1"/>
            </a:solidFill>
          </a:ln>
          <a:effectLst/>
        </c:spPr>
      </c:pivotFmt>
      <c:pivotFmt>
        <c:idx val="612"/>
        <c:spPr>
          <a:solidFill>
            <a:schemeClr val="accent1"/>
          </a:solidFill>
          <a:ln w="19050">
            <a:solidFill>
              <a:schemeClr val="lt1"/>
            </a:solidFill>
          </a:ln>
          <a:effectLst/>
        </c:spPr>
      </c:pivotFmt>
      <c:pivotFmt>
        <c:idx val="613"/>
        <c:spPr>
          <a:solidFill>
            <a:schemeClr val="accent1"/>
          </a:solidFill>
          <a:ln w="19050">
            <a:solidFill>
              <a:schemeClr val="lt1"/>
            </a:solidFill>
          </a:ln>
          <a:effectLst/>
        </c:spPr>
      </c:pivotFmt>
      <c:pivotFmt>
        <c:idx val="614"/>
        <c:spPr>
          <a:solidFill>
            <a:schemeClr val="accent1"/>
          </a:solidFill>
          <a:ln w="19050">
            <a:solidFill>
              <a:schemeClr val="lt1"/>
            </a:solidFill>
          </a:ln>
          <a:effectLst/>
        </c:spPr>
      </c:pivotFmt>
      <c:pivotFmt>
        <c:idx val="615"/>
        <c:spPr>
          <a:solidFill>
            <a:schemeClr val="accent1"/>
          </a:solidFill>
          <a:ln w="19050">
            <a:solidFill>
              <a:schemeClr val="lt1"/>
            </a:solidFill>
          </a:ln>
          <a:effectLst/>
        </c:spPr>
      </c:pivotFmt>
      <c:pivotFmt>
        <c:idx val="616"/>
        <c:spPr>
          <a:solidFill>
            <a:schemeClr val="accent1"/>
          </a:solidFill>
          <a:ln w="19050">
            <a:solidFill>
              <a:schemeClr val="lt1"/>
            </a:solidFill>
          </a:ln>
          <a:effectLst/>
        </c:spPr>
      </c:pivotFmt>
      <c:pivotFmt>
        <c:idx val="617"/>
        <c:spPr>
          <a:solidFill>
            <a:schemeClr val="accent1"/>
          </a:solidFill>
          <a:ln w="19050">
            <a:solidFill>
              <a:schemeClr val="lt1"/>
            </a:solidFill>
          </a:ln>
          <a:effectLst/>
        </c:spPr>
      </c:pivotFmt>
      <c:pivotFmt>
        <c:idx val="618"/>
        <c:spPr>
          <a:solidFill>
            <a:schemeClr val="accent1"/>
          </a:solidFill>
          <a:ln w="19050">
            <a:solidFill>
              <a:schemeClr val="lt1"/>
            </a:solidFill>
          </a:ln>
          <a:effectLst/>
        </c:spPr>
      </c:pivotFmt>
      <c:pivotFmt>
        <c:idx val="619"/>
        <c:spPr>
          <a:solidFill>
            <a:schemeClr val="accent1"/>
          </a:solidFill>
          <a:ln w="19050">
            <a:solidFill>
              <a:schemeClr val="lt1"/>
            </a:solidFill>
          </a:ln>
          <a:effectLst/>
        </c:spPr>
      </c:pivotFmt>
      <c:pivotFmt>
        <c:idx val="620"/>
        <c:spPr>
          <a:solidFill>
            <a:schemeClr val="accent1"/>
          </a:solidFill>
          <a:ln w="19050">
            <a:solidFill>
              <a:schemeClr val="lt1"/>
            </a:solidFill>
          </a:ln>
          <a:effectLst/>
        </c:spPr>
      </c:pivotFmt>
      <c:pivotFmt>
        <c:idx val="621"/>
        <c:spPr>
          <a:solidFill>
            <a:schemeClr val="accent1"/>
          </a:solidFill>
          <a:ln w="19050">
            <a:solidFill>
              <a:schemeClr val="lt1"/>
            </a:solidFill>
          </a:ln>
          <a:effectLst/>
        </c:spPr>
      </c:pivotFmt>
      <c:pivotFmt>
        <c:idx val="622"/>
        <c:spPr>
          <a:solidFill>
            <a:schemeClr val="accent1"/>
          </a:solidFill>
          <a:ln w="19050">
            <a:solidFill>
              <a:schemeClr val="lt1"/>
            </a:solidFill>
          </a:ln>
          <a:effectLst/>
        </c:spPr>
      </c:pivotFmt>
      <c:pivotFmt>
        <c:idx val="623"/>
        <c:spPr>
          <a:solidFill>
            <a:schemeClr val="accent1"/>
          </a:solidFill>
          <a:ln w="19050">
            <a:solidFill>
              <a:schemeClr val="lt1"/>
            </a:solidFill>
          </a:ln>
          <a:effectLst/>
        </c:spPr>
      </c:pivotFmt>
      <c:pivotFmt>
        <c:idx val="624"/>
        <c:spPr>
          <a:solidFill>
            <a:schemeClr val="accent1"/>
          </a:solidFill>
          <a:ln w="19050">
            <a:solidFill>
              <a:schemeClr val="lt1"/>
            </a:solidFill>
          </a:ln>
          <a:effectLst/>
        </c:spPr>
      </c:pivotFmt>
      <c:pivotFmt>
        <c:idx val="625"/>
        <c:spPr>
          <a:solidFill>
            <a:schemeClr val="accent1"/>
          </a:solidFill>
          <a:ln w="19050">
            <a:solidFill>
              <a:schemeClr val="lt1"/>
            </a:solidFill>
          </a:ln>
          <a:effectLst/>
        </c:spPr>
      </c:pivotFmt>
      <c:pivotFmt>
        <c:idx val="626"/>
        <c:spPr>
          <a:solidFill>
            <a:schemeClr val="accent1"/>
          </a:solidFill>
          <a:ln w="19050">
            <a:solidFill>
              <a:schemeClr val="lt1"/>
            </a:solidFill>
          </a:ln>
          <a:effectLst/>
        </c:spPr>
      </c:pivotFmt>
      <c:pivotFmt>
        <c:idx val="627"/>
        <c:spPr>
          <a:solidFill>
            <a:schemeClr val="accent1"/>
          </a:solidFill>
          <a:ln w="19050">
            <a:solidFill>
              <a:schemeClr val="lt1"/>
            </a:solidFill>
          </a:ln>
          <a:effectLst/>
        </c:spPr>
      </c:pivotFmt>
      <c:pivotFmt>
        <c:idx val="628"/>
        <c:spPr>
          <a:solidFill>
            <a:schemeClr val="accent1"/>
          </a:solidFill>
          <a:ln w="19050">
            <a:solidFill>
              <a:schemeClr val="lt1"/>
            </a:solidFill>
          </a:ln>
          <a:effectLst/>
        </c:spPr>
      </c:pivotFmt>
      <c:pivotFmt>
        <c:idx val="629"/>
        <c:spPr>
          <a:solidFill>
            <a:schemeClr val="accent1"/>
          </a:solidFill>
          <a:ln w="19050">
            <a:solidFill>
              <a:schemeClr val="lt1"/>
            </a:solidFill>
          </a:ln>
          <a:effectLst/>
        </c:spPr>
      </c:pivotFmt>
      <c:pivotFmt>
        <c:idx val="630"/>
        <c:spPr>
          <a:solidFill>
            <a:schemeClr val="accent1"/>
          </a:solidFill>
          <a:ln w="19050">
            <a:solidFill>
              <a:schemeClr val="lt1"/>
            </a:solidFill>
          </a:ln>
          <a:effectLst/>
        </c:spPr>
      </c:pivotFmt>
      <c:pivotFmt>
        <c:idx val="631"/>
        <c:spPr>
          <a:solidFill>
            <a:schemeClr val="accent1"/>
          </a:solidFill>
          <a:ln w="19050">
            <a:solidFill>
              <a:schemeClr val="lt1"/>
            </a:solidFill>
          </a:ln>
          <a:effectLst/>
        </c:spPr>
      </c:pivotFmt>
      <c:pivotFmt>
        <c:idx val="632"/>
        <c:spPr>
          <a:solidFill>
            <a:schemeClr val="accent1"/>
          </a:solidFill>
          <a:ln w="19050">
            <a:solidFill>
              <a:schemeClr val="lt1"/>
            </a:solidFill>
          </a:ln>
          <a:effectLst/>
        </c:spPr>
      </c:pivotFmt>
      <c:pivotFmt>
        <c:idx val="633"/>
        <c:spPr>
          <a:solidFill>
            <a:schemeClr val="accent1"/>
          </a:solidFill>
          <a:ln w="19050">
            <a:solidFill>
              <a:schemeClr val="lt1"/>
            </a:solidFill>
          </a:ln>
          <a:effectLst/>
        </c:spPr>
      </c:pivotFmt>
      <c:pivotFmt>
        <c:idx val="634"/>
        <c:spPr>
          <a:solidFill>
            <a:schemeClr val="accent1"/>
          </a:solidFill>
          <a:ln w="19050">
            <a:solidFill>
              <a:schemeClr val="lt1"/>
            </a:solidFill>
          </a:ln>
          <a:effectLst/>
        </c:spPr>
      </c:pivotFmt>
      <c:pivotFmt>
        <c:idx val="635"/>
        <c:spPr>
          <a:solidFill>
            <a:schemeClr val="accent1"/>
          </a:solidFill>
          <a:ln w="19050">
            <a:solidFill>
              <a:schemeClr val="lt1"/>
            </a:solidFill>
          </a:ln>
          <a:effectLst/>
        </c:spPr>
      </c:pivotFmt>
      <c:pivotFmt>
        <c:idx val="636"/>
        <c:spPr>
          <a:solidFill>
            <a:schemeClr val="accent1"/>
          </a:solidFill>
          <a:ln w="19050">
            <a:solidFill>
              <a:schemeClr val="lt1"/>
            </a:solidFill>
          </a:ln>
          <a:effectLst/>
        </c:spPr>
      </c:pivotFmt>
      <c:pivotFmt>
        <c:idx val="637"/>
        <c:spPr>
          <a:solidFill>
            <a:schemeClr val="accent1"/>
          </a:solidFill>
          <a:ln w="19050">
            <a:solidFill>
              <a:schemeClr val="lt1"/>
            </a:solidFill>
          </a:ln>
          <a:effectLst/>
        </c:spPr>
      </c:pivotFmt>
      <c:pivotFmt>
        <c:idx val="638"/>
        <c:spPr>
          <a:solidFill>
            <a:schemeClr val="accent1"/>
          </a:solidFill>
          <a:ln w="19050">
            <a:solidFill>
              <a:schemeClr val="lt1"/>
            </a:solidFill>
          </a:ln>
          <a:effectLst/>
        </c:spPr>
      </c:pivotFmt>
      <c:pivotFmt>
        <c:idx val="639"/>
        <c:spPr>
          <a:solidFill>
            <a:schemeClr val="accent1"/>
          </a:solidFill>
          <a:ln w="19050">
            <a:solidFill>
              <a:schemeClr val="lt1"/>
            </a:solidFill>
          </a:ln>
          <a:effectLst/>
        </c:spPr>
      </c:pivotFmt>
      <c:pivotFmt>
        <c:idx val="640"/>
        <c:spPr>
          <a:solidFill>
            <a:schemeClr val="accent1"/>
          </a:solidFill>
          <a:ln w="19050">
            <a:solidFill>
              <a:schemeClr val="lt1"/>
            </a:solidFill>
          </a:ln>
          <a:effectLst/>
        </c:spPr>
      </c:pivotFmt>
      <c:pivotFmt>
        <c:idx val="641"/>
        <c:spPr>
          <a:solidFill>
            <a:schemeClr val="accent1"/>
          </a:solidFill>
          <a:ln w="19050">
            <a:solidFill>
              <a:schemeClr val="lt1"/>
            </a:solidFill>
          </a:ln>
          <a:effectLst/>
        </c:spPr>
      </c:pivotFmt>
      <c:pivotFmt>
        <c:idx val="642"/>
        <c:spPr>
          <a:solidFill>
            <a:schemeClr val="accent1"/>
          </a:solidFill>
          <a:ln w="19050">
            <a:solidFill>
              <a:schemeClr val="lt1"/>
            </a:solidFill>
          </a:ln>
          <a:effectLst/>
        </c:spPr>
      </c:pivotFmt>
      <c:pivotFmt>
        <c:idx val="643"/>
        <c:spPr>
          <a:solidFill>
            <a:schemeClr val="accent1"/>
          </a:solidFill>
          <a:ln w="19050">
            <a:solidFill>
              <a:schemeClr val="lt1"/>
            </a:solidFill>
          </a:ln>
          <a:effectLst/>
        </c:spPr>
      </c:pivotFmt>
      <c:pivotFmt>
        <c:idx val="644"/>
        <c:spPr>
          <a:solidFill>
            <a:schemeClr val="accent1"/>
          </a:solidFill>
          <a:ln w="19050">
            <a:solidFill>
              <a:schemeClr val="lt1"/>
            </a:solidFill>
          </a:ln>
          <a:effectLst/>
        </c:spPr>
      </c:pivotFmt>
      <c:pivotFmt>
        <c:idx val="645"/>
        <c:spPr>
          <a:solidFill>
            <a:schemeClr val="accent1"/>
          </a:solidFill>
          <a:ln w="19050">
            <a:solidFill>
              <a:schemeClr val="lt1"/>
            </a:solidFill>
          </a:ln>
          <a:effectLst/>
        </c:spPr>
      </c:pivotFmt>
      <c:pivotFmt>
        <c:idx val="646"/>
        <c:spPr>
          <a:solidFill>
            <a:schemeClr val="accent1"/>
          </a:solidFill>
          <a:ln w="19050">
            <a:solidFill>
              <a:schemeClr val="lt1"/>
            </a:solidFill>
          </a:ln>
          <a:effectLst/>
        </c:spPr>
      </c:pivotFmt>
      <c:pivotFmt>
        <c:idx val="647"/>
        <c:spPr>
          <a:solidFill>
            <a:schemeClr val="accent1"/>
          </a:solidFill>
          <a:ln w="19050">
            <a:solidFill>
              <a:schemeClr val="lt1"/>
            </a:solidFill>
          </a:ln>
          <a:effectLst/>
        </c:spPr>
      </c:pivotFmt>
      <c:pivotFmt>
        <c:idx val="648"/>
        <c:spPr>
          <a:solidFill>
            <a:schemeClr val="accent1"/>
          </a:solidFill>
          <a:ln w="19050">
            <a:solidFill>
              <a:schemeClr val="lt1"/>
            </a:solidFill>
          </a:ln>
          <a:effectLst/>
        </c:spPr>
      </c:pivotFmt>
      <c:pivotFmt>
        <c:idx val="649"/>
        <c:spPr>
          <a:solidFill>
            <a:schemeClr val="accent1"/>
          </a:solidFill>
          <a:ln w="19050">
            <a:solidFill>
              <a:schemeClr val="lt1"/>
            </a:solidFill>
          </a:ln>
          <a:effectLst/>
        </c:spPr>
      </c:pivotFmt>
      <c:pivotFmt>
        <c:idx val="650"/>
        <c:spPr>
          <a:solidFill>
            <a:schemeClr val="accent1"/>
          </a:solidFill>
          <a:ln w="19050">
            <a:solidFill>
              <a:schemeClr val="lt1"/>
            </a:solidFill>
          </a:ln>
          <a:effectLst/>
        </c:spPr>
      </c:pivotFmt>
      <c:pivotFmt>
        <c:idx val="651"/>
        <c:spPr>
          <a:solidFill>
            <a:schemeClr val="accent1"/>
          </a:solidFill>
          <a:ln w="19050">
            <a:solidFill>
              <a:schemeClr val="lt1"/>
            </a:solidFill>
          </a:ln>
          <a:effectLst/>
        </c:spPr>
      </c:pivotFmt>
      <c:pivotFmt>
        <c:idx val="652"/>
        <c:spPr>
          <a:solidFill>
            <a:schemeClr val="accent1"/>
          </a:solidFill>
          <a:ln w="19050">
            <a:solidFill>
              <a:schemeClr val="lt1"/>
            </a:solidFill>
          </a:ln>
          <a:effectLst/>
        </c:spPr>
      </c:pivotFmt>
      <c:pivotFmt>
        <c:idx val="653"/>
        <c:spPr>
          <a:solidFill>
            <a:schemeClr val="accent1"/>
          </a:solidFill>
          <a:ln w="19050">
            <a:solidFill>
              <a:schemeClr val="lt1"/>
            </a:solidFill>
          </a:ln>
          <a:effectLst/>
        </c:spPr>
      </c:pivotFmt>
      <c:pivotFmt>
        <c:idx val="654"/>
        <c:spPr>
          <a:solidFill>
            <a:schemeClr val="accent1"/>
          </a:solidFill>
          <a:ln w="19050">
            <a:solidFill>
              <a:schemeClr val="lt1"/>
            </a:solidFill>
          </a:ln>
          <a:effectLst/>
        </c:spPr>
      </c:pivotFmt>
      <c:pivotFmt>
        <c:idx val="655"/>
        <c:spPr>
          <a:solidFill>
            <a:schemeClr val="accent1"/>
          </a:solidFill>
          <a:ln w="19050">
            <a:solidFill>
              <a:schemeClr val="lt1"/>
            </a:solidFill>
          </a:ln>
          <a:effectLst/>
        </c:spPr>
      </c:pivotFmt>
      <c:pivotFmt>
        <c:idx val="656"/>
        <c:spPr>
          <a:solidFill>
            <a:schemeClr val="accent1"/>
          </a:solidFill>
          <a:ln w="19050">
            <a:solidFill>
              <a:schemeClr val="lt1"/>
            </a:solidFill>
          </a:ln>
          <a:effectLst/>
        </c:spPr>
      </c:pivotFmt>
      <c:pivotFmt>
        <c:idx val="657"/>
        <c:spPr>
          <a:solidFill>
            <a:schemeClr val="accent1"/>
          </a:solidFill>
          <a:ln w="19050">
            <a:solidFill>
              <a:schemeClr val="lt1"/>
            </a:solidFill>
          </a:ln>
          <a:effectLst/>
        </c:spPr>
      </c:pivotFmt>
      <c:pivotFmt>
        <c:idx val="658"/>
        <c:spPr>
          <a:solidFill>
            <a:schemeClr val="accent1"/>
          </a:solidFill>
          <a:ln w="19050">
            <a:solidFill>
              <a:schemeClr val="lt1"/>
            </a:solidFill>
          </a:ln>
          <a:effectLst/>
        </c:spPr>
      </c:pivotFmt>
      <c:pivotFmt>
        <c:idx val="659"/>
        <c:spPr>
          <a:solidFill>
            <a:schemeClr val="accent1"/>
          </a:solidFill>
          <a:ln w="19050">
            <a:solidFill>
              <a:schemeClr val="lt1"/>
            </a:solidFill>
          </a:ln>
          <a:effectLst/>
        </c:spPr>
      </c:pivotFmt>
      <c:pivotFmt>
        <c:idx val="660"/>
        <c:spPr>
          <a:solidFill>
            <a:schemeClr val="accent1"/>
          </a:solidFill>
          <a:ln w="19050">
            <a:solidFill>
              <a:schemeClr val="lt1"/>
            </a:solidFill>
          </a:ln>
          <a:effectLst/>
        </c:spPr>
      </c:pivotFmt>
      <c:pivotFmt>
        <c:idx val="661"/>
        <c:spPr>
          <a:solidFill>
            <a:schemeClr val="accent1"/>
          </a:solidFill>
          <a:ln w="19050">
            <a:solidFill>
              <a:schemeClr val="lt1"/>
            </a:solidFill>
          </a:ln>
          <a:effectLst/>
        </c:spPr>
      </c:pivotFmt>
      <c:pivotFmt>
        <c:idx val="662"/>
        <c:spPr>
          <a:solidFill>
            <a:schemeClr val="accent1"/>
          </a:solidFill>
          <a:ln w="19050">
            <a:solidFill>
              <a:schemeClr val="lt1"/>
            </a:solidFill>
          </a:ln>
          <a:effectLst/>
        </c:spPr>
      </c:pivotFmt>
      <c:pivotFmt>
        <c:idx val="663"/>
        <c:spPr>
          <a:solidFill>
            <a:schemeClr val="accent1"/>
          </a:solidFill>
          <a:ln w="19050">
            <a:solidFill>
              <a:schemeClr val="lt1"/>
            </a:solidFill>
          </a:ln>
          <a:effectLst/>
        </c:spPr>
      </c:pivotFmt>
      <c:pivotFmt>
        <c:idx val="664"/>
        <c:spPr>
          <a:solidFill>
            <a:schemeClr val="accent1"/>
          </a:solidFill>
          <a:ln w="19050">
            <a:solidFill>
              <a:schemeClr val="lt1"/>
            </a:solidFill>
          </a:ln>
          <a:effectLst/>
        </c:spPr>
      </c:pivotFmt>
      <c:pivotFmt>
        <c:idx val="665"/>
        <c:spPr>
          <a:solidFill>
            <a:schemeClr val="accent1"/>
          </a:solidFill>
          <a:ln w="19050">
            <a:solidFill>
              <a:schemeClr val="lt1"/>
            </a:solidFill>
          </a:ln>
          <a:effectLst/>
        </c:spPr>
      </c:pivotFmt>
      <c:pivotFmt>
        <c:idx val="666"/>
        <c:spPr>
          <a:solidFill>
            <a:schemeClr val="accent1"/>
          </a:solidFill>
          <a:ln w="19050">
            <a:solidFill>
              <a:schemeClr val="lt1"/>
            </a:solidFill>
          </a:ln>
          <a:effectLst/>
        </c:spPr>
      </c:pivotFmt>
      <c:pivotFmt>
        <c:idx val="667"/>
        <c:spPr>
          <a:solidFill>
            <a:schemeClr val="accent1"/>
          </a:solidFill>
          <a:ln w="19050">
            <a:solidFill>
              <a:schemeClr val="lt1"/>
            </a:solidFill>
          </a:ln>
          <a:effectLst/>
        </c:spPr>
      </c:pivotFmt>
      <c:pivotFmt>
        <c:idx val="668"/>
        <c:spPr>
          <a:solidFill>
            <a:schemeClr val="accent1"/>
          </a:solidFill>
          <a:ln w="19050">
            <a:solidFill>
              <a:schemeClr val="lt1"/>
            </a:solidFill>
          </a:ln>
          <a:effectLst/>
        </c:spPr>
      </c:pivotFmt>
      <c:pivotFmt>
        <c:idx val="669"/>
        <c:spPr>
          <a:solidFill>
            <a:schemeClr val="accent1"/>
          </a:solidFill>
          <a:ln w="19050">
            <a:solidFill>
              <a:schemeClr val="lt1"/>
            </a:solidFill>
          </a:ln>
          <a:effectLst/>
        </c:spPr>
      </c:pivotFmt>
      <c:pivotFmt>
        <c:idx val="670"/>
        <c:spPr>
          <a:solidFill>
            <a:schemeClr val="accent1"/>
          </a:solidFill>
          <a:ln w="19050">
            <a:solidFill>
              <a:schemeClr val="lt1"/>
            </a:solidFill>
          </a:ln>
          <a:effectLst/>
        </c:spPr>
      </c:pivotFmt>
      <c:pivotFmt>
        <c:idx val="671"/>
        <c:spPr>
          <a:solidFill>
            <a:schemeClr val="accent1"/>
          </a:solidFill>
          <a:ln w="19050">
            <a:solidFill>
              <a:schemeClr val="lt1"/>
            </a:solidFill>
          </a:ln>
          <a:effectLst/>
        </c:spPr>
      </c:pivotFmt>
      <c:pivotFmt>
        <c:idx val="672"/>
        <c:spPr>
          <a:solidFill>
            <a:schemeClr val="accent1"/>
          </a:solidFill>
          <a:ln w="19050">
            <a:solidFill>
              <a:schemeClr val="lt1"/>
            </a:solidFill>
          </a:ln>
          <a:effectLst/>
        </c:spPr>
      </c:pivotFmt>
      <c:pivotFmt>
        <c:idx val="673"/>
        <c:spPr>
          <a:solidFill>
            <a:schemeClr val="accent1"/>
          </a:solidFill>
          <a:ln w="19050">
            <a:solidFill>
              <a:schemeClr val="lt1"/>
            </a:solidFill>
          </a:ln>
          <a:effectLst/>
        </c:spPr>
      </c:pivotFmt>
      <c:pivotFmt>
        <c:idx val="674"/>
        <c:spPr>
          <a:solidFill>
            <a:schemeClr val="accent1"/>
          </a:solidFill>
          <a:ln w="19050">
            <a:solidFill>
              <a:schemeClr val="lt1"/>
            </a:solidFill>
          </a:ln>
          <a:effectLst/>
        </c:spPr>
      </c:pivotFmt>
      <c:pivotFmt>
        <c:idx val="675"/>
        <c:spPr>
          <a:solidFill>
            <a:schemeClr val="accent1"/>
          </a:solidFill>
          <a:ln w="19050">
            <a:solidFill>
              <a:schemeClr val="lt1"/>
            </a:solidFill>
          </a:ln>
          <a:effectLst/>
        </c:spPr>
      </c:pivotFmt>
      <c:pivotFmt>
        <c:idx val="676"/>
        <c:spPr>
          <a:solidFill>
            <a:schemeClr val="accent1"/>
          </a:solidFill>
          <a:ln w="19050">
            <a:solidFill>
              <a:schemeClr val="lt1"/>
            </a:solidFill>
          </a:ln>
          <a:effectLst/>
        </c:spPr>
      </c:pivotFmt>
      <c:pivotFmt>
        <c:idx val="677"/>
        <c:spPr>
          <a:solidFill>
            <a:schemeClr val="accent1"/>
          </a:solidFill>
          <a:ln w="19050">
            <a:solidFill>
              <a:schemeClr val="lt1"/>
            </a:solidFill>
          </a:ln>
          <a:effectLst/>
        </c:spPr>
      </c:pivotFmt>
      <c:pivotFmt>
        <c:idx val="678"/>
        <c:spPr>
          <a:solidFill>
            <a:schemeClr val="accent1"/>
          </a:solidFill>
          <a:ln w="19050">
            <a:solidFill>
              <a:schemeClr val="lt1"/>
            </a:solidFill>
          </a:ln>
          <a:effectLst/>
        </c:spPr>
      </c:pivotFmt>
      <c:pivotFmt>
        <c:idx val="679"/>
        <c:spPr>
          <a:solidFill>
            <a:schemeClr val="accent1"/>
          </a:solidFill>
          <a:ln w="19050">
            <a:solidFill>
              <a:schemeClr val="lt1"/>
            </a:solidFill>
          </a:ln>
          <a:effectLst/>
        </c:spPr>
      </c:pivotFmt>
      <c:pivotFmt>
        <c:idx val="680"/>
        <c:spPr>
          <a:solidFill>
            <a:schemeClr val="accent1"/>
          </a:solidFill>
          <a:ln w="19050">
            <a:solidFill>
              <a:schemeClr val="lt1"/>
            </a:solidFill>
          </a:ln>
          <a:effectLst/>
        </c:spPr>
      </c:pivotFmt>
      <c:pivotFmt>
        <c:idx val="681"/>
        <c:spPr>
          <a:solidFill>
            <a:schemeClr val="accent1"/>
          </a:solidFill>
          <a:ln w="19050">
            <a:solidFill>
              <a:schemeClr val="lt1"/>
            </a:solidFill>
          </a:ln>
          <a:effectLst/>
        </c:spPr>
      </c:pivotFmt>
      <c:pivotFmt>
        <c:idx val="682"/>
        <c:spPr>
          <a:solidFill>
            <a:schemeClr val="accent1"/>
          </a:solidFill>
          <a:ln w="19050">
            <a:solidFill>
              <a:schemeClr val="lt1"/>
            </a:solidFill>
          </a:ln>
          <a:effectLst/>
        </c:spPr>
      </c:pivotFmt>
      <c:pivotFmt>
        <c:idx val="683"/>
        <c:spPr>
          <a:solidFill>
            <a:schemeClr val="accent1"/>
          </a:solidFill>
          <a:ln w="19050">
            <a:solidFill>
              <a:schemeClr val="lt1"/>
            </a:solidFill>
          </a:ln>
          <a:effectLst/>
        </c:spPr>
      </c:pivotFmt>
      <c:pivotFmt>
        <c:idx val="684"/>
        <c:spPr>
          <a:solidFill>
            <a:schemeClr val="accent1"/>
          </a:solidFill>
          <a:ln w="19050">
            <a:solidFill>
              <a:schemeClr val="lt1"/>
            </a:solidFill>
          </a:ln>
          <a:effectLst/>
        </c:spPr>
      </c:pivotFmt>
      <c:pivotFmt>
        <c:idx val="685"/>
        <c:spPr>
          <a:solidFill>
            <a:schemeClr val="accent1"/>
          </a:solidFill>
          <a:ln w="19050">
            <a:solidFill>
              <a:schemeClr val="lt1"/>
            </a:solidFill>
          </a:ln>
          <a:effectLst/>
        </c:spPr>
      </c:pivotFmt>
      <c:pivotFmt>
        <c:idx val="686"/>
        <c:spPr>
          <a:solidFill>
            <a:schemeClr val="accent1"/>
          </a:solidFill>
          <a:ln w="19050">
            <a:solidFill>
              <a:schemeClr val="lt1"/>
            </a:solidFill>
          </a:ln>
          <a:effectLst/>
        </c:spPr>
      </c:pivotFmt>
      <c:pivotFmt>
        <c:idx val="687"/>
        <c:spPr>
          <a:solidFill>
            <a:schemeClr val="accent1"/>
          </a:solidFill>
          <a:ln w="19050">
            <a:solidFill>
              <a:schemeClr val="lt1"/>
            </a:solidFill>
          </a:ln>
          <a:effectLst/>
        </c:spPr>
      </c:pivotFmt>
      <c:pivotFmt>
        <c:idx val="688"/>
        <c:spPr>
          <a:solidFill>
            <a:schemeClr val="accent1"/>
          </a:solidFill>
          <a:ln w="19050">
            <a:solidFill>
              <a:schemeClr val="lt1"/>
            </a:solidFill>
          </a:ln>
          <a:effectLst/>
        </c:spPr>
      </c:pivotFmt>
      <c:pivotFmt>
        <c:idx val="689"/>
        <c:spPr>
          <a:solidFill>
            <a:schemeClr val="accent1"/>
          </a:solidFill>
          <a:ln w="19050">
            <a:solidFill>
              <a:schemeClr val="lt1"/>
            </a:solidFill>
          </a:ln>
          <a:effectLst/>
        </c:spPr>
      </c:pivotFmt>
      <c:pivotFmt>
        <c:idx val="690"/>
        <c:spPr>
          <a:solidFill>
            <a:schemeClr val="accent1"/>
          </a:solidFill>
          <a:ln w="19050">
            <a:solidFill>
              <a:schemeClr val="lt1"/>
            </a:solidFill>
          </a:ln>
          <a:effectLst/>
        </c:spPr>
      </c:pivotFmt>
      <c:pivotFmt>
        <c:idx val="691"/>
        <c:spPr>
          <a:solidFill>
            <a:schemeClr val="accent1"/>
          </a:solidFill>
          <a:ln w="19050">
            <a:solidFill>
              <a:schemeClr val="lt1"/>
            </a:solidFill>
          </a:ln>
          <a:effectLst/>
        </c:spPr>
      </c:pivotFmt>
      <c:pivotFmt>
        <c:idx val="692"/>
        <c:spPr>
          <a:solidFill>
            <a:schemeClr val="accent1"/>
          </a:solidFill>
          <a:ln w="19050">
            <a:solidFill>
              <a:schemeClr val="lt1"/>
            </a:solidFill>
          </a:ln>
          <a:effectLst/>
        </c:spPr>
      </c:pivotFmt>
      <c:pivotFmt>
        <c:idx val="693"/>
        <c:spPr>
          <a:solidFill>
            <a:schemeClr val="accent1"/>
          </a:solidFill>
          <a:ln w="19050">
            <a:solidFill>
              <a:schemeClr val="lt1"/>
            </a:solidFill>
          </a:ln>
          <a:effectLst/>
        </c:spPr>
      </c:pivotFmt>
      <c:pivotFmt>
        <c:idx val="694"/>
        <c:spPr>
          <a:solidFill>
            <a:schemeClr val="accent1"/>
          </a:solidFill>
          <a:ln w="19050">
            <a:solidFill>
              <a:schemeClr val="lt1"/>
            </a:solidFill>
          </a:ln>
          <a:effectLst/>
        </c:spPr>
      </c:pivotFmt>
      <c:pivotFmt>
        <c:idx val="695"/>
        <c:spPr>
          <a:solidFill>
            <a:schemeClr val="accent1"/>
          </a:solidFill>
          <a:ln w="19050">
            <a:solidFill>
              <a:schemeClr val="lt1"/>
            </a:solidFill>
          </a:ln>
          <a:effectLst/>
        </c:spPr>
      </c:pivotFmt>
      <c:pivotFmt>
        <c:idx val="696"/>
        <c:spPr>
          <a:solidFill>
            <a:schemeClr val="accent1"/>
          </a:solidFill>
          <a:ln w="19050">
            <a:solidFill>
              <a:schemeClr val="lt1"/>
            </a:solidFill>
          </a:ln>
          <a:effectLst/>
        </c:spPr>
      </c:pivotFmt>
      <c:pivotFmt>
        <c:idx val="697"/>
        <c:spPr>
          <a:solidFill>
            <a:schemeClr val="accent1"/>
          </a:solidFill>
          <a:ln w="19050">
            <a:solidFill>
              <a:schemeClr val="lt1"/>
            </a:solidFill>
          </a:ln>
          <a:effectLst/>
        </c:spPr>
      </c:pivotFmt>
      <c:pivotFmt>
        <c:idx val="698"/>
        <c:spPr>
          <a:solidFill>
            <a:schemeClr val="accent1"/>
          </a:solidFill>
          <a:ln w="19050">
            <a:solidFill>
              <a:schemeClr val="lt1"/>
            </a:solidFill>
          </a:ln>
          <a:effectLst/>
        </c:spPr>
      </c:pivotFmt>
      <c:pivotFmt>
        <c:idx val="699"/>
        <c:spPr>
          <a:solidFill>
            <a:schemeClr val="accent1"/>
          </a:solidFill>
          <a:ln w="19050">
            <a:solidFill>
              <a:schemeClr val="lt1"/>
            </a:solidFill>
          </a:ln>
          <a:effectLst/>
        </c:spPr>
      </c:pivotFmt>
      <c:pivotFmt>
        <c:idx val="700"/>
        <c:spPr>
          <a:solidFill>
            <a:schemeClr val="accent1"/>
          </a:solidFill>
          <a:ln w="19050">
            <a:solidFill>
              <a:schemeClr val="lt1"/>
            </a:solidFill>
          </a:ln>
          <a:effectLst/>
        </c:spPr>
      </c:pivotFmt>
      <c:pivotFmt>
        <c:idx val="701"/>
        <c:spPr>
          <a:solidFill>
            <a:schemeClr val="accent1"/>
          </a:solidFill>
          <a:ln w="19050">
            <a:solidFill>
              <a:schemeClr val="lt1"/>
            </a:solidFill>
          </a:ln>
          <a:effectLst/>
        </c:spPr>
      </c:pivotFmt>
      <c:pivotFmt>
        <c:idx val="702"/>
        <c:spPr>
          <a:solidFill>
            <a:schemeClr val="accent1"/>
          </a:solidFill>
          <a:ln w="19050">
            <a:solidFill>
              <a:schemeClr val="lt1"/>
            </a:solidFill>
          </a:ln>
          <a:effectLst/>
        </c:spPr>
      </c:pivotFmt>
      <c:pivotFmt>
        <c:idx val="703"/>
        <c:spPr>
          <a:solidFill>
            <a:schemeClr val="accent1"/>
          </a:solidFill>
          <a:ln w="19050">
            <a:solidFill>
              <a:schemeClr val="lt1"/>
            </a:solidFill>
          </a:ln>
          <a:effectLst/>
        </c:spPr>
      </c:pivotFmt>
      <c:pivotFmt>
        <c:idx val="704"/>
        <c:spPr>
          <a:solidFill>
            <a:schemeClr val="accent1"/>
          </a:solidFill>
          <a:ln w="19050">
            <a:solidFill>
              <a:schemeClr val="lt1"/>
            </a:solidFill>
          </a:ln>
          <a:effectLst/>
        </c:spPr>
      </c:pivotFmt>
      <c:pivotFmt>
        <c:idx val="705"/>
        <c:spPr>
          <a:solidFill>
            <a:schemeClr val="accent1"/>
          </a:solidFill>
          <a:ln w="19050">
            <a:solidFill>
              <a:schemeClr val="lt1"/>
            </a:solidFill>
          </a:ln>
          <a:effectLst/>
        </c:spPr>
      </c:pivotFmt>
      <c:pivotFmt>
        <c:idx val="706"/>
        <c:spPr>
          <a:solidFill>
            <a:schemeClr val="accent1"/>
          </a:solidFill>
          <a:ln w="19050">
            <a:solidFill>
              <a:schemeClr val="lt1"/>
            </a:solidFill>
          </a:ln>
          <a:effectLst/>
        </c:spPr>
      </c:pivotFmt>
      <c:pivotFmt>
        <c:idx val="707"/>
        <c:spPr>
          <a:solidFill>
            <a:schemeClr val="accent1"/>
          </a:solidFill>
          <a:ln w="19050">
            <a:solidFill>
              <a:schemeClr val="lt1"/>
            </a:solidFill>
          </a:ln>
          <a:effectLst/>
        </c:spPr>
      </c:pivotFmt>
      <c:pivotFmt>
        <c:idx val="708"/>
        <c:spPr>
          <a:solidFill>
            <a:schemeClr val="accent1"/>
          </a:solidFill>
          <a:ln w="19050">
            <a:solidFill>
              <a:schemeClr val="lt1"/>
            </a:solidFill>
          </a:ln>
          <a:effectLst/>
        </c:spPr>
      </c:pivotFmt>
      <c:pivotFmt>
        <c:idx val="709"/>
        <c:spPr>
          <a:solidFill>
            <a:schemeClr val="accent1"/>
          </a:solidFill>
          <a:ln w="19050">
            <a:solidFill>
              <a:schemeClr val="lt1"/>
            </a:solidFill>
          </a:ln>
          <a:effectLst/>
        </c:spPr>
      </c:pivotFmt>
      <c:pivotFmt>
        <c:idx val="710"/>
        <c:spPr>
          <a:solidFill>
            <a:schemeClr val="accent1"/>
          </a:solidFill>
          <a:ln w="19050">
            <a:solidFill>
              <a:schemeClr val="lt1"/>
            </a:solidFill>
          </a:ln>
          <a:effectLst/>
        </c:spPr>
      </c:pivotFmt>
      <c:pivotFmt>
        <c:idx val="711"/>
        <c:spPr>
          <a:solidFill>
            <a:schemeClr val="accent1"/>
          </a:solidFill>
          <a:ln w="19050">
            <a:solidFill>
              <a:schemeClr val="lt1"/>
            </a:solidFill>
          </a:ln>
          <a:effectLst/>
        </c:spPr>
      </c:pivotFmt>
      <c:pivotFmt>
        <c:idx val="712"/>
        <c:spPr>
          <a:solidFill>
            <a:schemeClr val="accent1"/>
          </a:solidFill>
          <a:ln w="19050">
            <a:solidFill>
              <a:schemeClr val="lt1"/>
            </a:solidFill>
          </a:ln>
          <a:effectLst/>
        </c:spPr>
      </c:pivotFmt>
      <c:pivotFmt>
        <c:idx val="713"/>
        <c:spPr>
          <a:solidFill>
            <a:schemeClr val="accent1"/>
          </a:solidFill>
          <a:ln w="19050">
            <a:solidFill>
              <a:schemeClr val="lt1"/>
            </a:solidFill>
          </a:ln>
          <a:effectLst/>
        </c:spPr>
      </c:pivotFmt>
      <c:pivotFmt>
        <c:idx val="714"/>
        <c:spPr>
          <a:solidFill>
            <a:schemeClr val="accent1"/>
          </a:solidFill>
          <a:ln w="19050">
            <a:solidFill>
              <a:schemeClr val="lt1"/>
            </a:solidFill>
          </a:ln>
          <a:effectLst/>
        </c:spPr>
      </c:pivotFmt>
      <c:pivotFmt>
        <c:idx val="7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6"/>
        <c:spPr>
          <a:solidFill>
            <a:schemeClr val="accent1"/>
          </a:solidFill>
          <a:ln w="19050">
            <a:solidFill>
              <a:schemeClr val="lt1"/>
            </a:solidFill>
          </a:ln>
          <a:effectLst/>
        </c:spPr>
      </c:pivotFmt>
      <c:pivotFmt>
        <c:idx val="717"/>
        <c:spPr>
          <a:solidFill>
            <a:schemeClr val="accent1"/>
          </a:solidFill>
          <a:ln w="19050">
            <a:solidFill>
              <a:schemeClr val="lt1"/>
            </a:solidFill>
          </a:ln>
          <a:effectLst/>
        </c:spPr>
      </c:pivotFmt>
      <c:pivotFmt>
        <c:idx val="718"/>
        <c:spPr>
          <a:solidFill>
            <a:schemeClr val="accent1"/>
          </a:solidFill>
          <a:ln w="19050">
            <a:solidFill>
              <a:schemeClr val="lt1"/>
            </a:solidFill>
          </a:ln>
          <a:effectLst/>
        </c:spPr>
      </c:pivotFmt>
      <c:pivotFmt>
        <c:idx val="719"/>
        <c:spPr>
          <a:solidFill>
            <a:schemeClr val="accent1"/>
          </a:solidFill>
          <a:ln w="19050">
            <a:solidFill>
              <a:schemeClr val="lt1"/>
            </a:solidFill>
          </a:ln>
          <a:effectLst/>
        </c:spPr>
      </c:pivotFmt>
      <c:pivotFmt>
        <c:idx val="720"/>
        <c:spPr>
          <a:solidFill>
            <a:schemeClr val="accent1"/>
          </a:solidFill>
          <a:ln w="19050">
            <a:solidFill>
              <a:schemeClr val="lt1"/>
            </a:solidFill>
          </a:ln>
          <a:effectLst/>
        </c:spPr>
      </c:pivotFmt>
      <c:pivotFmt>
        <c:idx val="721"/>
        <c:spPr>
          <a:solidFill>
            <a:schemeClr val="accent1"/>
          </a:solidFill>
          <a:ln w="19050">
            <a:solidFill>
              <a:schemeClr val="lt1"/>
            </a:solidFill>
          </a:ln>
          <a:effectLst/>
        </c:spPr>
      </c:pivotFmt>
      <c:pivotFmt>
        <c:idx val="722"/>
        <c:spPr>
          <a:solidFill>
            <a:schemeClr val="accent1"/>
          </a:solidFill>
          <a:ln w="19050">
            <a:solidFill>
              <a:schemeClr val="lt1"/>
            </a:solidFill>
          </a:ln>
          <a:effectLst/>
        </c:spPr>
      </c:pivotFmt>
      <c:pivotFmt>
        <c:idx val="723"/>
        <c:spPr>
          <a:solidFill>
            <a:schemeClr val="accent1"/>
          </a:solidFill>
          <a:ln w="19050">
            <a:solidFill>
              <a:schemeClr val="lt1"/>
            </a:solidFill>
          </a:ln>
          <a:effectLst/>
        </c:spPr>
      </c:pivotFmt>
      <c:pivotFmt>
        <c:idx val="724"/>
        <c:spPr>
          <a:solidFill>
            <a:schemeClr val="accent1"/>
          </a:solidFill>
          <a:ln w="19050">
            <a:solidFill>
              <a:schemeClr val="lt1"/>
            </a:solidFill>
          </a:ln>
          <a:effectLst/>
        </c:spPr>
      </c:pivotFmt>
      <c:pivotFmt>
        <c:idx val="725"/>
        <c:spPr>
          <a:solidFill>
            <a:schemeClr val="accent1"/>
          </a:solidFill>
          <a:ln w="19050">
            <a:solidFill>
              <a:schemeClr val="lt1"/>
            </a:solidFill>
          </a:ln>
          <a:effectLst/>
        </c:spPr>
      </c:pivotFmt>
      <c:pivotFmt>
        <c:idx val="726"/>
        <c:spPr>
          <a:solidFill>
            <a:schemeClr val="accent1"/>
          </a:solidFill>
          <a:ln w="19050">
            <a:solidFill>
              <a:schemeClr val="lt1"/>
            </a:solidFill>
          </a:ln>
          <a:effectLst/>
        </c:spPr>
      </c:pivotFmt>
      <c:pivotFmt>
        <c:idx val="727"/>
        <c:spPr>
          <a:solidFill>
            <a:schemeClr val="accent1"/>
          </a:solidFill>
          <a:ln w="19050">
            <a:solidFill>
              <a:schemeClr val="lt1"/>
            </a:solidFill>
          </a:ln>
          <a:effectLst/>
        </c:spPr>
      </c:pivotFmt>
      <c:pivotFmt>
        <c:idx val="728"/>
        <c:spPr>
          <a:solidFill>
            <a:schemeClr val="accent1"/>
          </a:solidFill>
          <a:ln w="19050">
            <a:solidFill>
              <a:schemeClr val="lt1"/>
            </a:solidFill>
          </a:ln>
          <a:effectLst/>
        </c:spPr>
      </c:pivotFmt>
      <c:pivotFmt>
        <c:idx val="729"/>
        <c:spPr>
          <a:solidFill>
            <a:schemeClr val="accent1"/>
          </a:solidFill>
          <a:ln w="19050">
            <a:solidFill>
              <a:schemeClr val="lt1"/>
            </a:solidFill>
          </a:ln>
          <a:effectLst/>
        </c:spPr>
      </c:pivotFmt>
      <c:pivotFmt>
        <c:idx val="730"/>
        <c:spPr>
          <a:solidFill>
            <a:schemeClr val="accent1"/>
          </a:solidFill>
          <a:ln w="19050">
            <a:solidFill>
              <a:schemeClr val="lt1"/>
            </a:solidFill>
          </a:ln>
          <a:effectLst/>
        </c:spPr>
      </c:pivotFmt>
      <c:pivotFmt>
        <c:idx val="731"/>
        <c:spPr>
          <a:solidFill>
            <a:schemeClr val="accent1"/>
          </a:solidFill>
          <a:ln w="19050">
            <a:solidFill>
              <a:schemeClr val="lt1"/>
            </a:solidFill>
          </a:ln>
          <a:effectLst/>
        </c:spPr>
      </c:pivotFmt>
      <c:pivotFmt>
        <c:idx val="732"/>
        <c:spPr>
          <a:solidFill>
            <a:schemeClr val="accent1"/>
          </a:solidFill>
          <a:ln w="19050">
            <a:solidFill>
              <a:schemeClr val="lt1"/>
            </a:solidFill>
          </a:ln>
          <a:effectLst/>
        </c:spPr>
      </c:pivotFmt>
      <c:pivotFmt>
        <c:idx val="733"/>
        <c:spPr>
          <a:solidFill>
            <a:schemeClr val="accent1"/>
          </a:solidFill>
          <a:ln w="19050">
            <a:solidFill>
              <a:schemeClr val="lt1"/>
            </a:solidFill>
          </a:ln>
          <a:effectLst/>
        </c:spPr>
      </c:pivotFmt>
      <c:pivotFmt>
        <c:idx val="734"/>
        <c:spPr>
          <a:solidFill>
            <a:schemeClr val="accent1"/>
          </a:solidFill>
          <a:ln w="19050">
            <a:solidFill>
              <a:schemeClr val="lt1"/>
            </a:solidFill>
          </a:ln>
          <a:effectLst/>
        </c:spPr>
      </c:pivotFmt>
      <c:pivotFmt>
        <c:idx val="735"/>
        <c:spPr>
          <a:solidFill>
            <a:schemeClr val="accent1"/>
          </a:solidFill>
          <a:ln w="19050">
            <a:solidFill>
              <a:schemeClr val="lt1"/>
            </a:solidFill>
          </a:ln>
          <a:effectLst/>
        </c:spPr>
      </c:pivotFmt>
      <c:pivotFmt>
        <c:idx val="736"/>
        <c:spPr>
          <a:solidFill>
            <a:schemeClr val="accent1"/>
          </a:solidFill>
          <a:ln w="19050">
            <a:solidFill>
              <a:schemeClr val="lt1"/>
            </a:solidFill>
          </a:ln>
          <a:effectLst/>
        </c:spPr>
      </c:pivotFmt>
      <c:pivotFmt>
        <c:idx val="737"/>
        <c:spPr>
          <a:solidFill>
            <a:schemeClr val="accent1"/>
          </a:solidFill>
          <a:ln w="19050">
            <a:solidFill>
              <a:schemeClr val="lt1"/>
            </a:solidFill>
          </a:ln>
          <a:effectLst/>
        </c:spPr>
      </c:pivotFmt>
      <c:pivotFmt>
        <c:idx val="738"/>
        <c:spPr>
          <a:solidFill>
            <a:schemeClr val="accent1"/>
          </a:solidFill>
          <a:ln w="19050">
            <a:solidFill>
              <a:schemeClr val="lt1"/>
            </a:solidFill>
          </a:ln>
          <a:effectLst/>
        </c:spPr>
      </c:pivotFmt>
      <c:pivotFmt>
        <c:idx val="739"/>
        <c:spPr>
          <a:solidFill>
            <a:schemeClr val="accent1"/>
          </a:solidFill>
          <a:ln w="19050">
            <a:solidFill>
              <a:schemeClr val="lt1"/>
            </a:solidFill>
          </a:ln>
          <a:effectLst/>
        </c:spPr>
      </c:pivotFmt>
      <c:pivotFmt>
        <c:idx val="740"/>
        <c:spPr>
          <a:solidFill>
            <a:schemeClr val="accent1"/>
          </a:solidFill>
          <a:ln w="19050">
            <a:solidFill>
              <a:schemeClr val="lt1"/>
            </a:solidFill>
          </a:ln>
          <a:effectLst/>
        </c:spPr>
      </c:pivotFmt>
      <c:pivotFmt>
        <c:idx val="741"/>
        <c:spPr>
          <a:solidFill>
            <a:schemeClr val="accent1"/>
          </a:solidFill>
          <a:ln w="19050">
            <a:solidFill>
              <a:schemeClr val="lt1"/>
            </a:solidFill>
          </a:ln>
          <a:effectLst/>
        </c:spPr>
      </c:pivotFmt>
      <c:pivotFmt>
        <c:idx val="742"/>
        <c:spPr>
          <a:solidFill>
            <a:schemeClr val="accent1"/>
          </a:solidFill>
          <a:ln w="19050">
            <a:solidFill>
              <a:schemeClr val="lt1"/>
            </a:solidFill>
          </a:ln>
          <a:effectLst/>
        </c:spPr>
      </c:pivotFmt>
      <c:pivotFmt>
        <c:idx val="743"/>
        <c:spPr>
          <a:solidFill>
            <a:schemeClr val="accent1"/>
          </a:solidFill>
          <a:ln w="19050">
            <a:solidFill>
              <a:schemeClr val="lt1"/>
            </a:solidFill>
          </a:ln>
          <a:effectLst/>
        </c:spPr>
      </c:pivotFmt>
      <c:pivotFmt>
        <c:idx val="744"/>
        <c:spPr>
          <a:solidFill>
            <a:schemeClr val="accent1"/>
          </a:solidFill>
          <a:ln w="19050">
            <a:solidFill>
              <a:schemeClr val="lt1"/>
            </a:solidFill>
          </a:ln>
          <a:effectLst/>
        </c:spPr>
      </c:pivotFmt>
      <c:pivotFmt>
        <c:idx val="745"/>
        <c:spPr>
          <a:solidFill>
            <a:schemeClr val="accent1"/>
          </a:solidFill>
          <a:ln w="19050">
            <a:solidFill>
              <a:schemeClr val="lt1"/>
            </a:solidFill>
          </a:ln>
          <a:effectLst/>
        </c:spPr>
      </c:pivotFmt>
      <c:pivotFmt>
        <c:idx val="746"/>
        <c:spPr>
          <a:solidFill>
            <a:schemeClr val="accent1"/>
          </a:solidFill>
          <a:ln w="19050">
            <a:solidFill>
              <a:schemeClr val="lt1"/>
            </a:solidFill>
          </a:ln>
          <a:effectLst/>
        </c:spPr>
      </c:pivotFmt>
      <c:pivotFmt>
        <c:idx val="747"/>
        <c:spPr>
          <a:solidFill>
            <a:schemeClr val="accent1"/>
          </a:solidFill>
          <a:ln w="19050">
            <a:solidFill>
              <a:schemeClr val="lt1"/>
            </a:solidFill>
          </a:ln>
          <a:effectLst/>
        </c:spPr>
      </c:pivotFmt>
      <c:pivotFmt>
        <c:idx val="748"/>
        <c:spPr>
          <a:solidFill>
            <a:schemeClr val="accent1"/>
          </a:solidFill>
          <a:ln w="19050">
            <a:solidFill>
              <a:schemeClr val="lt1"/>
            </a:solidFill>
          </a:ln>
          <a:effectLst/>
        </c:spPr>
      </c:pivotFmt>
      <c:pivotFmt>
        <c:idx val="749"/>
        <c:spPr>
          <a:solidFill>
            <a:schemeClr val="accent1"/>
          </a:solidFill>
          <a:ln w="19050">
            <a:solidFill>
              <a:schemeClr val="lt1"/>
            </a:solidFill>
          </a:ln>
          <a:effectLst/>
        </c:spPr>
      </c:pivotFmt>
      <c:pivotFmt>
        <c:idx val="750"/>
        <c:spPr>
          <a:solidFill>
            <a:schemeClr val="accent1"/>
          </a:solidFill>
          <a:ln w="19050">
            <a:solidFill>
              <a:schemeClr val="lt1"/>
            </a:solidFill>
          </a:ln>
          <a:effectLst/>
        </c:spPr>
      </c:pivotFmt>
      <c:pivotFmt>
        <c:idx val="751"/>
        <c:spPr>
          <a:solidFill>
            <a:schemeClr val="accent1"/>
          </a:solidFill>
          <a:ln w="19050">
            <a:solidFill>
              <a:schemeClr val="lt1"/>
            </a:solidFill>
          </a:ln>
          <a:effectLst/>
        </c:spPr>
      </c:pivotFmt>
      <c:pivotFmt>
        <c:idx val="752"/>
        <c:spPr>
          <a:solidFill>
            <a:schemeClr val="accent1"/>
          </a:solidFill>
          <a:ln w="19050">
            <a:solidFill>
              <a:schemeClr val="lt1"/>
            </a:solidFill>
          </a:ln>
          <a:effectLst/>
        </c:spPr>
      </c:pivotFmt>
      <c:pivotFmt>
        <c:idx val="753"/>
        <c:spPr>
          <a:solidFill>
            <a:schemeClr val="accent1"/>
          </a:solidFill>
          <a:ln w="19050">
            <a:solidFill>
              <a:schemeClr val="lt1"/>
            </a:solidFill>
          </a:ln>
          <a:effectLst/>
        </c:spPr>
      </c:pivotFmt>
      <c:pivotFmt>
        <c:idx val="754"/>
        <c:spPr>
          <a:solidFill>
            <a:schemeClr val="accent1"/>
          </a:solidFill>
          <a:ln w="19050">
            <a:solidFill>
              <a:schemeClr val="lt1"/>
            </a:solidFill>
          </a:ln>
          <a:effectLst/>
        </c:spPr>
      </c:pivotFmt>
      <c:pivotFmt>
        <c:idx val="755"/>
        <c:spPr>
          <a:solidFill>
            <a:schemeClr val="accent1"/>
          </a:solidFill>
          <a:ln w="19050">
            <a:solidFill>
              <a:schemeClr val="lt1"/>
            </a:solidFill>
          </a:ln>
          <a:effectLst/>
        </c:spPr>
      </c:pivotFmt>
      <c:pivotFmt>
        <c:idx val="756"/>
        <c:spPr>
          <a:solidFill>
            <a:schemeClr val="accent1"/>
          </a:solidFill>
          <a:ln w="19050">
            <a:solidFill>
              <a:schemeClr val="lt1"/>
            </a:solidFill>
          </a:ln>
          <a:effectLst/>
        </c:spPr>
      </c:pivotFmt>
      <c:pivotFmt>
        <c:idx val="757"/>
        <c:spPr>
          <a:solidFill>
            <a:schemeClr val="accent1"/>
          </a:solidFill>
          <a:ln w="19050">
            <a:solidFill>
              <a:schemeClr val="lt1"/>
            </a:solidFill>
          </a:ln>
          <a:effectLst/>
        </c:spPr>
      </c:pivotFmt>
      <c:pivotFmt>
        <c:idx val="758"/>
        <c:spPr>
          <a:solidFill>
            <a:schemeClr val="accent1"/>
          </a:solidFill>
          <a:ln w="19050">
            <a:solidFill>
              <a:schemeClr val="lt1"/>
            </a:solidFill>
          </a:ln>
          <a:effectLst/>
        </c:spPr>
      </c:pivotFmt>
      <c:pivotFmt>
        <c:idx val="759"/>
        <c:spPr>
          <a:solidFill>
            <a:schemeClr val="accent1"/>
          </a:solidFill>
          <a:ln w="19050">
            <a:solidFill>
              <a:schemeClr val="lt1"/>
            </a:solidFill>
          </a:ln>
          <a:effectLst/>
        </c:spPr>
      </c:pivotFmt>
      <c:pivotFmt>
        <c:idx val="760"/>
        <c:spPr>
          <a:solidFill>
            <a:schemeClr val="accent1"/>
          </a:solidFill>
          <a:ln w="19050">
            <a:solidFill>
              <a:schemeClr val="lt1"/>
            </a:solidFill>
          </a:ln>
          <a:effectLst/>
        </c:spPr>
      </c:pivotFmt>
      <c:pivotFmt>
        <c:idx val="761"/>
        <c:spPr>
          <a:solidFill>
            <a:schemeClr val="accent1"/>
          </a:solidFill>
          <a:ln w="19050">
            <a:solidFill>
              <a:schemeClr val="lt1"/>
            </a:solidFill>
          </a:ln>
          <a:effectLst/>
        </c:spPr>
      </c:pivotFmt>
      <c:pivotFmt>
        <c:idx val="762"/>
        <c:spPr>
          <a:solidFill>
            <a:schemeClr val="accent1"/>
          </a:solidFill>
          <a:ln w="19050">
            <a:solidFill>
              <a:schemeClr val="lt1"/>
            </a:solidFill>
          </a:ln>
          <a:effectLst/>
        </c:spPr>
      </c:pivotFmt>
      <c:pivotFmt>
        <c:idx val="763"/>
        <c:spPr>
          <a:solidFill>
            <a:schemeClr val="accent1"/>
          </a:solidFill>
          <a:ln w="19050">
            <a:solidFill>
              <a:schemeClr val="lt1"/>
            </a:solidFill>
          </a:ln>
          <a:effectLst/>
        </c:spPr>
      </c:pivotFmt>
      <c:pivotFmt>
        <c:idx val="764"/>
        <c:spPr>
          <a:solidFill>
            <a:schemeClr val="accent1"/>
          </a:solidFill>
          <a:ln w="19050">
            <a:solidFill>
              <a:schemeClr val="lt1"/>
            </a:solidFill>
          </a:ln>
          <a:effectLst/>
        </c:spPr>
      </c:pivotFmt>
      <c:pivotFmt>
        <c:idx val="765"/>
        <c:spPr>
          <a:solidFill>
            <a:schemeClr val="accent1"/>
          </a:solidFill>
          <a:ln w="19050">
            <a:solidFill>
              <a:schemeClr val="lt1"/>
            </a:solidFill>
          </a:ln>
          <a:effectLst/>
        </c:spPr>
      </c:pivotFmt>
      <c:pivotFmt>
        <c:idx val="766"/>
        <c:spPr>
          <a:solidFill>
            <a:schemeClr val="accent1"/>
          </a:solidFill>
          <a:ln w="19050">
            <a:solidFill>
              <a:schemeClr val="lt1"/>
            </a:solidFill>
          </a:ln>
          <a:effectLst/>
        </c:spPr>
      </c:pivotFmt>
      <c:pivotFmt>
        <c:idx val="767"/>
        <c:spPr>
          <a:solidFill>
            <a:schemeClr val="accent1"/>
          </a:solidFill>
          <a:ln w="19050">
            <a:solidFill>
              <a:schemeClr val="lt1"/>
            </a:solidFill>
          </a:ln>
          <a:effectLst/>
        </c:spPr>
      </c:pivotFmt>
      <c:pivotFmt>
        <c:idx val="768"/>
        <c:spPr>
          <a:solidFill>
            <a:schemeClr val="accent1"/>
          </a:solidFill>
          <a:ln w="19050">
            <a:solidFill>
              <a:schemeClr val="lt1"/>
            </a:solidFill>
          </a:ln>
          <a:effectLst/>
        </c:spPr>
      </c:pivotFmt>
      <c:pivotFmt>
        <c:idx val="769"/>
        <c:spPr>
          <a:solidFill>
            <a:schemeClr val="accent1"/>
          </a:solidFill>
          <a:ln w="19050">
            <a:solidFill>
              <a:schemeClr val="lt1"/>
            </a:solidFill>
          </a:ln>
          <a:effectLst/>
        </c:spPr>
      </c:pivotFmt>
      <c:pivotFmt>
        <c:idx val="770"/>
        <c:spPr>
          <a:solidFill>
            <a:schemeClr val="accent1"/>
          </a:solidFill>
          <a:ln w="19050">
            <a:solidFill>
              <a:schemeClr val="lt1"/>
            </a:solidFill>
          </a:ln>
          <a:effectLst/>
        </c:spPr>
      </c:pivotFmt>
      <c:pivotFmt>
        <c:idx val="771"/>
        <c:spPr>
          <a:solidFill>
            <a:schemeClr val="accent1"/>
          </a:solidFill>
          <a:ln w="19050">
            <a:solidFill>
              <a:schemeClr val="lt1"/>
            </a:solidFill>
          </a:ln>
          <a:effectLst/>
        </c:spPr>
      </c:pivotFmt>
      <c:pivotFmt>
        <c:idx val="772"/>
        <c:spPr>
          <a:solidFill>
            <a:schemeClr val="accent1"/>
          </a:solidFill>
          <a:ln w="19050">
            <a:solidFill>
              <a:schemeClr val="lt1"/>
            </a:solidFill>
          </a:ln>
          <a:effectLst/>
        </c:spPr>
      </c:pivotFmt>
      <c:pivotFmt>
        <c:idx val="773"/>
        <c:spPr>
          <a:solidFill>
            <a:schemeClr val="accent1"/>
          </a:solidFill>
          <a:ln w="19050">
            <a:solidFill>
              <a:schemeClr val="lt1"/>
            </a:solidFill>
          </a:ln>
          <a:effectLst/>
        </c:spPr>
      </c:pivotFmt>
      <c:pivotFmt>
        <c:idx val="774"/>
        <c:spPr>
          <a:solidFill>
            <a:schemeClr val="accent1"/>
          </a:solidFill>
          <a:ln w="19050">
            <a:solidFill>
              <a:schemeClr val="lt1"/>
            </a:solidFill>
          </a:ln>
          <a:effectLst/>
        </c:spPr>
      </c:pivotFmt>
      <c:pivotFmt>
        <c:idx val="775"/>
        <c:spPr>
          <a:solidFill>
            <a:schemeClr val="accent1"/>
          </a:solidFill>
          <a:ln w="19050">
            <a:solidFill>
              <a:schemeClr val="lt1"/>
            </a:solidFill>
          </a:ln>
          <a:effectLst/>
        </c:spPr>
      </c:pivotFmt>
      <c:pivotFmt>
        <c:idx val="776"/>
        <c:spPr>
          <a:solidFill>
            <a:schemeClr val="accent1"/>
          </a:solidFill>
          <a:ln w="19050">
            <a:solidFill>
              <a:schemeClr val="lt1"/>
            </a:solidFill>
          </a:ln>
          <a:effectLst/>
        </c:spPr>
      </c:pivotFmt>
      <c:pivotFmt>
        <c:idx val="777"/>
        <c:spPr>
          <a:solidFill>
            <a:schemeClr val="accent1"/>
          </a:solidFill>
          <a:ln w="19050">
            <a:solidFill>
              <a:schemeClr val="lt1"/>
            </a:solidFill>
          </a:ln>
          <a:effectLst/>
        </c:spPr>
      </c:pivotFmt>
      <c:pivotFmt>
        <c:idx val="778"/>
        <c:spPr>
          <a:solidFill>
            <a:schemeClr val="accent1"/>
          </a:solidFill>
          <a:ln w="19050">
            <a:solidFill>
              <a:schemeClr val="lt1"/>
            </a:solidFill>
          </a:ln>
          <a:effectLst/>
        </c:spPr>
      </c:pivotFmt>
      <c:pivotFmt>
        <c:idx val="779"/>
        <c:spPr>
          <a:solidFill>
            <a:schemeClr val="accent1"/>
          </a:solidFill>
          <a:ln w="19050">
            <a:solidFill>
              <a:schemeClr val="lt1"/>
            </a:solidFill>
          </a:ln>
          <a:effectLst/>
        </c:spPr>
      </c:pivotFmt>
      <c:pivotFmt>
        <c:idx val="780"/>
        <c:spPr>
          <a:solidFill>
            <a:schemeClr val="accent1"/>
          </a:solidFill>
          <a:ln w="19050">
            <a:solidFill>
              <a:schemeClr val="lt1"/>
            </a:solidFill>
          </a:ln>
          <a:effectLst/>
        </c:spPr>
      </c:pivotFmt>
      <c:pivotFmt>
        <c:idx val="781"/>
        <c:spPr>
          <a:solidFill>
            <a:schemeClr val="accent1"/>
          </a:solidFill>
          <a:ln w="19050">
            <a:solidFill>
              <a:schemeClr val="lt1"/>
            </a:solidFill>
          </a:ln>
          <a:effectLst/>
        </c:spPr>
      </c:pivotFmt>
      <c:pivotFmt>
        <c:idx val="782"/>
        <c:spPr>
          <a:solidFill>
            <a:schemeClr val="accent1"/>
          </a:solidFill>
          <a:ln w="19050">
            <a:solidFill>
              <a:schemeClr val="lt1"/>
            </a:solidFill>
          </a:ln>
          <a:effectLst/>
        </c:spPr>
      </c:pivotFmt>
      <c:pivotFmt>
        <c:idx val="78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84"/>
        <c:spPr>
          <a:solidFill>
            <a:schemeClr val="accent1"/>
          </a:solidFill>
          <a:ln w="19050">
            <a:solidFill>
              <a:schemeClr val="lt1"/>
            </a:solidFill>
          </a:ln>
          <a:effectLst/>
        </c:spPr>
      </c:pivotFmt>
      <c:pivotFmt>
        <c:idx val="785"/>
        <c:spPr>
          <a:solidFill>
            <a:schemeClr val="accent1"/>
          </a:solidFill>
          <a:ln w="19050">
            <a:solidFill>
              <a:schemeClr val="lt1"/>
            </a:solidFill>
          </a:ln>
          <a:effectLst/>
        </c:spPr>
      </c:pivotFmt>
      <c:pivotFmt>
        <c:idx val="786"/>
        <c:spPr>
          <a:solidFill>
            <a:schemeClr val="accent1"/>
          </a:solidFill>
          <a:ln w="19050">
            <a:solidFill>
              <a:schemeClr val="lt1"/>
            </a:solidFill>
          </a:ln>
          <a:effectLst/>
        </c:spPr>
      </c:pivotFmt>
      <c:pivotFmt>
        <c:idx val="787"/>
        <c:spPr>
          <a:solidFill>
            <a:schemeClr val="accent1"/>
          </a:solidFill>
          <a:ln w="19050">
            <a:solidFill>
              <a:schemeClr val="lt1"/>
            </a:solidFill>
          </a:ln>
          <a:effectLst/>
        </c:spPr>
      </c:pivotFmt>
      <c:pivotFmt>
        <c:idx val="788"/>
        <c:spPr>
          <a:solidFill>
            <a:schemeClr val="accent1"/>
          </a:solidFill>
          <a:ln w="19050">
            <a:solidFill>
              <a:schemeClr val="lt1"/>
            </a:solidFill>
          </a:ln>
          <a:effectLst/>
        </c:spPr>
      </c:pivotFmt>
      <c:pivotFmt>
        <c:idx val="789"/>
        <c:spPr>
          <a:solidFill>
            <a:schemeClr val="accent1"/>
          </a:solidFill>
          <a:ln w="19050">
            <a:solidFill>
              <a:schemeClr val="lt1"/>
            </a:solidFill>
          </a:ln>
          <a:effectLst/>
        </c:spPr>
      </c:pivotFmt>
      <c:pivotFmt>
        <c:idx val="790"/>
        <c:spPr>
          <a:solidFill>
            <a:schemeClr val="accent1"/>
          </a:solidFill>
          <a:ln w="19050">
            <a:solidFill>
              <a:schemeClr val="lt1"/>
            </a:solidFill>
          </a:ln>
          <a:effectLst/>
        </c:spPr>
      </c:pivotFmt>
      <c:pivotFmt>
        <c:idx val="791"/>
        <c:spPr>
          <a:solidFill>
            <a:schemeClr val="accent1"/>
          </a:solidFill>
          <a:ln w="19050">
            <a:solidFill>
              <a:schemeClr val="lt1"/>
            </a:solidFill>
          </a:ln>
          <a:effectLst/>
        </c:spPr>
      </c:pivotFmt>
      <c:pivotFmt>
        <c:idx val="792"/>
        <c:spPr>
          <a:solidFill>
            <a:schemeClr val="accent1"/>
          </a:solidFill>
          <a:ln w="19050">
            <a:solidFill>
              <a:schemeClr val="lt1"/>
            </a:solidFill>
          </a:ln>
          <a:effectLst/>
        </c:spPr>
      </c:pivotFmt>
      <c:pivotFmt>
        <c:idx val="793"/>
        <c:spPr>
          <a:solidFill>
            <a:schemeClr val="accent1"/>
          </a:solidFill>
          <a:ln w="19050">
            <a:solidFill>
              <a:schemeClr val="lt1"/>
            </a:solidFill>
          </a:ln>
          <a:effectLst/>
        </c:spPr>
      </c:pivotFmt>
      <c:pivotFmt>
        <c:idx val="794"/>
        <c:spPr>
          <a:solidFill>
            <a:schemeClr val="accent1"/>
          </a:solidFill>
          <a:ln w="19050">
            <a:solidFill>
              <a:schemeClr val="lt1"/>
            </a:solidFill>
          </a:ln>
          <a:effectLst/>
        </c:spPr>
      </c:pivotFmt>
      <c:pivotFmt>
        <c:idx val="795"/>
        <c:spPr>
          <a:solidFill>
            <a:schemeClr val="accent1"/>
          </a:solidFill>
          <a:ln w="19050">
            <a:solidFill>
              <a:schemeClr val="lt1"/>
            </a:solidFill>
          </a:ln>
          <a:effectLst/>
        </c:spPr>
      </c:pivotFmt>
      <c:pivotFmt>
        <c:idx val="796"/>
        <c:spPr>
          <a:solidFill>
            <a:schemeClr val="accent1"/>
          </a:solidFill>
          <a:ln w="19050">
            <a:solidFill>
              <a:schemeClr val="lt1"/>
            </a:solidFill>
          </a:ln>
          <a:effectLst/>
        </c:spPr>
      </c:pivotFmt>
      <c:pivotFmt>
        <c:idx val="797"/>
        <c:spPr>
          <a:solidFill>
            <a:schemeClr val="accent1"/>
          </a:solidFill>
          <a:ln w="19050">
            <a:solidFill>
              <a:schemeClr val="lt1"/>
            </a:solidFill>
          </a:ln>
          <a:effectLst/>
        </c:spPr>
      </c:pivotFmt>
      <c:pivotFmt>
        <c:idx val="798"/>
        <c:spPr>
          <a:solidFill>
            <a:schemeClr val="accent1"/>
          </a:solidFill>
          <a:ln w="19050">
            <a:solidFill>
              <a:schemeClr val="lt1"/>
            </a:solidFill>
          </a:ln>
          <a:effectLst/>
        </c:spPr>
      </c:pivotFmt>
      <c:pivotFmt>
        <c:idx val="799"/>
        <c:spPr>
          <a:solidFill>
            <a:schemeClr val="accent1"/>
          </a:solidFill>
          <a:ln w="19050">
            <a:solidFill>
              <a:schemeClr val="lt1"/>
            </a:solidFill>
          </a:ln>
          <a:effectLst/>
        </c:spPr>
      </c:pivotFmt>
      <c:pivotFmt>
        <c:idx val="800"/>
        <c:spPr>
          <a:solidFill>
            <a:schemeClr val="accent1"/>
          </a:solidFill>
          <a:ln w="19050">
            <a:solidFill>
              <a:schemeClr val="lt1"/>
            </a:solidFill>
          </a:ln>
          <a:effectLst/>
        </c:spPr>
      </c:pivotFmt>
      <c:pivotFmt>
        <c:idx val="801"/>
        <c:spPr>
          <a:solidFill>
            <a:schemeClr val="accent1"/>
          </a:solidFill>
          <a:ln w="19050">
            <a:solidFill>
              <a:schemeClr val="lt1"/>
            </a:solidFill>
          </a:ln>
          <a:effectLst/>
        </c:spPr>
      </c:pivotFmt>
      <c:pivotFmt>
        <c:idx val="802"/>
        <c:spPr>
          <a:solidFill>
            <a:schemeClr val="accent1"/>
          </a:solidFill>
          <a:ln w="19050">
            <a:solidFill>
              <a:schemeClr val="lt1"/>
            </a:solidFill>
          </a:ln>
          <a:effectLst/>
        </c:spPr>
      </c:pivotFmt>
      <c:pivotFmt>
        <c:idx val="803"/>
        <c:spPr>
          <a:solidFill>
            <a:schemeClr val="accent1"/>
          </a:solidFill>
          <a:ln w="19050">
            <a:solidFill>
              <a:schemeClr val="lt1"/>
            </a:solidFill>
          </a:ln>
          <a:effectLst/>
        </c:spPr>
      </c:pivotFmt>
      <c:pivotFmt>
        <c:idx val="804"/>
        <c:spPr>
          <a:solidFill>
            <a:schemeClr val="accent1"/>
          </a:solidFill>
          <a:ln w="19050">
            <a:solidFill>
              <a:schemeClr val="lt1"/>
            </a:solidFill>
          </a:ln>
          <a:effectLst/>
        </c:spPr>
      </c:pivotFmt>
      <c:pivotFmt>
        <c:idx val="805"/>
        <c:spPr>
          <a:solidFill>
            <a:schemeClr val="accent1"/>
          </a:solidFill>
          <a:ln w="19050">
            <a:solidFill>
              <a:schemeClr val="lt1"/>
            </a:solidFill>
          </a:ln>
          <a:effectLst/>
        </c:spPr>
      </c:pivotFmt>
      <c:pivotFmt>
        <c:idx val="806"/>
        <c:spPr>
          <a:solidFill>
            <a:schemeClr val="accent1"/>
          </a:solidFill>
          <a:ln w="19050">
            <a:solidFill>
              <a:schemeClr val="lt1"/>
            </a:solidFill>
          </a:ln>
          <a:effectLst/>
        </c:spPr>
      </c:pivotFmt>
      <c:pivotFmt>
        <c:idx val="807"/>
        <c:spPr>
          <a:solidFill>
            <a:schemeClr val="accent1"/>
          </a:solidFill>
          <a:ln w="19050">
            <a:solidFill>
              <a:schemeClr val="lt1"/>
            </a:solidFill>
          </a:ln>
          <a:effectLst/>
        </c:spPr>
      </c:pivotFmt>
      <c:pivotFmt>
        <c:idx val="808"/>
        <c:spPr>
          <a:solidFill>
            <a:schemeClr val="accent1"/>
          </a:solidFill>
          <a:ln w="19050">
            <a:solidFill>
              <a:schemeClr val="lt1"/>
            </a:solidFill>
          </a:ln>
          <a:effectLst/>
        </c:spPr>
      </c:pivotFmt>
      <c:pivotFmt>
        <c:idx val="809"/>
        <c:spPr>
          <a:solidFill>
            <a:schemeClr val="accent1"/>
          </a:solidFill>
          <a:ln w="19050">
            <a:solidFill>
              <a:schemeClr val="lt1"/>
            </a:solidFill>
          </a:ln>
          <a:effectLst/>
        </c:spPr>
      </c:pivotFmt>
      <c:pivotFmt>
        <c:idx val="810"/>
        <c:spPr>
          <a:solidFill>
            <a:schemeClr val="accent1"/>
          </a:solidFill>
          <a:ln w="19050">
            <a:solidFill>
              <a:schemeClr val="lt1"/>
            </a:solidFill>
          </a:ln>
          <a:effectLst/>
        </c:spPr>
      </c:pivotFmt>
      <c:pivotFmt>
        <c:idx val="811"/>
        <c:spPr>
          <a:solidFill>
            <a:schemeClr val="accent1"/>
          </a:solidFill>
          <a:ln w="19050">
            <a:solidFill>
              <a:schemeClr val="lt1"/>
            </a:solidFill>
          </a:ln>
          <a:effectLst/>
        </c:spPr>
      </c:pivotFmt>
      <c:pivotFmt>
        <c:idx val="812"/>
        <c:spPr>
          <a:solidFill>
            <a:schemeClr val="accent1"/>
          </a:solidFill>
          <a:ln w="19050">
            <a:solidFill>
              <a:schemeClr val="lt1"/>
            </a:solidFill>
          </a:ln>
          <a:effectLst/>
        </c:spPr>
      </c:pivotFmt>
      <c:pivotFmt>
        <c:idx val="813"/>
        <c:spPr>
          <a:solidFill>
            <a:schemeClr val="accent1"/>
          </a:solidFill>
          <a:ln w="19050">
            <a:solidFill>
              <a:schemeClr val="lt1"/>
            </a:solidFill>
          </a:ln>
          <a:effectLst/>
        </c:spPr>
      </c:pivotFmt>
      <c:pivotFmt>
        <c:idx val="814"/>
        <c:spPr>
          <a:solidFill>
            <a:schemeClr val="accent1"/>
          </a:solidFill>
          <a:ln w="19050">
            <a:solidFill>
              <a:schemeClr val="lt1"/>
            </a:solidFill>
          </a:ln>
          <a:effectLst/>
        </c:spPr>
      </c:pivotFmt>
      <c:pivotFmt>
        <c:idx val="815"/>
        <c:spPr>
          <a:solidFill>
            <a:schemeClr val="accent1"/>
          </a:solidFill>
          <a:ln w="19050">
            <a:solidFill>
              <a:schemeClr val="lt1"/>
            </a:solidFill>
          </a:ln>
          <a:effectLst/>
        </c:spPr>
      </c:pivotFmt>
      <c:pivotFmt>
        <c:idx val="816"/>
        <c:spPr>
          <a:solidFill>
            <a:schemeClr val="accent1"/>
          </a:solidFill>
          <a:ln w="19050">
            <a:solidFill>
              <a:schemeClr val="lt1"/>
            </a:solidFill>
          </a:ln>
          <a:effectLst/>
        </c:spPr>
      </c:pivotFmt>
      <c:pivotFmt>
        <c:idx val="817"/>
        <c:spPr>
          <a:solidFill>
            <a:schemeClr val="accent1"/>
          </a:solidFill>
          <a:ln w="19050">
            <a:solidFill>
              <a:schemeClr val="lt1"/>
            </a:solidFill>
          </a:ln>
          <a:effectLst/>
        </c:spPr>
      </c:pivotFmt>
      <c:pivotFmt>
        <c:idx val="818"/>
        <c:spPr>
          <a:solidFill>
            <a:schemeClr val="accent1"/>
          </a:solidFill>
          <a:ln w="19050">
            <a:solidFill>
              <a:schemeClr val="lt1"/>
            </a:solidFill>
          </a:ln>
          <a:effectLst/>
        </c:spPr>
      </c:pivotFmt>
      <c:pivotFmt>
        <c:idx val="819"/>
        <c:spPr>
          <a:solidFill>
            <a:schemeClr val="accent1"/>
          </a:solidFill>
          <a:ln w="19050">
            <a:solidFill>
              <a:schemeClr val="lt1"/>
            </a:solidFill>
          </a:ln>
          <a:effectLst/>
        </c:spPr>
      </c:pivotFmt>
      <c:pivotFmt>
        <c:idx val="820"/>
        <c:spPr>
          <a:solidFill>
            <a:schemeClr val="accent1"/>
          </a:solidFill>
          <a:ln w="19050">
            <a:solidFill>
              <a:schemeClr val="lt1"/>
            </a:solidFill>
          </a:ln>
          <a:effectLst/>
        </c:spPr>
      </c:pivotFmt>
      <c:pivotFmt>
        <c:idx val="821"/>
        <c:spPr>
          <a:solidFill>
            <a:schemeClr val="accent1"/>
          </a:solidFill>
          <a:ln w="19050">
            <a:solidFill>
              <a:schemeClr val="lt1"/>
            </a:solidFill>
          </a:ln>
          <a:effectLst/>
        </c:spPr>
      </c:pivotFmt>
      <c:pivotFmt>
        <c:idx val="822"/>
        <c:spPr>
          <a:solidFill>
            <a:schemeClr val="accent1"/>
          </a:solidFill>
          <a:ln w="19050">
            <a:solidFill>
              <a:schemeClr val="lt1"/>
            </a:solidFill>
          </a:ln>
          <a:effectLst/>
        </c:spPr>
      </c:pivotFmt>
      <c:pivotFmt>
        <c:idx val="823"/>
        <c:spPr>
          <a:solidFill>
            <a:schemeClr val="accent1"/>
          </a:solidFill>
          <a:ln w="19050">
            <a:solidFill>
              <a:schemeClr val="lt1"/>
            </a:solidFill>
          </a:ln>
          <a:effectLst/>
        </c:spPr>
      </c:pivotFmt>
      <c:pivotFmt>
        <c:idx val="824"/>
        <c:spPr>
          <a:solidFill>
            <a:schemeClr val="accent1"/>
          </a:solidFill>
          <a:ln w="19050">
            <a:solidFill>
              <a:schemeClr val="lt1"/>
            </a:solidFill>
          </a:ln>
          <a:effectLst/>
        </c:spPr>
      </c:pivotFmt>
      <c:pivotFmt>
        <c:idx val="825"/>
        <c:spPr>
          <a:solidFill>
            <a:schemeClr val="accent1"/>
          </a:solidFill>
          <a:ln w="19050">
            <a:solidFill>
              <a:schemeClr val="lt1"/>
            </a:solidFill>
          </a:ln>
          <a:effectLst/>
        </c:spPr>
      </c:pivotFmt>
      <c:pivotFmt>
        <c:idx val="826"/>
        <c:spPr>
          <a:solidFill>
            <a:schemeClr val="accent1"/>
          </a:solidFill>
          <a:ln w="19050">
            <a:solidFill>
              <a:schemeClr val="lt1"/>
            </a:solidFill>
          </a:ln>
          <a:effectLst/>
        </c:spPr>
      </c:pivotFmt>
      <c:pivotFmt>
        <c:idx val="827"/>
        <c:spPr>
          <a:solidFill>
            <a:schemeClr val="accent1"/>
          </a:solidFill>
          <a:ln w="19050">
            <a:solidFill>
              <a:schemeClr val="lt1"/>
            </a:solidFill>
          </a:ln>
          <a:effectLst/>
        </c:spPr>
      </c:pivotFmt>
      <c:pivotFmt>
        <c:idx val="828"/>
        <c:spPr>
          <a:solidFill>
            <a:schemeClr val="accent1"/>
          </a:solidFill>
          <a:ln w="19050">
            <a:solidFill>
              <a:schemeClr val="lt1"/>
            </a:solidFill>
          </a:ln>
          <a:effectLst/>
        </c:spPr>
      </c:pivotFmt>
      <c:pivotFmt>
        <c:idx val="829"/>
        <c:spPr>
          <a:solidFill>
            <a:schemeClr val="accent1"/>
          </a:solidFill>
          <a:ln w="19050">
            <a:solidFill>
              <a:schemeClr val="lt1"/>
            </a:solidFill>
          </a:ln>
          <a:effectLst/>
        </c:spPr>
      </c:pivotFmt>
      <c:pivotFmt>
        <c:idx val="830"/>
        <c:spPr>
          <a:solidFill>
            <a:schemeClr val="accent1"/>
          </a:solidFill>
          <a:ln w="19050">
            <a:solidFill>
              <a:schemeClr val="lt1"/>
            </a:solidFill>
          </a:ln>
          <a:effectLst/>
        </c:spPr>
      </c:pivotFmt>
      <c:pivotFmt>
        <c:idx val="831"/>
        <c:spPr>
          <a:solidFill>
            <a:schemeClr val="accent1"/>
          </a:solidFill>
          <a:ln w="19050">
            <a:solidFill>
              <a:schemeClr val="lt1"/>
            </a:solidFill>
          </a:ln>
          <a:effectLst/>
        </c:spPr>
      </c:pivotFmt>
      <c:pivotFmt>
        <c:idx val="832"/>
        <c:spPr>
          <a:solidFill>
            <a:schemeClr val="accent1"/>
          </a:solidFill>
          <a:ln w="19050">
            <a:solidFill>
              <a:schemeClr val="lt1"/>
            </a:solidFill>
          </a:ln>
          <a:effectLst/>
        </c:spPr>
      </c:pivotFmt>
      <c:pivotFmt>
        <c:idx val="833"/>
        <c:spPr>
          <a:solidFill>
            <a:schemeClr val="accent1"/>
          </a:solidFill>
          <a:ln w="19050">
            <a:solidFill>
              <a:schemeClr val="lt1"/>
            </a:solidFill>
          </a:ln>
          <a:effectLst/>
        </c:spPr>
      </c:pivotFmt>
      <c:pivotFmt>
        <c:idx val="834"/>
        <c:spPr>
          <a:solidFill>
            <a:schemeClr val="accent1"/>
          </a:solidFill>
          <a:ln w="19050">
            <a:solidFill>
              <a:schemeClr val="lt1"/>
            </a:solidFill>
          </a:ln>
          <a:effectLst/>
        </c:spPr>
      </c:pivotFmt>
      <c:pivotFmt>
        <c:idx val="835"/>
        <c:spPr>
          <a:solidFill>
            <a:schemeClr val="accent1"/>
          </a:solidFill>
          <a:ln w="19050">
            <a:solidFill>
              <a:schemeClr val="lt1"/>
            </a:solidFill>
          </a:ln>
          <a:effectLst/>
        </c:spPr>
      </c:pivotFmt>
      <c:pivotFmt>
        <c:idx val="836"/>
        <c:spPr>
          <a:solidFill>
            <a:schemeClr val="accent1"/>
          </a:solidFill>
          <a:ln w="19050">
            <a:solidFill>
              <a:schemeClr val="lt1"/>
            </a:solidFill>
          </a:ln>
          <a:effectLst/>
        </c:spPr>
      </c:pivotFmt>
      <c:pivotFmt>
        <c:idx val="837"/>
        <c:spPr>
          <a:solidFill>
            <a:schemeClr val="accent1"/>
          </a:solidFill>
          <a:ln w="19050">
            <a:solidFill>
              <a:schemeClr val="lt1"/>
            </a:solidFill>
          </a:ln>
          <a:effectLst/>
        </c:spPr>
      </c:pivotFmt>
      <c:pivotFmt>
        <c:idx val="838"/>
        <c:spPr>
          <a:solidFill>
            <a:schemeClr val="accent1"/>
          </a:solidFill>
          <a:ln w="19050">
            <a:solidFill>
              <a:schemeClr val="lt1"/>
            </a:solidFill>
          </a:ln>
          <a:effectLst/>
        </c:spPr>
      </c:pivotFmt>
      <c:pivotFmt>
        <c:idx val="839"/>
        <c:spPr>
          <a:solidFill>
            <a:schemeClr val="accent1"/>
          </a:solidFill>
          <a:ln w="19050">
            <a:solidFill>
              <a:schemeClr val="lt1"/>
            </a:solidFill>
          </a:ln>
          <a:effectLst/>
        </c:spPr>
      </c:pivotFmt>
      <c:pivotFmt>
        <c:idx val="840"/>
        <c:spPr>
          <a:solidFill>
            <a:schemeClr val="accent1"/>
          </a:solidFill>
          <a:ln w="19050">
            <a:solidFill>
              <a:schemeClr val="lt1"/>
            </a:solidFill>
          </a:ln>
          <a:effectLst/>
        </c:spPr>
      </c:pivotFmt>
      <c:pivotFmt>
        <c:idx val="841"/>
        <c:spPr>
          <a:solidFill>
            <a:schemeClr val="accent1"/>
          </a:solidFill>
          <a:ln w="19050">
            <a:solidFill>
              <a:schemeClr val="lt1"/>
            </a:solidFill>
          </a:ln>
          <a:effectLst/>
        </c:spPr>
      </c:pivotFmt>
      <c:pivotFmt>
        <c:idx val="842"/>
        <c:spPr>
          <a:solidFill>
            <a:schemeClr val="accent1"/>
          </a:solidFill>
          <a:ln w="19050">
            <a:solidFill>
              <a:schemeClr val="lt1"/>
            </a:solidFill>
          </a:ln>
          <a:effectLst/>
        </c:spPr>
      </c:pivotFmt>
      <c:pivotFmt>
        <c:idx val="843"/>
        <c:spPr>
          <a:solidFill>
            <a:schemeClr val="accent1"/>
          </a:solidFill>
          <a:ln w="19050">
            <a:solidFill>
              <a:schemeClr val="lt1"/>
            </a:solidFill>
          </a:ln>
          <a:effectLst/>
        </c:spPr>
      </c:pivotFmt>
      <c:pivotFmt>
        <c:idx val="844"/>
        <c:spPr>
          <a:solidFill>
            <a:schemeClr val="accent1"/>
          </a:solidFill>
          <a:ln w="19050">
            <a:solidFill>
              <a:schemeClr val="lt1"/>
            </a:solidFill>
          </a:ln>
          <a:effectLst/>
        </c:spPr>
      </c:pivotFmt>
      <c:pivotFmt>
        <c:idx val="845"/>
        <c:spPr>
          <a:solidFill>
            <a:schemeClr val="accent1"/>
          </a:solidFill>
          <a:ln w="19050">
            <a:solidFill>
              <a:schemeClr val="lt1"/>
            </a:solidFill>
          </a:ln>
          <a:effectLst/>
        </c:spPr>
      </c:pivotFmt>
      <c:pivotFmt>
        <c:idx val="846"/>
        <c:spPr>
          <a:solidFill>
            <a:schemeClr val="accent1"/>
          </a:solidFill>
          <a:ln w="19050">
            <a:solidFill>
              <a:schemeClr val="lt1"/>
            </a:solidFill>
          </a:ln>
          <a:effectLst/>
        </c:spPr>
      </c:pivotFmt>
      <c:pivotFmt>
        <c:idx val="847"/>
        <c:spPr>
          <a:solidFill>
            <a:schemeClr val="accent1"/>
          </a:solidFill>
          <a:ln w="19050">
            <a:solidFill>
              <a:schemeClr val="lt1"/>
            </a:solidFill>
          </a:ln>
          <a:effectLst/>
        </c:spPr>
      </c:pivotFmt>
      <c:pivotFmt>
        <c:idx val="848"/>
        <c:spPr>
          <a:solidFill>
            <a:schemeClr val="accent1"/>
          </a:solidFill>
          <a:ln w="19050">
            <a:solidFill>
              <a:schemeClr val="lt1"/>
            </a:solidFill>
          </a:ln>
          <a:effectLst/>
        </c:spPr>
      </c:pivotFmt>
      <c:pivotFmt>
        <c:idx val="849"/>
        <c:spPr>
          <a:solidFill>
            <a:schemeClr val="accent1"/>
          </a:solidFill>
          <a:ln w="19050">
            <a:solidFill>
              <a:schemeClr val="lt1"/>
            </a:solidFill>
          </a:ln>
          <a:effectLst/>
        </c:spPr>
      </c:pivotFmt>
      <c:pivotFmt>
        <c:idx val="850"/>
        <c:spPr>
          <a:solidFill>
            <a:schemeClr val="accent1"/>
          </a:solidFill>
          <a:ln w="19050">
            <a:solidFill>
              <a:schemeClr val="lt1"/>
            </a:solidFill>
          </a:ln>
          <a:effectLst/>
        </c:spPr>
      </c:pivotFmt>
    </c:pivotFmts>
    <c:plotArea>
      <c:layout/>
      <c:pieChart>
        <c:varyColors val="1"/>
        <c:ser>
          <c:idx val="0"/>
          <c:order val="0"/>
          <c:tx>
            <c:strRef>
              <c:f>'Bowler_Extra _runs'!$B$3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E4B-41C1-95DE-C948A4DD421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E4B-41C1-95DE-C948A4DD421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E4B-41C1-95DE-C948A4DD421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FE4B-41C1-95DE-C948A4DD421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FE4B-41C1-95DE-C948A4DD421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FE4B-41C1-95DE-C948A4DD421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FE4B-41C1-95DE-C948A4DD421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FE4B-41C1-95DE-C948A4DD421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FE4B-41C1-95DE-C948A4DD4219}"/>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FE4B-41C1-95DE-C948A4DD4219}"/>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FE4B-41C1-95DE-C948A4DD4219}"/>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FE4B-41C1-95DE-C948A4DD4219}"/>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FE4B-41C1-95DE-C948A4DD4219}"/>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FE4B-41C1-95DE-C948A4DD4219}"/>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FE4B-41C1-95DE-C948A4DD4219}"/>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FE4B-41C1-95DE-C948A4DD4219}"/>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FE4B-41C1-95DE-C948A4DD4219}"/>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FE4B-41C1-95DE-C948A4DD4219}"/>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FE4B-41C1-95DE-C948A4DD4219}"/>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FE4B-41C1-95DE-C948A4DD4219}"/>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FE4B-41C1-95DE-C948A4DD4219}"/>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FE4B-41C1-95DE-C948A4DD4219}"/>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2D-FE4B-41C1-95DE-C948A4DD4219}"/>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2F-FE4B-41C1-95DE-C948A4DD4219}"/>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31-FE4B-41C1-95DE-C948A4DD4219}"/>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33-FE4B-41C1-95DE-C948A4DD4219}"/>
              </c:ext>
            </c:extLst>
          </c:dPt>
          <c:dPt>
            <c:idx val="26"/>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35-FE4B-41C1-95DE-C948A4DD4219}"/>
              </c:ext>
            </c:extLst>
          </c:dPt>
          <c:dPt>
            <c:idx val="27"/>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37-FE4B-41C1-95DE-C948A4DD4219}"/>
              </c:ext>
            </c:extLst>
          </c:dPt>
          <c:dPt>
            <c:idx val="28"/>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39-FE4B-41C1-95DE-C948A4DD4219}"/>
              </c:ext>
            </c:extLst>
          </c:dPt>
          <c:dPt>
            <c:idx val="29"/>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3B-FE4B-41C1-95DE-C948A4DD4219}"/>
              </c:ext>
            </c:extLst>
          </c:dPt>
          <c:dPt>
            <c:idx val="3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3D-FE4B-41C1-95DE-C948A4DD4219}"/>
              </c:ext>
            </c:extLst>
          </c:dPt>
          <c:dPt>
            <c:idx val="3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3F-FE4B-41C1-95DE-C948A4DD4219}"/>
              </c:ext>
            </c:extLst>
          </c:dPt>
          <c:dPt>
            <c:idx val="32"/>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41-FE4B-41C1-95DE-C948A4DD4219}"/>
              </c:ext>
            </c:extLst>
          </c:dPt>
          <c:dPt>
            <c:idx val="33"/>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43-FE4B-41C1-95DE-C948A4DD4219}"/>
              </c:ext>
            </c:extLst>
          </c:dPt>
          <c:dPt>
            <c:idx val="34"/>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45-FE4B-41C1-95DE-C948A4DD4219}"/>
              </c:ext>
            </c:extLst>
          </c:dPt>
          <c:dPt>
            <c:idx val="35"/>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47-FE4B-41C1-95DE-C948A4DD4219}"/>
              </c:ext>
            </c:extLst>
          </c:dPt>
          <c:dPt>
            <c:idx val="36"/>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49-FE4B-41C1-95DE-C948A4DD4219}"/>
              </c:ext>
            </c:extLst>
          </c:dPt>
          <c:dPt>
            <c:idx val="37"/>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4B-FE4B-41C1-95DE-C948A4DD4219}"/>
              </c:ext>
            </c:extLst>
          </c:dPt>
          <c:dPt>
            <c:idx val="38"/>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4D-FE4B-41C1-95DE-C948A4DD4219}"/>
              </c:ext>
            </c:extLst>
          </c:dPt>
          <c:dPt>
            <c:idx val="39"/>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4F-FE4B-41C1-95DE-C948A4DD4219}"/>
              </c:ext>
            </c:extLst>
          </c:dPt>
          <c:dPt>
            <c:idx val="40"/>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51-FE4B-41C1-95DE-C948A4DD4219}"/>
              </c:ext>
            </c:extLst>
          </c:dPt>
          <c:dPt>
            <c:idx val="41"/>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53-FE4B-41C1-95DE-C948A4DD4219}"/>
              </c:ext>
            </c:extLst>
          </c:dPt>
          <c:dPt>
            <c:idx val="42"/>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55-FE4B-41C1-95DE-C948A4DD4219}"/>
              </c:ext>
            </c:extLst>
          </c:dPt>
          <c:dPt>
            <c:idx val="43"/>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57-FE4B-41C1-95DE-C948A4DD4219}"/>
              </c:ext>
            </c:extLst>
          </c:dPt>
          <c:dPt>
            <c:idx val="44"/>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59-FE4B-41C1-95DE-C948A4DD4219}"/>
              </c:ext>
            </c:extLst>
          </c:dPt>
          <c:dPt>
            <c:idx val="45"/>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5B-FE4B-41C1-95DE-C948A4DD4219}"/>
              </c:ext>
            </c:extLst>
          </c:dPt>
          <c:dPt>
            <c:idx val="46"/>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5D-FE4B-41C1-95DE-C948A4DD4219}"/>
              </c:ext>
            </c:extLst>
          </c:dPt>
          <c:dPt>
            <c:idx val="47"/>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5F-FE4B-41C1-95DE-C948A4DD4219}"/>
              </c:ext>
            </c:extLst>
          </c:dPt>
          <c:dPt>
            <c:idx val="48"/>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61-FE4B-41C1-95DE-C948A4DD4219}"/>
              </c:ext>
            </c:extLst>
          </c:dPt>
          <c:dPt>
            <c:idx val="49"/>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63-FE4B-41C1-95DE-C948A4DD4219}"/>
              </c:ext>
            </c:extLst>
          </c:dPt>
          <c:dPt>
            <c:idx val="50"/>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65-FE4B-41C1-95DE-C948A4DD4219}"/>
              </c:ext>
            </c:extLst>
          </c:dPt>
          <c:dPt>
            <c:idx val="51"/>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67-FE4B-41C1-95DE-C948A4DD4219}"/>
              </c:ext>
            </c:extLst>
          </c:dPt>
          <c:dPt>
            <c:idx val="5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69-FE4B-41C1-95DE-C948A4DD4219}"/>
              </c:ext>
            </c:extLst>
          </c:dPt>
          <c:dPt>
            <c:idx val="53"/>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06B-FE4B-41C1-95DE-C948A4DD4219}"/>
              </c:ext>
            </c:extLst>
          </c:dPt>
          <c:dPt>
            <c:idx val="54"/>
            <c:bubble3D val="0"/>
            <c:spPr>
              <a:solidFill>
                <a:schemeClr val="accent1"/>
              </a:solidFill>
              <a:ln w="19050">
                <a:solidFill>
                  <a:schemeClr val="lt1"/>
                </a:solidFill>
              </a:ln>
              <a:effectLst/>
            </c:spPr>
            <c:extLst>
              <c:ext xmlns:c16="http://schemas.microsoft.com/office/drawing/2014/chart" uri="{C3380CC4-5D6E-409C-BE32-E72D297353CC}">
                <c16:uniqueId val="{0000006D-FE4B-41C1-95DE-C948A4DD4219}"/>
              </c:ext>
            </c:extLst>
          </c:dPt>
          <c:dPt>
            <c:idx val="55"/>
            <c:bubble3D val="0"/>
            <c:spPr>
              <a:solidFill>
                <a:schemeClr val="accent2"/>
              </a:solidFill>
              <a:ln w="19050">
                <a:solidFill>
                  <a:schemeClr val="lt1"/>
                </a:solidFill>
              </a:ln>
              <a:effectLst/>
            </c:spPr>
            <c:extLst>
              <c:ext xmlns:c16="http://schemas.microsoft.com/office/drawing/2014/chart" uri="{C3380CC4-5D6E-409C-BE32-E72D297353CC}">
                <c16:uniqueId val="{0000006F-FE4B-41C1-95DE-C948A4DD4219}"/>
              </c:ext>
            </c:extLst>
          </c:dPt>
          <c:dPt>
            <c:idx val="56"/>
            <c:bubble3D val="0"/>
            <c:spPr>
              <a:solidFill>
                <a:schemeClr val="accent3"/>
              </a:solidFill>
              <a:ln w="19050">
                <a:solidFill>
                  <a:schemeClr val="lt1"/>
                </a:solidFill>
              </a:ln>
              <a:effectLst/>
            </c:spPr>
            <c:extLst>
              <c:ext xmlns:c16="http://schemas.microsoft.com/office/drawing/2014/chart" uri="{C3380CC4-5D6E-409C-BE32-E72D297353CC}">
                <c16:uniqueId val="{00000071-FE4B-41C1-95DE-C948A4DD4219}"/>
              </c:ext>
            </c:extLst>
          </c:dPt>
          <c:dPt>
            <c:idx val="57"/>
            <c:bubble3D val="0"/>
            <c:spPr>
              <a:solidFill>
                <a:schemeClr val="accent4"/>
              </a:solidFill>
              <a:ln w="19050">
                <a:solidFill>
                  <a:schemeClr val="lt1"/>
                </a:solidFill>
              </a:ln>
              <a:effectLst/>
            </c:spPr>
            <c:extLst>
              <c:ext xmlns:c16="http://schemas.microsoft.com/office/drawing/2014/chart" uri="{C3380CC4-5D6E-409C-BE32-E72D297353CC}">
                <c16:uniqueId val="{00000073-FE4B-41C1-95DE-C948A4DD4219}"/>
              </c:ext>
            </c:extLst>
          </c:dPt>
          <c:dPt>
            <c:idx val="58"/>
            <c:bubble3D val="0"/>
            <c:spPr>
              <a:solidFill>
                <a:schemeClr val="accent5"/>
              </a:solidFill>
              <a:ln w="19050">
                <a:solidFill>
                  <a:schemeClr val="lt1"/>
                </a:solidFill>
              </a:ln>
              <a:effectLst/>
            </c:spPr>
            <c:extLst>
              <c:ext xmlns:c16="http://schemas.microsoft.com/office/drawing/2014/chart" uri="{C3380CC4-5D6E-409C-BE32-E72D297353CC}">
                <c16:uniqueId val="{00000075-FE4B-41C1-95DE-C948A4DD4219}"/>
              </c:ext>
            </c:extLst>
          </c:dPt>
          <c:dPt>
            <c:idx val="59"/>
            <c:bubble3D val="0"/>
            <c:spPr>
              <a:solidFill>
                <a:schemeClr val="accent6"/>
              </a:solidFill>
              <a:ln w="19050">
                <a:solidFill>
                  <a:schemeClr val="lt1"/>
                </a:solidFill>
              </a:ln>
              <a:effectLst/>
            </c:spPr>
            <c:extLst>
              <c:ext xmlns:c16="http://schemas.microsoft.com/office/drawing/2014/chart" uri="{C3380CC4-5D6E-409C-BE32-E72D297353CC}">
                <c16:uniqueId val="{00000077-FE4B-41C1-95DE-C948A4DD4219}"/>
              </c:ext>
            </c:extLst>
          </c:dPt>
          <c:dPt>
            <c:idx val="6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79-FE4B-41C1-95DE-C948A4DD4219}"/>
              </c:ext>
            </c:extLst>
          </c:dPt>
          <c:dPt>
            <c:idx val="61"/>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7B-FE4B-41C1-95DE-C948A4DD4219}"/>
              </c:ext>
            </c:extLst>
          </c:dPt>
          <c:dPt>
            <c:idx val="62"/>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7D-FE4B-41C1-95DE-C948A4DD4219}"/>
              </c:ext>
            </c:extLst>
          </c:dPt>
          <c:dPt>
            <c:idx val="63"/>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7F-FE4B-41C1-95DE-C948A4DD4219}"/>
              </c:ext>
            </c:extLst>
          </c:dPt>
          <c:dPt>
            <c:idx val="6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81-FE4B-41C1-95DE-C948A4DD4219}"/>
              </c:ext>
            </c:extLst>
          </c:dPt>
          <c:dPt>
            <c:idx val="65"/>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83-FE4B-41C1-95DE-C948A4DD4219}"/>
              </c:ext>
            </c:extLst>
          </c:dPt>
          <c:dPt>
            <c:idx val="6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85-FE4B-41C1-95DE-C948A4DD4219}"/>
              </c:ext>
            </c:extLst>
          </c:dPt>
          <c:dPt>
            <c:idx val="67"/>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87-FE4B-41C1-95DE-C948A4DD4219}"/>
              </c:ext>
            </c:extLst>
          </c:dPt>
          <c:dPt>
            <c:idx val="68"/>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89-FE4B-41C1-95DE-C948A4DD4219}"/>
              </c:ext>
            </c:extLst>
          </c:dPt>
          <c:dPt>
            <c:idx val="69"/>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8B-FE4B-41C1-95DE-C948A4DD4219}"/>
              </c:ext>
            </c:extLst>
          </c:dPt>
          <c:dPt>
            <c:idx val="70"/>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8D-FE4B-41C1-95DE-C948A4DD4219}"/>
              </c:ext>
            </c:extLst>
          </c:dPt>
          <c:dPt>
            <c:idx val="71"/>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8F-FE4B-41C1-95DE-C948A4DD4219}"/>
              </c:ext>
            </c:extLst>
          </c:dPt>
          <c:dPt>
            <c:idx val="72"/>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91-FE4B-41C1-95DE-C948A4DD4219}"/>
              </c:ext>
            </c:extLst>
          </c:dPt>
          <c:dPt>
            <c:idx val="73"/>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93-FE4B-41C1-95DE-C948A4DD4219}"/>
              </c:ext>
            </c:extLst>
          </c:dPt>
          <c:dPt>
            <c:idx val="74"/>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95-FE4B-41C1-95DE-C948A4DD4219}"/>
              </c:ext>
            </c:extLst>
          </c:dPt>
          <c:dPt>
            <c:idx val="75"/>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97-FE4B-41C1-95DE-C948A4DD4219}"/>
              </c:ext>
            </c:extLst>
          </c:dPt>
          <c:dPt>
            <c:idx val="76"/>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99-FE4B-41C1-95DE-C948A4DD4219}"/>
              </c:ext>
            </c:extLst>
          </c:dPt>
          <c:dPt>
            <c:idx val="77"/>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9B-FE4B-41C1-95DE-C948A4DD4219}"/>
              </c:ext>
            </c:extLst>
          </c:dPt>
          <c:dPt>
            <c:idx val="78"/>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9D-FE4B-41C1-95DE-C948A4DD4219}"/>
              </c:ext>
            </c:extLst>
          </c:dPt>
          <c:dPt>
            <c:idx val="79"/>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9F-FE4B-41C1-95DE-C948A4DD4219}"/>
              </c:ext>
            </c:extLst>
          </c:dPt>
          <c:dPt>
            <c:idx val="80"/>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A1-FE4B-41C1-95DE-C948A4DD4219}"/>
              </c:ext>
            </c:extLst>
          </c:dPt>
          <c:dPt>
            <c:idx val="81"/>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A3-FE4B-41C1-95DE-C948A4DD4219}"/>
              </c:ext>
            </c:extLst>
          </c:dPt>
          <c:dPt>
            <c:idx val="82"/>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A5-FE4B-41C1-95DE-C948A4DD4219}"/>
              </c:ext>
            </c:extLst>
          </c:dPt>
          <c:dPt>
            <c:idx val="83"/>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A7-FE4B-41C1-95DE-C948A4DD4219}"/>
              </c:ext>
            </c:extLst>
          </c:dPt>
          <c:dPt>
            <c:idx val="84"/>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A9-FE4B-41C1-95DE-C948A4DD4219}"/>
              </c:ext>
            </c:extLst>
          </c:dPt>
          <c:dPt>
            <c:idx val="85"/>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AB-FE4B-41C1-95DE-C948A4DD4219}"/>
              </c:ext>
            </c:extLst>
          </c:dPt>
          <c:dPt>
            <c:idx val="86"/>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AD-FE4B-41C1-95DE-C948A4DD4219}"/>
              </c:ext>
            </c:extLst>
          </c:dPt>
          <c:dPt>
            <c:idx val="87"/>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AF-FE4B-41C1-95DE-C948A4DD4219}"/>
              </c:ext>
            </c:extLst>
          </c:dPt>
          <c:dPt>
            <c:idx val="88"/>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B1-FE4B-41C1-95DE-C948A4DD4219}"/>
              </c:ext>
            </c:extLst>
          </c:dPt>
          <c:dPt>
            <c:idx val="89"/>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B3-FE4B-41C1-95DE-C948A4DD4219}"/>
              </c:ext>
            </c:extLst>
          </c:dPt>
          <c:dPt>
            <c:idx val="90"/>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B5-FE4B-41C1-95DE-C948A4DD4219}"/>
              </c:ext>
            </c:extLst>
          </c:dPt>
          <c:dPt>
            <c:idx val="91"/>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B7-FE4B-41C1-95DE-C948A4DD4219}"/>
              </c:ext>
            </c:extLst>
          </c:dPt>
          <c:dPt>
            <c:idx val="92"/>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B9-FE4B-41C1-95DE-C948A4DD4219}"/>
              </c:ext>
            </c:extLst>
          </c:dPt>
          <c:dPt>
            <c:idx val="93"/>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BB-FE4B-41C1-95DE-C948A4DD4219}"/>
              </c:ext>
            </c:extLst>
          </c:dPt>
          <c:dPt>
            <c:idx val="94"/>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BD-FE4B-41C1-95DE-C948A4DD4219}"/>
              </c:ext>
            </c:extLst>
          </c:dPt>
          <c:dPt>
            <c:idx val="95"/>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BF-FE4B-41C1-95DE-C948A4DD4219}"/>
              </c:ext>
            </c:extLst>
          </c:dPt>
          <c:dPt>
            <c:idx val="96"/>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C1-FE4B-41C1-95DE-C948A4DD4219}"/>
              </c:ext>
            </c:extLst>
          </c:dPt>
          <c:dPt>
            <c:idx val="97"/>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C3-FE4B-41C1-95DE-C948A4DD4219}"/>
              </c:ext>
            </c:extLst>
          </c:dPt>
          <c:dPt>
            <c:idx val="98"/>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C5-FE4B-41C1-95DE-C948A4DD4219}"/>
              </c:ext>
            </c:extLst>
          </c:dPt>
          <c:dPt>
            <c:idx val="99"/>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C7-FE4B-41C1-95DE-C948A4DD4219}"/>
              </c:ext>
            </c:extLst>
          </c:dPt>
          <c:dPt>
            <c:idx val="100"/>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C9-FE4B-41C1-95DE-C948A4DD4219}"/>
              </c:ext>
            </c:extLst>
          </c:dPt>
          <c:dPt>
            <c:idx val="101"/>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CB-FE4B-41C1-95DE-C948A4DD4219}"/>
              </c:ext>
            </c:extLst>
          </c:dPt>
          <c:dPt>
            <c:idx val="102"/>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CD-FE4B-41C1-95DE-C948A4DD4219}"/>
              </c:ext>
            </c:extLst>
          </c:dPt>
          <c:dPt>
            <c:idx val="103"/>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CF-FE4B-41C1-95DE-C948A4DD4219}"/>
              </c:ext>
            </c:extLst>
          </c:dPt>
          <c:dPt>
            <c:idx val="104"/>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D1-FE4B-41C1-95DE-C948A4DD4219}"/>
              </c:ext>
            </c:extLst>
          </c:dPt>
          <c:dPt>
            <c:idx val="105"/>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D3-FE4B-41C1-95DE-C948A4DD4219}"/>
              </c:ext>
            </c:extLst>
          </c:dPt>
          <c:dPt>
            <c:idx val="106"/>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D5-FE4B-41C1-95DE-C948A4DD4219}"/>
              </c:ext>
            </c:extLst>
          </c:dPt>
          <c:dPt>
            <c:idx val="107"/>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0D7-FE4B-41C1-95DE-C948A4DD4219}"/>
              </c:ext>
            </c:extLst>
          </c:dPt>
          <c:dPt>
            <c:idx val="108"/>
            <c:bubble3D val="0"/>
            <c:spPr>
              <a:solidFill>
                <a:schemeClr val="accent1"/>
              </a:solidFill>
              <a:ln w="19050">
                <a:solidFill>
                  <a:schemeClr val="lt1"/>
                </a:solidFill>
              </a:ln>
              <a:effectLst/>
            </c:spPr>
            <c:extLst>
              <c:ext xmlns:c16="http://schemas.microsoft.com/office/drawing/2014/chart" uri="{C3380CC4-5D6E-409C-BE32-E72D297353CC}">
                <c16:uniqueId val="{000000D9-FE4B-41C1-95DE-C948A4DD4219}"/>
              </c:ext>
            </c:extLst>
          </c:dPt>
          <c:dPt>
            <c:idx val="109"/>
            <c:bubble3D val="0"/>
            <c:spPr>
              <a:solidFill>
                <a:schemeClr val="accent2"/>
              </a:solidFill>
              <a:ln w="19050">
                <a:solidFill>
                  <a:schemeClr val="lt1"/>
                </a:solidFill>
              </a:ln>
              <a:effectLst/>
            </c:spPr>
            <c:extLst>
              <c:ext xmlns:c16="http://schemas.microsoft.com/office/drawing/2014/chart" uri="{C3380CC4-5D6E-409C-BE32-E72D297353CC}">
                <c16:uniqueId val="{000000DB-FE4B-41C1-95DE-C948A4DD4219}"/>
              </c:ext>
            </c:extLst>
          </c:dPt>
          <c:dPt>
            <c:idx val="110"/>
            <c:bubble3D val="0"/>
            <c:spPr>
              <a:solidFill>
                <a:schemeClr val="accent3"/>
              </a:solidFill>
              <a:ln w="19050">
                <a:solidFill>
                  <a:schemeClr val="lt1"/>
                </a:solidFill>
              </a:ln>
              <a:effectLst/>
            </c:spPr>
            <c:extLst>
              <c:ext xmlns:c16="http://schemas.microsoft.com/office/drawing/2014/chart" uri="{C3380CC4-5D6E-409C-BE32-E72D297353CC}">
                <c16:uniqueId val="{000000DD-FE4B-41C1-95DE-C948A4DD4219}"/>
              </c:ext>
            </c:extLst>
          </c:dPt>
          <c:dPt>
            <c:idx val="111"/>
            <c:bubble3D val="0"/>
            <c:spPr>
              <a:solidFill>
                <a:schemeClr val="accent4"/>
              </a:solidFill>
              <a:ln w="19050">
                <a:solidFill>
                  <a:schemeClr val="lt1"/>
                </a:solidFill>
              </a:ln>
              <a:effectLst/>
            </c:spPr>
            <c:extLst>
              <c:ext xmlns:c16="http://schemas.microsoft.com/office/drawing/2014/chart" uri="{C3380CC4-5D6E-409C-BE32-E72D297353CC}">
                <c16:uniqueId val="{000000DF-FE4B-41C1-95DE-C948A4DD4219}"/>
              </c:ext>
            </c:extLst>
          </c:dPt>
          <c:dPt>
            <c:idx val="112"/>
            <c:bubble3D val="0"/>
            <c:spPr>
              <a:solidFill>
                <a:schemeClr val="accent5"/>
              </a:solidFill>
              <a:ln w="19050">
                <a:solidFill>
                  <a:schemeClr val="lt1"/>
                </a:solidFill>
              </a:ln>
              <a:effectLst/>
            </c:spPr>
            <c:extLst>
              <c:ext xmlns:c16="http://schemas.microsoft.com/office/drawing/2014/chart" uri="{C3380CC4-5D6E-409C-BE32-E72D297353CC}">
                <c16:uniqueId val="{000000E1-FE4B-41C1-95DE-C948A4DD4219}"/>
              </c:ext>
            </c:extLst>
          </c:dPt>
          <c:dPt>
            <c:idx val="113"/>
            <c:bubble3D val="0"/>
            <c:spPr>
              <a:solidFill>
                <a:schemeClr val="accent6"/>
              </a:solidFill>
              <a:ln w="19050">
                <a:solidFill>
                  <a:schemeClr val="lt1"/>
                </a:solidFill>
              </a:ln>
              <a:effectLst/>
            </c:spPr>
            <c:extLst>
              <c:ext xmlns:c16="http://schemas.microsoft.com/office/drawing/2014/chart" uri="{C3380CC4-5D6E-409C-BE32-E72D297353CC}">
                <c16:uniqueId val="{000000E3-FE4B-41C1-95DE-C948A4DD4219}"/>
              </c:ext>
            </c:extLst>
          </c:dPt>
          <c:dPt>
            <c:idx val="114"/>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E5-FE4B-41C1-95DE-C948A4DD4219}"/>
              </c:ext>
            </c:extLst>
          </c:dPt>
          <c:dPt>
            <c:idx val="115"/>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E7-FE4B-41C1-95DE-C948A4DD4219}"/>
              </c:ext>
            </c:extLst>
          </c:dPt>
          <c:dPt>
            <c:idx val="116"/>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E9-FE4B-41C1-95DE-C948A4DD4219}"/>
              </c:ext>
            </c:extLst>
          </c:dPt>
          <c:dPt>
            <c:idx val="117"/>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EB-FE4B-41C1-95DE-C948A4DD4219}"/>
              </c:ext>
            </c:extLst>
          </c:dPt>
          <c:dPt>
            <c:idx val="118"/>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ED-FE4B-41C1-95DE-C948A4DD4219}"/>
              </c:ext>
            </c:extLst>
          </c:dPt>
          <c:dPt>
            <c:idx val="119"/>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EF-FE4B-41C1-95DE-C948A4DD4219}"/>
              </c:ext>
            </c:extLst>
          </c:dPt>
          <c:dPt>
            <c:idx val="120"/>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F1-FE4B-41C1-95DE-C948A4DD4219}"/>
              </c:ext>
            </c:extLst>
          </c:dPt>
          <c:dPt>
            <c:idx val="121"/>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F3-FE4B-41C1-95DE-C948A4DD4219}"/>
              </c:ext>
            </c:extLst>
          </c:dPt>
          <c:dPt>
            <c:idx val="122"/>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F5-FE4B-41C1-95DE-C948A4DD4219}"/>
              </c:ext>
            </c:extLst>
          </c:dPt>
          <c:dPt>
            <c:idx val="123"/>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F7-FE4B-41C1-95DE-C948A4DD4219}"/>
              </c:ext>
            </c:extLst>
          </c:dPt>
          <c:dPt>
            <c:idx val="124"/>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F9-FE4B-41C1-95DE-C948A4DD4219}"/>
              </c:ext>
            </c:extLst>
          </c:dPt>
          <c:dPt>
            <c:idx val="125"/>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FB-FE4B-41C1-95DE-C948A4DD4219}"/>
              </c:ext>
            </c:extLst>
          </c:dPt>
          <c:dPt>
            <c:idx val="126"/>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FD-FE4B-41C1-95DE-C948A4DD4219}"/>
              </c:ext>
            </c:extLst>
          </c:dPt>
          <c:dPt>
            <c:idx val="127"/>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FF-FE4B-41C1-95DE-C948A4DD4219}"/>
              </c:ext>
            </c:extLst>
          </c:dPt>
          <c:dPt>
            <c:idx val="128"/>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01-FE4B-41C1-95DE-C948A4DD4219}"/>
              </c:ext>
            </c:extLst>
          </c:dPt>
          <c:dPt>
            <c:idx val="129"/>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03-FE4B-41C1-95DE-C948A4DD4219}"/>
              </c:ext>
            </c:extLst>
          </c:dPt>
          <c:dPt>
            <c:idx val="130"/>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05-FE4B-41C1-95DE-C948A4DD4219}"/>
              </c:ext>
            </c:extLst>
          </c:dPt>
          <c:dPt>
            <c:idx val="131"/>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07-FE4B-41C1-95DE-C948A4DD4219}"/>
              </c:ext>
            </c:extLst>
          </c:dPt>
          <c:dPt>
            <c:idx val="13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09-FE4B-41C1-95DE-C948A4DD4219}"/>
              </c:ext>
            </c:extLst>
          </c:dPt>
          <c:dPt>
            <c:idx val="133"/>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0B-FE4B-41C1-95DE-C948A4DD4219}"/>
              </c:ext>
            </c:extLst>
          </c:dPt>
          <c:dPt>
            <c:idx val="134"/>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0D-FE4B-41C1-95DE-C948A4DD4219}"/>
              </c:ext>
            </c:extLst>
          </c:dPt>
          <c:dPt>
            <c:idx val="135"/>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0F-FE4B-41C1-95DE-C948A4DD4219}"/>
              </c:ext>
            </c:extLst>
          </c:dPt>
          <c:dPt>
            <c:idx val="136"/>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11-FE4B-41C1-95DE-C948A4DD4219}"/>
              </c:ext>
            </c:extLst>
          </c:dPt>
          <c:dPt>
            <c:idx val="137"/>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13-FE4B-41C1-95DE-C948A4DD4219}"/>
              </c:ext>
            </c:extLst>
          </c:dPt>
          <c:dPt>
            <c:idx val="138"/>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15-FE4B-41C1-95DE-C948A4DD4219}"/>
              </c:ext>
            </c:extLst>
          </c:dPt>
          <c:dPt>
            <c:idx val="139"/>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17-FE4B-41C1-95DE-C948A4DD4219}"/>
              </c:ext>
            </c:extLst>
          </c:dPt>
          <c:dPt>
            <c:idx val="140"/>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19-FE4B-41C1-95DE-C948A4DD4219}"/>
              </c:ext>
            </c:extLst>
          </c:dPt>
          <c:dPt>
            <c:idx val="141"/>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1B-FE4B-41C1-95DE-C948A4DD4219}"/>
              </c:ext>
            </c:extLst>
          </c:dPt>
          <c:dPt>
            <c:idx val="142"/>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1D-FE4B-41C1-95DE-C948A4DD4219}"/>
              </c:ext>
            </c:extLst>
          </c:dPt>
          <c:dPt>
            <c:idx val="143"/>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1F-FE4B-41C1-95DE-C948A4DD4219}"/>
              </c:ext>
            </c:extLst>
          </c:dPt>
          <c:dPt>
            <c:idx val="144"/>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21-FE4B-41C1-95DE-C948A4DD4219}"/>
              </c:ext>
            </c:extLst>
          </c:dPt>
          <c:dPt>
            <c:idx val="145"/>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23-FE4B-41C1-95DE-C948A4DD4219}"/>
              </c:ext>
            </c:extLst>
          </c:dPt>
          <c:dPt>
            <c:idx val="146"/>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25-FE4B-41C1-95DE-C948A4DD4219}"/>
              </c:ext>
            </c:extLst>
          </c:dPt>
          <c:dPt>
            <c:idx val="147"/>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27-FE4B-41C1-95DE-C948A4DD4219}"/>
              </c:ext>
            </c:extLst>
          </c:dPt>
          <c:dPt>
            <c:idx val="148"/>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129-FE4B-41C1-95DE-C948A4DD4219}"/>
              </c:ext>
            </c:extLst>
          </c:dPt>
          <c:dPt>
            <c:idx val="149"/>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12B-FE4B-41C1-95DE-C948A4DD4219}"/>
              </c:ext>
            </c:extLst>
          </c:dPt>
          <c:dPt>
            <c:idx val="150"/>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12D-FE4B-41C1-95DE-C948A4DD4219}"/>
              </c:ext>
            </c:extLst>
          </c:dPt>
          <c:dPt>
            <c:idx val="151"/>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12F-FE4B-41C1-95DE-C948A4DD4219}"/>
              </c:ext>
            </c:extLst>
          </c:dPt>
          <c:dPt>
            <c:idx val="152"/>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131-FE4B-41C1-95DE-C948A4DD4219}"/>
              </c:ext>
            </c:extLst>
          </c:dPt>
          <c:dPt>
            <c:idx val="153"/>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133-FE4B-41C1-95DE-C948A4DD4219}"/>
              </c:ext>
            </c:extLst>
          </c:dPt>
          <c:dPt>
            <c:idx val="154"/>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135-FE4B-41C1-95DE-C948A4DD4219}"/>
              </c:ext>
            </c:extLst>
          </c:dPt>
          <c:dPt>
            <c:idx val="155"/>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137-FE4B-41C1-95DE-C948A4DD4219}"/>
              </c:ext>
            </c:extLst>
          </c:dPt>
          <c:dPt>
            <c:idx val="156"/>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139-FE4B-41C1-95DE-C948A4DD4219}"/>
              </c:ext>
            </c:extLst>
          </c:dPt>
          <c:dPt>
            <c:idx val="157"/>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13B-FE4B-41C1-95DE-C948A4DD4219}"/>
              </c:ext>
            </c:extLst>
          </c:dPt>
          <c:dPt>
            <c:idx val="158"/>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13D-FE4B-41C1-95DE-C948A4DD4219}"/>
              </c:ext>
            </c:extLst>
          </c:dPt>
          <c:dPt>
            <c:idx val="159"/>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13F-FE4B-41C1-95DE-C948A4DD4219}"/>
              </c:ext>
            </c:extLst>
          </c:dPt>
          <c:dPt>
            <c:idx val="160"/>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141-FE4B-41C1-95DE-C948A4DD4219}"/>
              </c:ext>
            </c:extLst>
          </c:dPt>
          <c:dPt>
            <c:idx val="161"/>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143-FE4B-41C1-95DE-C948A4DD4219}"/>
              </c:ext>
            </c:extLst>
          </c:dPt>
          <c:dPt>
            <c:idx val="162"/>
            <c:bubble3D val="0"/>
            <c:spPr>
              <a:solidFill>
                <a:schemeClr val="accent1"/>
              </a:solidFill>
              <a:ln w="19050">
                <a:solidFill>
                  <a:schemeClr val="lt1"/>
                </a:solidFill>
              </a:ln>
              <a:effectLst/>
            </c:spPr>
            <c:extLst>
              <c:ext xmlns:c16="http://schemas.microsoft.com/office/drawing/2014/chart" uri="{C3380CC4-5D6E-409C-BE32-E72D297353CC}">
                <c16:uniqueId val="{00000145-FE4B-41C1-95DE-C948A4DD4219}"/>
              </c:ext>
            </c:extLst>
          </c:dPt>
          <c:dPt>
            <c:idx val="163"/>
            <c:bubble3D val="0"/>
            <c:spPr>
              <a:solidFill>
                <a:schemeClr val="accent2"/>
              </a:solidFill>
              <a:ln w="19050">
                <a:solidFill>
                  <a:schemeClr val="lt1"/>
                </a:solidFill>
              </a:ln>
              <a:effectLst/>
            </c:spPr>
            <c:extLst>
              <c:ext xmlns:c16="http://schemas.microsoft.com/office/drawing/2014/chart" uri="{C3380CC4-5D6E-409C-BE32-E72D297353CC}">
                <c16:uniqueId val="{00000147-FE4B-41C1-95DE-C948A4DD4219}"/>
              </c:ext>
            </c:extLst>
          </c:dPt>
          <c:dPt>
            <c:idx val="164"/>
            <c:bubble3D val="0"/>
            <c:spPr>
              <a:solidFill>
                <a:schemeClr val="accent3"/>
              </a:solidFill>
              <a:ln w="19050">
                <a:solidFill>
                  <a:schemeClr val="lt1"/>
                </a:solidFill>
              </a:ln>
              <a:effectLst/>
            </c:spPr>
            <c:extLst>
              <c:ext xmlns:c16="http://schemas.microsoft.com/office/drawing/2014/chart" uri="{C3380CC4-5D6E-409C-BE32-E72D297353CC}">
                <c16:uniqueId val="{00000149-FE4B-41C1-95DE-C948A4DD4219}"/>
              </c:ext>
            </c:extLst>
          </c:dPt>
          <c:dPt>
            <c:idx val="165"/>
            <c:bubble3D val="0"/>
            <c:spPr>
              <a:solidFill>
                <a:schemeClr val="accent4"/>
              </a:solidFill>
              <a:ln w="19050">
                <a:solidFill>
                  <a:schemeClr val="lt1"/>
                </a:solidFill>
              </a:ln>
              <a:effectLst/>
            </c:spPr>
            <c:extLst>
              <c:ext xmlns:c16="http://schemas.microsoft.com/office/drawing/2014/chart" uri="{C3380CC4-5D6E-409C-BE32-E72D297353CC}">
                <c16:uniqueId val="{0000014B-FE4B-41C1-95DE-C948A4DD4219}"/>
              </c:ext>
            </c:extLst>
          </c:dPt>
          <c:dPt>
            <c:idx val="166"/>
            <c:bubble3D val="0"/>
            <c:spPr>
              <a:solidFill>
                <a:schemeClr val="accent5"/>
              </a:solidFill>
              <a:ln w="19050">
                <a:solidFill>
                  <a:schemeClr val="lt1"/>
                </a:solidFill>
              </a:ln>
              <a:effectLst/>
            </c:spPr>
            <c:extLst>
              <c:ext xmlns:c16="http://schemas.microsoft.com/office/drawing/2014/chart" uri="{C3380CC4-5D6E-409C-BE32-E72D297353CC}">
                <c16:uniqueId val="{0000014D-FE4B-41C1-95DE-C948A4DD4219}"/>
              </c:ext>
            </c:extLst>
          </c:dPt>
          <c:dPt>
            <c:idx val="167"/>
            <c:bubble3D val="0"/>
            <c:spPr>
              <a:solidFill>
                <a:schemeClr val="accent6"/>
              </a:solidFill>
              <a:ln w="19050">
                <a:solidFill>
                  <a:schemeClr val="lt1"/>
                </a:solidFill>
              </a:ln>
              <a:effectLst/>
            </c:spPr>
            <c:extLst>
              <c:ext xmlns:c16="http://schemas.microsoft.com/office/drawing/2014/chart" uri="{C3380CC4-5D6E-409C-BE32-E72D297353CC}">
                <c16:uniqueId val="{0000014F-FE4B-41C1-95DE-C948A4DD4219}"/>
              </c:ext>
            </c:extLst>
          </c:dPt>
          <c:dPt>
            <c:idx val="168"/>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151-FE4B-41C1-95DE-C948A4DD4219}"/>
              </c:ext>
            </c:extLst>
          </c:dPt>
          <c:dPt>
            <c:idx val="169"/>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153-FE4B-41C1-95DE-C948A4DD4219}"/>
              </c:ext>
            </c:extLst>
          </c:dPt>
          <c:dPt>
            <c:idx val="170"/>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155-FE4B-41C1-95DE-C948A4DD4219}"/>
              </c:ext>
            </c:extLst>
          </c:dPt>
          <c:dPt>
            <c:idx val="171"/>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157-FE4B-41C1-95DE-C948A4DD4219}"/>
              </c:ext>
            </c:extLst>
          </c:dPt>
          <c:dPt>
            <c:idx val="172"/>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159-FE4B-41C1-95DE-C948A4DD4219}"/>
              </c:ext>
            </c:extLst>
          </c:dPt>
          <c:dPt>
            <c:idx val="17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15B-FE4B-41C1-95DE-C948A4DD4219}"/>
              </c:ext>
            </c:extLst>
          </c:dPt>
          <c:dPt>
            <c:idx val="174"/>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15D-FE4B-41C1-95DE-C948A4DD4219}"/>
              </c:ext>
            </c:extLst>
          </c:dPt>
          <c:dPt>
            <c:idx val="175"/>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15F-FE4B-41C1-95DE-C948A4DD4219}"/>
              </c:ext>
            </c:extLst>
          </c:dPt>
          <c:dPt>
            <c:idx val="176"/>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161-FE4B-41C1-95DE-C948A4DD4219}"/>
              </c:ext>
            </c:extLst>
          </c:dPt>
          <c:dPt>
            <c:idx val="177"/>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163-FE4B-41C1-95DE-C948A4DD4219}"/>
              </c:ext>
            </c:extLst>
          </c:dPt>
          <c:dPt>
            <c:idx val="17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165-FE4B-41C1-95DE-C948A4DD4219}"/>
              </c:ext>
            </c:extLst>
          </c:dPt>
          <c:dPt>
            <c:idx val="179"/>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167-FE4B-41C1-95DE-C948A4DD4219}"/>
              </c:ext>
            </c:extLst>
          </c:dPt>
          <c:dPt>
            <c:idx val="180"/>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169-FE4B-41C1-95DE-C948A4DD4219}"/>
              </c:ext>
            </c:extLst>
          </c:dPt>
          <c:dPt>
            <c:idx val="181"/>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16B-FE4B-41C1-95DE-C948A4DD4219}"/>
              </c:ext>
            </c:extLst>
          </c:dPt>
          <c:dPt>
            <c:idx val="182"/>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6D-FE4B-41C1-95DE-C948A4DD4219}"/>
              </c:ext>
            </c:extLst>
          </c:dPt>
          <c:dPt>
            <c:idx val="183"/>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6F-FE4B-41C1-95DE-C948A4DD4219}"/>
              </c:ext>
            </c:extLst>
          </c:dPt>
          <c:dPt>
            <c:idx val="184"/>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71-FE4B-41C1-95DE-C948A4DD4219}"/>
              </c:ext>
            </c:extLst>
          </c:dPt>
          <c:dPt>
            <c:idx val="185"/>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73-FE4B-41C1-95DE-C948A4DD4219}"/>
              </c:ext>
            </c:extLst>
          </c:dPt>
          <c:dPt>
            <c:idx val="186"/>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75-FE4B-41C1-95DE-C948A4DD4219}"/>
              </c:ext>
            </c:extLst>
          </c:dPt>
          <c:dPt>
            <c:idx val="187"/>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77-FE4B-41C1-95DE-C948A4DD4219}"/>
              </c:ext>
            </c:extLst>
          </c:dPt>
          <c:dPt>
            <c:idx val="188"/>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79-FE4B-41C1-95DE-C948A4DD4219}"/>
              </c:ext>
            </c:extLst>
          </c:dPt>
          <c:dPt>
            <c:idx val="189"/>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7B-FE4B-41C1-95DE-C948A4DD4219}"/>
              </c:ext>
            </c:extLst>
          </c:dPt>
          <c:dPt>
            <c:idx val="190"/>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7D-FE4B-41C1-95DE-C948A4DD4219}"/>
              </c:ext>
            </c:extLst>
          </c:dPt>
          <c:dPt>
            <c:idx val="19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7F-FE4B-41C1-95DE-C948A4DD4219}"/>
              </c:ext>
            </c:extLst>
          </c:dPt>
          <c:dPt>
            <c:idx val="192"/>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81-FE4B-41C1-95DE-C948A4DD4219}"/>
              </c:ext>
            </c:extLst>
          </c:dPt>
          <c:dPt>
            <c:idx val="193"/>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83-FE4B-41C1-95DE-C948A4DD4219}"/>
              </c:ext>
            </c:extLst>
          </c:dPt>
          <c:dPt>
            <c:idx val="194"/>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85-FE4B-41C1-95DE-C948A4DD4219}"/>
              </c:ext>
            </c:extLst>
          </c:dPt>
          <c:dPt>
            <c:idx val="195"/>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87-FE4B-41C1-95DE-C948A4DD4219}"/>
              </c:ext>
            </c:extLst>
          </c:dPt>
          <c:dPt>
            <c:idx val="196"/>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89-FE4B-41C1-95DE-C948A4DD4219}"/>
              </c:ext>
            </c:extLst>
          </c:dPt>
          <c:dPt>
            <c:idx val="197"/>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8B-FE4B-41C1-95DE-C948A4DD4219}"/>
              </c:ext>
            </c:extLst>
          </c:dPt>
          <c:dPt>
            <c:idx val="198"/>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8D-FE4B-41C1-95DE-C948A4DD4219}"/>
              </c:ext>
            </c:extLst>
          </c:dPt>
          <c:dPt>
            <c:idx val="199"/>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8F-FE4B-41C1-95DE-C948A4DD4219}"/>
              </c:ext>
            </c:extLst>
          </c:dPt>
          <c:dPt>
            <c:idx val="200"/>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91-FE4B-41C1-95DE-C948A4DD4219}"/>
              </c:ext>
            </c:extLst>
          </c:dPt>
          <c:dPt>
            <c:idx val="201"/>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93-FE4B-41C1-95DE-C948A4DD4219}"/>
              </c:ext>
            </c:extLst>
          </c:dPt>
          <c:dPt>
            <c:idx val="202"/>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195-FE4B-41C1-95DE-C948A4DD4219}"/>
              </c:ext>
            </c:extLst>
          </c:dPt>
          <c:dPt>
            <c:idx val="203"/>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197-FE4B-41C1-95DE-C948A4DD4219}"/>
              </c:ext>
            </c:extLst>
          </c:dPt>
          <c:dPt>
            <c:idx val="204"/>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199-FE4B-41C1-95DE-C948A4DD4219}"/>
              </c:ext>
            </c:extLst>
          </c:dPt>
          <c:dPt>
            <c:idx val="205"/>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19B-FE4B-41C1-95DE-C948A4DD4219}"/>
              </c:ext>
            </c:extLst>
          </c:dPt>
          <c:dPt>
            <c:idx val="206"/>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19D-FE4B-41C1-95DE-C948A4DD4219}"/>
              </c:ext>
            </c:extLst>
          </c:dPt>
          <c:dPt>
            <c:idx val="207"/>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19F-FE4B-41C1-95DE-C948A4DD4219}"/>
              </c:ext>
            </c:extLst>
          </c:dPt>
          <c:dPt>
            <c:idx val="208"/>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1A1-FE4B-41C1-95DE-C948A4DD4219}"/>
              </c:ext>
            </c:extLst>
          </c:dPt>
          <c:dPt>
            <c:idx val="209"/>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1A3-FE4B-41C1-95DE-C948A4DD4219}"/>
              </c:ext>
            </c:extLst>
          </c:dPt>
          <c:dPt>
            <c:idx val="210"/>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1A5-FE4B-41C1-95DE-C948A4DD4219}"/>
              </c:ext>
            </c:extLst>
          </c:dPt>
          <c:dPt>
            <c:idx val="211"/>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1A7-FE4B-41C1-95DE-C948A4DD4219}"/>
              </c:ext>
            </c:extLst>
          </c:dPt>
          <c:dPt>
            <c:idx val="212"/>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1A9-FE4B-41C1-95DE-C948A4DD4219}"/>
              </c:ext>
            </c:extLst>
          </c:dPt>
          <c:dPt>
            <c:idx val="213"/>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1AB-FE4B-41C1-95DE-C948A4DD4219}"/>
              </c:ext>
            </c:extLst>
          </c:dPt>
          <c:dPt>
            <c:idx val="214"/>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1AD-FE4B-41C1-95DE-C948A4DD4219}"/>
              </c:ext>
            </c:extLst>
          </c:dPt>
          <c:dPt>
            <c:idx val="215"/>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1AF-FE4B-41C1-95DE-C948A4DD4219}"/>
              </c:ext>
            </c:extLst>
          </c:dPt>
          <c:dPt>
            <c:idx val="216"/>
            <c:bubble3D val="0"/>
            <c:spPr>
              <a:solidFill>
                <a:schemeClr val="accent1"/>
              </a:solidFill>
              <a:ln w="19050">
                <a:solidFill>
                  <a:schemeClr val="lt1"/>
                </a:solidFill>
              </a:ln>
              <a:effectLst/>
            </c:spPr>
            <c:extLst>
              <c:ext xmlns:c16="http://schemas.microsoft.com/office/drawing/2014/chart" uri="{C3380CC4-5D6E-409C-BE32-E72D297353CC}">
                <c16:uniqueId val="{000001B1-FE4B-41C1-95DE-C948A4DD4219}"/>
              </c:ext>
            </c:extLst>
          </c:dPt>
          <c:dPt>
            <c:idx val="217"/>
            <c:bubble3D val="0"/>
            <c:spPr>
              <a:solidFill>
                <a:schemeClr val="accent2"/>
              </a:solidFill>
              <a:ln w="19050">
                <a:solidFill>
                  <a:schemeClr val="lt1"/>
                </a:solidFill>
              </a:ln>
              <a:effectLst/>
            </c:spPr>
            <c:extLst>
              <c:ext xmlns:c16="http://schemas.microsoft.com/office/drawing/2014/chart" uri="{C3380CC4-5D6E-409C-BE32-E72D297353CC}">
                <c16:uniqueId val="{000001B3-FE4B-41C1-95DE-C948A4DD4219}"/>
              </c:ext>
            </c:extLst>
          </c:dPt>
          <c:dPt>
            <c:idx val="218"/>
            <c:bubble3D val="0"/>
            <c:spPr>
              <a:solidFill>
                <a:schemeClr val="accent3"/>
              </a:solidFill>
              <a:ln w="19050">
                <a:solidFill>
                  <a:schemeClr val="lt1"/>
                </a:solidFill>
              </a:ln>
              <a:effectLst/>
            </c:spPr>
            <c:extLst>
              <c:ext xmlns:c16="http://schemas.microsoft.com/office/drawing/2014/chart" uri="{C3380CC4-5D6E-409C-BE32-E72D297353CC}">
                <c16:uniqueId val="{000001B5-FE4B-41C1-95DE-C948A4DD4219}"/>
              </c:ext>
            </c:extLst>
          </c:dPt>
          <c:dPt>
            <c:idx val="219"/>
            <c:bubble3D val="0"/>
            <c:spPr>
              <a:solidFill>
                <a:schemeClr val="accent4"/>
              </a:solidFill>
              <a:ln w="19050">
                <a:solidFill>
                  <a:schemeClr val="lt1"/>
                </a:solidFill>
              </a:ln>
              <a:effectLst/>
            </c:spPr>
            <c:extLst>
              <c:ext xmlns:c16="http://schemas.microsoft.com/office/drawing/2014/chart" uri="{C3380CC4-5D6E-409C-BE32-E72D297353CC}">
                <c16:uniqueId val="{000001B7-FE4B-41C1-95DE-C948A4DD4219}"/>
              </c:ext>
            </c:extLst>
          </c:dPt>
          <c:dPt>
            <c:idx val="220"/>
            <c:bubble3D val="0"/>
            <c:spPr>
              <a:solidFill>
                <a:schemeClr val="accent5"/>
              </a:solidFill>
              <a:ln w="19050">
                <a:solidFill>
                  <a:schemeClr val="lt1"/>
                </a:solidFill>
              </a:ln>
              <a:effectLst/>
            </c:spPr>
            <c:extLst>
              <c:ext xmlns:c16="http://schemas.microsoft.com/office/drawing/2014/chart" uri="{C3380CC4-5D6E-409C-BE32-E72D297353CC}">
                <c16:uniqueId val="{000001B9-FE4B-41C1-95DE-C948A4DD4219}"/>
              </c:ext>
            </c:extLst>
          </c:dPt>
          <c:dPt>
            <c:idx val="221"/>
            <c:bubble3D val="0"/>
            <c:spPr>
              <a:solidFill>
                <a:schemeClr val="accent6"/>
              </a:solidFill>
              <a:ln w="19050">
                <a:solidFill>
                  <a:schemeClr val="lt1"/>
                </a:solidFill>
              </a:ln>
              <a:effectLst/>
            </c:spPr>
            <c:extLst>
              <c:ext xmlns:c16="http://schemas.microsoft.com/office/drawing/2014/chart" uri="{C3380CC4-5D6E-409C-BE32-E72D297353CC}">
                <c16:uniqueId val="{000001BB-FE4B-41C1-95DE-C948A4DD4219}"/>
              </c:ext>
            </c:extLst>
          </c:dPt>
          <c:dPt>
            <c:idx val="222"/>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1BD-FE4B-41C1-95DE-C948A4DD4219}"/>
              </c:ext>
            </c:extLst>
          </c:dPt>
          <c:dPt>
            <c:idx val="22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1BF-FE4B-41C1-95DE-C948A4DD4219}"/>
              </c:ext>
            </c:extLst>
          </c:dPt>
          <c:dPt>
            <c:idx val="22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1C1-FE4B-41C1-95DE-C948A4DD4219}"/>
              </c:ext>
            </c:extLst>
          </c:dPt>
          <c:dPt>
            <c:idx val="225"/>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1C3-FE4B-41C1-95DE-C948A4DD4219}"/>
              </c:ext>
            </c:extLst>
          </c:dPt>
          <c:dPt>
            <c:idx val="226"/>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1C5-FE4B-41C1-95DE-C948A4DD4219}"/>
              </c:ext>
            </c:extLst>
          </c:dPt>
          <c:dPt>
            <c:idx val="227"/>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1C7-FE4B-41C1-95DE-C948A4DD4219}"/>
              </c:ext>
            </c:extLst>
          </c:dPt>
          <c:dPt>
            <c:idx val="228"/>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1C9-FE4B-41C1-95DE-C948A4DD4219}"/>
              </c:ext>
            </c:extLst>
          </c:dPt>
          <c:dPt>
            <c:idx val="229"/>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1CB-FE4B-41C1-95DE-C948A4DD4219}"/>
              </c:ext>
            </c:extLst>
          </c:dPt>
          <c:dPt>
            <c:idx val="230"/>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1CD-FE4B-41C1-95DE-C948A4DD4219}"/>
              </c:ext>
            </c:extLst>
          </c:dPt>
          <c:dPt>
            <c:idx val="231"/>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1CF-FE4B-41C1-95DE-C948A4DD4219}"/>
              </c:ext>
            </c:extLst>
          </c:dPt>
          <c:dPt>
            <c:idx val="232"/>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1D1-FE4B-41C1-95DE-C948A4DD4219}"/>
              </c:ext>
            </c:extLst>
          </c:dPt>
          <c:dPt>
            <c:idx val="233"/>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1D3-FE4B-41C1-95DE-C948A4DD4219}"/>
              </c:ext>
            </c:extLst>
          </c:dPt>
          <c:dPt>
            <c:idx val="234"/>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1D5-FE4B-41C1-95DE-C948A4DD4219}"/>
              </c:ext>
            </c:extLst>
          </c:dPt>
          <c:dPt>
            <c:idx val="235"/>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1D7-FE4B-41C1-95DE-C948A4DD4219}"/>
              </c:ext>
            </c:extLst>
          </c:dPt>
          <c:dPt>
            <c:idx val="236"/>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D9-FE4B-41C1-95DE-C948A4DD4219}"/>
              </c:ext>
            </c:extLst>
          </c:dPt>
          <c:dPt>
            <c:idx val="237"/>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DB-FE4B-41C1-95DE-C948A4DD4219}"/>
              </c:ext>
            </c:extLst>
          </c:dPt>
          <c:dPt>
            <c:idx val="238"/>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DD-FE4B-41C1-95DE-C948A4DD4219}"/>
              </c:ext>
            </c:extLst>
          </c:dPt>
          <c:dPt>
            <c:idx val="239"/>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DF-FE4B-41C1-95DE-C948A4DD4219}"/>
              </c:ext>
            </c:extLst>
          </c:dPt>
          <c:dPt>
            <c:idx val="240"/>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E1-FE4B-41C1-95DE-C948A4DD4219}"/>
              </c:ext>
            </c:extLst>
          </c:dPt>
          <c:dPt>
            <c:idx val="241"/>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E3-FE4B-41C1-95DE-C948A4DD4219}"/>
              </c:ext>
            </c:extLst>
          </c:dPt>
          <c:dPt>
            <c:idx val="242"/>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E5-FE4B-41C1-95DE-C948A4DD4219}"/>
              </c:ext>
            </c:extLst>
          </c:dPt>
          <c:dPt>
            <c:idx val="243"/>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E7-FE4B-41C1-95DE-C948A4DD4219}"/>
              </c:ext>
            </c:extLst>
          </c:dPt>
          <c:dPt>
            <c:idx val="244"/>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E9-FE4B-41C1-95DE-C948A4DD4219}"/>
              </c:ext>
            </c:extLst>
          </c:dPt>
          <c:dPt>
            <c:idx val="245"/>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EB-FE4B-41C1-95DE-C948A4DD4219}"/>
              </c:ext>
            </c:extLst>
          </c:dPt>
          <c:dPt>
            <c:idx val="246"/>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ED-FE4B-41C1-95DE-C948A4DD4219}"/>
              </c:ext>
            </c:extLst>
          </c:dPt>
          <c:dPt>
            <c:idx val="247"/>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EF-FE4B-41C1-95DE-C948A4DD4219}"/>
              </c:ext>
            </c:extLst>
          </c:dPt>
          <c:dPt>
            <c:idx val="248"/>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F1-FE4B-41C1-95DE-C948A4DD4219}"/>
              </c:ext>
            </c:extLst>
          </c:dPt>
          <c:dPt>
            <c:idx val="249"/>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F3-FE4B-41C1-95DE-C948A4DD4219}"/>
              </c:ext>
            </c:extLst>
          </c:dPt>
          <c:dPt>
            <c:idx val="250"/>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F5-FE4B-41C1-95DE-C948A4DD4219}"/>
              </c:ext>
            </c:extLst>
          </c:dPt>
          <c:dPt>
            <c:idx val="251"/>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F7-FE4B-41C1-95DE-C948A4DD4219}"/>
              </c:ext>
            </c:extLst>
          </c:dPt>
          <c:dPt>
            <c:idx val="252"/>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F9-FE4B-41C1-95DE-C948A4DD4219}"/>
              </c:ext>
            </c:extLst>
          </c:dPt>
          <c:dPt>
            <c:idx val="253"/>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FB-FE4B-41C1-95DE-C948A4DD4219}"/>
              </c:ext>
            </c:extLst>
          </c:dPt>
          <c:dPt>
            <c:idx val="254"/>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FD-FE4B-41C1-95DE-C948A4DD4219}"/>
              </c:ext>
            </c:extLst>
          </c:dPt>
          <c:dPt>
            <c:idx val="255"/>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FF-FE4B-41C1-95DE-C948A4DD4219}"/>
              </c:ext>
            </c:extLst>
          </c:dPt>
          <c:dPt>
            <c:idx val="256"/>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201-FE4B-41C1-95DE-C948A4DD4219}"/>
              </c:ext>
            </c:extLst>
          </c:dPt>
          <c:dPt>
            <c:idx val="257"/>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203-FE4B-41C1-95DE-C948A4DD4219}"/>
              </c:ext>
            </c:extLst>
          </c:dPt>
          <c:dPt>
            <c:idx val="258"/>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205-FE4B-41C1-95DE-C948A4DD4219}"/>
              </c:ext>
            </c:extLst>
          </c:dPt>
          <c:dPt>
            <c:idx val="259"/>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207-FE4B-41C1-95DE-C948A4DD4219}"/>
              </c:ext>
            </c:extLst>
          </c:dPt>
          <c:dPt>
            <c:idx val="260"/>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209-FE4B-41C1-95DE-C948A4DD4219}"/>
              </c:ext>
            </c:extLst>
          </c:dPt>
          <c:dPt>
            <c:idx val="261"/>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20B-FE4B-41C1-95DE-C948A4DD4219}"/>
              </c:ext>
            </c:extLst>
          </c:dPt>
          <c:dPt>
            <c:idx val="262"/>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20D-FE4B-41C1-95DE-C948A4DD4219}"/>
              </c:ext>
            </c:extLst>
          </c:dPt>
          <c:dPt>
            <c:idx val="263"/>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20F-FE4B-41C1-95DE-C948A4DD4219}"/>
              </c:ext>
            </c:extLst>
          </c:dPt>
          <c:dPt>
            <c:idx val="264"/>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211-FE4B-41C1-95DE-C948A4DD4219}"/>
              </c:ext>
            </c:extLst>
          </c:dPt>
          <c:dPt>
            <c:idx val="265"/>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213-FE4B-41C1-95DE-C948A4DD4219}"/>
              </c:ext>
            </c:extLst>
          </c:dPt>
          <c:dPt>
            <c:idx val="266"/>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215-FE4B-41C1-95DE-C948A4DD4219}"/>
              </c:ext>
            </c:extLst>
          </c:dPt>
          <c:dPt>
            <c:idx val="267"/>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217-FE4B-41C1-95DE-C948A4DD4219}"/>
              </c:ext>
            </c:extLst>
          </c:dPt>
          <c:dPt>
            <c:idx val="268"/>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219-FE4B-41C1-95DE-C948A4DD4219}"/>
              </c:ext>
            </c:extLst>
          </c:dPt>
          <c:dPt>
            <c:idx val="269"/>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21B-FE4B-41C1-95DE-C948A4DD4219}"/>
              </c:ext>
            </c:extLst>
          </c:dPt>
          <c:dPt>
            <c:idx val="270"/>
            <c:bubble3D val="0"/>
            <c:spPr>
              <a:solidFill>
                <a:schemeClr val="accent1"/>
              </a:solidFill>
              <a:ln w="19050">
                <a:solidFill>
                  <a:schemeClr val="lt1"/>
                </a:solidFill>
              </a:ln>
              <a:effectLst/>
            </c:spPr>
            <c:extLst>
              <c:ext xmlns:c16="http://schemas.microsoft.com/office/drawing/2014/chart" uri="{C3380CC4-5D6E-409C-BE32-E72D297353CC}">
                <c16:uniqueId val="{0000021D-FE4B-41C1-95DE-C948A4DD4219}"/>
              </c:ext>
            </c:extLst>
          </c:dPt>
          <c:dPt>
            <c:idx val="271"/>
            <c:bubble3D val="0"/>
            <c:spPr>
              <a:solidFill>
                <a:schemeClr val="accent2"/>
              </a:solidFill>
              <a:ln w="19050">
                <a:solidFill>
                  <a:schemeClr val="lt1"/>
                </a:solidFill>
              </a:ln>
              <a:effectLst/>
            </c:spPr>
            <c:extLst>
              <c:ext xmlns:c16="http://schemas.microsoft.com/office/drawing/2014/chart" uri="{C3380CC4-5D6E-409C-BE32-E72D297353CC}">
                <c16:uniqueId val="{0000021F-FE4B-41C1-95DE-C948A4DD4219}"/>
              </c:ext>
            </c:extLst>
          </c:dPt>
          <c:dPt>
            <c:idx val="272"/>
            <c:bubble3D val="0"/>
            <c:spPr>
              <a:solidFill>
                <a:schemeClr val="accent3"/>
              </a:solidFill>
              <a:ln w="19050">
                <a:solidFill>
                  <a:schemeClr val="lt1"/>
                </a:solidFill>
              </a:ln>
              <a:effectLst/>
            </c:spPr>
            <c:extLst>
              <c:ext xmlns:c16="http://schemas.microsoft.com/office/drawing/2014/chart" uri="{C3380CC4-5D6E-409C-BE32-E72D297353CC}">
                <c16:uniqueId val="{00000221-FE4B-41C1-95DE-C948A4DD4219}"/>
              </c:ext>
            </c:extLst>
          </c:dPt>
          <c:dPt>
            <c:idx val="273"/>
            <c:bubble3D val="0"/>
            <c:spPr>
              <a:solidFill>
                <a:schemeClr val="accent4"/>
              </a:solidFill>
              <a:ln w="19050">
                <a:solidFill>
                  <a:schemeClr val="lt1"/>
                </a:solidFill>
              </a:ln>
              <a:effectLst/>
            </c:spPr>
            <c:extLst>
              <c:ext xmlns:c16="http://schemas.microsoft.com/office/drawing/2014/chart" uri="{C3380CC4-5D6E-409C-BE32-E72D297353CC}">
                <c16:uniqueId val="{00000223-FE4B-41C1-95DE-C948A4DD4219}"/>
              </c:ext>
            </c:extLst>
          </c:dPt>
          <c:dPt>
            <c:idx val="274"/>
            <c:bubble3D val="0"/>
            <c:spPr>
              <a:solidFill>
                <a:schemeClr val="accent5"/>
              </a:solidFill>
              <a:ln w="19050">
                <a:solidFill>
                  <a:schemeClr val="lt1"/>
                </a:solidFill>
              </a:ln>
              <a:effectLst/>
            </c:spPr>
            <c:extLst>
              <c:ext xmlns:c16="http://schemas.microsoft.com/office/drawing/2014/chart" uri="{C3380CC4-5D6E-409C-BE32-E72D297353CC}">
                <c16:uniqueId val="{00000225-FE4B-41C1-95DE-C948A4DD4219}"/>
              </c:ext>
            </c:extLst>
          </c:dPt>
          <c:dPt>
            <c:idx val="275"/>
            <c:bubble3D val="0"/>
            <c:spPr>
              <a:solidFill>
                <a:schemeClr val="accent6"/>
              </a:solidFill>
              <a:ln w="19050">
                <a:solidFill>
                  <a:schemeClr val="lt1"/>
                </a:solidFill>
              </a:ln>
              <a:effectLst/>
            </c:spPr>
            <c:extLst>
              <c:ext xmlns:c16="http://schemas.microsoft.com/office/drawing/2014/chart" uri="{C3380CC4-5D6E-409C-BE32-E72D297353CC}">
                <c16:uniqueId val="{00000227-FE4B-41C1-95DE-C948A4DD4219}"/>
              </c:ext>
            </c:extLst>
          </c:dPt>
          <c:dPt>
            <c:idx val="27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229-FE4B-41C1-95DE-C948A4DD4219}"/>
              </c:ext>
            </c:extLst>
          </c:dPt>
          <c:dPt>
            <c:idx val="27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22B-FE4B-41C1-95DE-C948A4DD4219}"/>
              </c:ext>
            </c:extLst>
          </c:dPt>
          <c:dPt>
            <c:idx val="27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22D-FE4B-41C1-95DE-C948A4DD4219}"/>
              </c:ext>
            </c:extLst>
          </c:dPt>
          <c:dPt>
            <c:idx val="27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22F-FE4B-41C1-95DE-C948A4DD4219}"/>
              </c:ext>
            </c:extLst>
          </c:dPt>
          <c:dPt>
            <c:idx val="28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231-FE4B-41C1-95DE-C948A4DD4219}"/>
              </c:ext>
            </c:extLst>
          </c:dPt>
          <c:dPt>
            <c:idx val="28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233-FE4B-41C1-95DE-C948A4DD4219}"/>
              </c:ext>
            </c:extLst>
          </c:dPt>
          <c:dPt>
            <c:idx val="28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235-FE4B-41C1-95DE-C948A4DD4219}"/>
              </c:ext>
            </c:extLst>
          </c:dPt>
          <c:dPt>
            <c:idx val="28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237-FE4B-41C1-95DE-C948A4DD4219}"/>
              </c:ext>
            </c:extLst>
          </c:dPt>
          <c:dPt>
            <c:idx val="28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239-FE4B-41C1-95DE-C948A4DD4219}"/>
              </c:ext>
            </c:extLst>
          </c:dPt>
          <c:dPt>
            <c:idx val="28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23B-FE4B-41C1-95DE-C948A4DD4219}"/>
              </c:ext>
            </c:extLst>
          </c:dPt>
          <c:dPt>
            <c:idx val="28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23D-FE4B-41C1-95DE-C948A4DD4219}"/>
              </c:ext>
            </c:extLst>
          </c:dPt>
          <c:dPt>
            <c:idx val="28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23F-FE4B-41C1-95DE-C948A4DD4219}"/>
              </c:ext>
            </c:extLst>
          </c:dPt>
          <c:dPt>
            <c:idx val="28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241-FE4B-41C1-95DE-C948A4DD4219}"/>
              </c:ext>
            </c:extLst>
          </c:dPt>
          <c:dPt>
            <c:idx val="28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243-FE4B-41C1-95DE-C948A4DD4219}"/>
              </c:ext>
            </c:extLst>
          </c:dPt>
          <c:dPt>
            <c:idx val="29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245-FE4B-41C1-95DE-C948A4DD4219}"/>
              </c:ext>
            </c:extLst>
          </c:dPt>
          <c:dPt>
            <c:idx val="29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247-FE4B-41C1-95DE-C948A4DD4219}"/>
              </c:ext>
            </c:extLst>
          </c:dPt>
          <c:dPt>
            <c:idx val="29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249-FE4B-41C1-95DE-C948A4DD4219}"/>
              </c:ext>
            </c:extLst>
          </c:dPt>
          <c:dPt>
            <c:idx val="29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24B-FE4B-41C1-95DE-C948A4DD4219}"/>
              </c:ext>
            </c:extLst>
          </c:dPt>
          <c:dPt>
            <c:idx val="29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24D-FE4B-41C1-95DE-C948A4DD4219}"/>
              </c:ext>
            </c:extLst>
          </c:dPt>
          <c:dPt>
            <c:idx val="29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24F-FE4B-41C1-95DE-C948A4DD4219}"/>
              </c:ext>
            </c:extLst>
          </c:dPt>
          <c:dPt>
            <c:idx val="296"/>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251-FE4B-41C1-95DE-C948A4DD4219}"/>
              </c:ext>
            </c:extLst>
          </c:dPt>
          <c:dPt>
            <c:idx val="297"/>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253-FE4B-41C1-95DE-C948A4DD4219}"/>
              </c:ext>
            </c:extLst>
          </c:dPt>
          <c:dPt>
            <c:idx val="298"/>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255-FE4B-41C1-95DE-C948A4DD4219}"/>
              </c:ext>
            </c:extLst>
          </c:dPt>
          <c:dPt>
            <c:idx val="299"/>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257-FE4B-41C1-95DE-C948A4DD4219}"/>
              </c:ext>
            </c:extLst>
          </c:dPt>
          <c:dPt>
            <c:idx val="30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259-FE4B-41C1-95DE-C948A4DD4219}"/>
              </c:ext>
            </c:extLst>
          </c:dPt>
          <c:dPt>
            <c:idx val="30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25B-FE4B-41C1-95DE-C948A4DD4219}"/>
              </c:ext>
            </c:extLst>
          </c:dPt>
          <c:dPt>
            <c:idx val="302"/>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25D-FE4B-41C1-95DE-C948A4DD4219}"/>
              </c:ext>
            </c:extLst>
          </c:dPt>
          <c:dPt>
            <c:idx val="303"/>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25F-FE4B-41C1-95DE-C948A4DD4219}"/>
              </c:ext>
            </c:extLst>
          </c:dPt>
          <c:dPt>
            <c:idx val="304"/>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261-FE4B-41C1-95DE-C948A4DD4219}"/>
              </c:ext>
            </c:extLst>
          </c:dPt>
          <c:dPt>
            <c:idx val="305"/>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263-FE4B-41C1-95DE-C948A4DD4219}"/>
              </c:ext>
            </c:extLst>
          </c:dPt>
          <c:dPt>
            <c:idx val="306"/>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265-FE4B-41C1-95DE-C948A4DD4219}"/>
              </c:ext>
            </c:extLst>
          </c:dPt>
          <c:dPt>
            <c:idx val="307"/>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267-FE4B-41C1-95DE-C948A4DD4219}"/>
              </c:ext>
            </c:extLst>
          </c:dPt>
          <c:dPt>
            <c:idx val="308"/>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269-FE4B-41C1-95DE-C948A4DD4219}"/>
              </c:ext>
            </c:extLst>
          </c:dPt>
          <c:dPt>
            <c:idx val="309"/>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26B-FE4B-41C1-95DE-C948A4DD4219}"/>
              </c:ext>
            </c:extLst>
          </c:dPt>
          <c:dPt>
            <c:idx val="310"/>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26D-FE4B-41C1-95DE-C948A4DD4219}"/>
              </c:ext>
            </c:extLst>
          </c:dPt>
          <c:dPt>
            <c:idx val="311"/>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26F-FE4B-41C1-95DE-C948A4DD4219}"/>
              </c:ext>
            </c:extLst>
          </c:dPt>
          <c:dPt>
            <c:idx val="312"/>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271-FE4B-41C1-95DE-C948A4DD4219}"/>
              </c:ext>
            </c:extLst>
          </c:dPt>
          <c:dPt>
            <c:idx val="313"/>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273-FE4B-41C1-95DE-C948A4DD4219}"/>
              </c:ext>
            </c:extLst>
          </c:dPt>
          <c:dPt>
            <c:idx val="314"/>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275-FE4B-41C1-95DE-C948A4DD4219}"/>
              </c:ext>
            </c:extLst>
          </c:dPt>
          <c:dPt>
            <c:idx val="315"/>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277-FE4B-41C1-95DE-C948A4DD4219}"/>
              </c:ext>
            </c:extLst>
          </c:dPt>
          <c:dPt>
            <c:idx val="316"/>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279-FE4B-41C1-95DE-C948A4DD4219}"/>
              </c:ext>
            </c:extLst>
          </c:dPt>
          <c:dPt>
            <c:idx val="317"/>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27B-FE4B-41C1-95DE-C948A4DD4219}"/>
              </c:ext>
            </c:extLst>
          </c:dPt>
          <c:dPt>
            <c:idx val="318"/>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27D-FE4B-41C1-95DE-C948A4DD4219}"/>
              </c:ext>
            </c:extLst>
          </c:dPt>
          <c:dPt>
            <c:idx val="319"/>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27F-FE4B-41C1-95DE-C948A4DD4219}"/>
              </c:ext>
            </c:extLst>
          </c:dPt>
          <c:dPt>
            <c:idx val="320"/>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281-FE4B-41C1-95DE-C948A4DD4219}"/>
              </c:ext>
            </c:extLst>
          </c:dPt>
          <c:dPt>
            <c:idx val="321"/>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283-FE4B-41C1-95DE-C948A4DD4219}"/>
              </c:ext>
            </c:extLst>
          </c:dPt>
          <c:dPt>
            <c:idx val="32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285-FE4B-41C1-95DE-C948A4DD4219}"/>
              </c:ext>
            </c:extLst>
          </c:dPt>
          <c:dPt>
            <c:idx val="323"/>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287-FE4B-41C1-95DE-C948A4DD4219}"/>
              </c:ext>
            </c:extLst>
          </c:dPt>
          <c:dPt>
            <c:idx val="324"/>
            <c:bubble3D val="0"/>
            <c:spPr>
              <a:solidFill>
                <a:schemeClr val="accent1"/>
              </a:solidFill>
              <a:ln w="19050">
                <a:solidFill>
                  <a:schemeClr val="lt1"/>
                </a:solidFill>
              </a:ln>
              <a:effectLst/>
            </c:spPr>
            <c:extLst>
              <c:ext xmlns:c16="http://schemas.microsoft.com/office/drawing/2014/chart" uri="{C3380CC4-5D6E-409C-BE32-E72D297353CC}">
                <c16:uniqueId val="{00000289-FE4B-41C1-95DE-C948A4DD4219}"/>
              </c:ext>
            </c:extLst>
          </c:dPt>
          <c:dPt>
            <c:idx val="325"/>
            <c:bubble3D val="0"/>
            <c:spPr>
              <a:solidFill>
                <a:schemeClr val="accent2"/>
              </a:solidFill>
              <a:ln w="19050">
                <a:solidFill>
                  <a:schemeClr val="lt1"/>
                </a:solidFill>
              </a:ln>
              <a:effectLst/>
            </c:spPr>
            <c:extLst>
              <c:ext xmlns:c16="http://schemas.microsoft.com/office/drawing/2014/chart" uri="{C3380CC4-5D6E-409C-BE32-E72D297353CC}">
                <c16:uniqueId val="{0000028B-FE4B-41C1-95DE-C948A4DD4219}"/>
              </c:ext>
            </c:extLst>
          </c:dPt>
          <c:dPt>
            <c:idx val="326"/>
            <c:bubble3D val="0"/>
            <c:spPr>
              <a:solidFill>
                <a:schemeClr val="accent3"/>
              </a:solidFill>
              <a:ln w="19050">
                <a:solidFill>
                  <a:schemeClr val="lt1"/>
                </a:solidFill>
              </a:ln>
              <a:effectLst/>
            </c:spPr>
            <c:extLst>
              <c:ext xmlns:c16="http://schemas.microsoft.com/office/drawing/2014/chart" uri="{C3380CC4-5D6E-409C-BE32-E72D297353CC}">
                <c16:uniqueId val="{0000028D-FE4B-41C1-95DE-C948A4DD4219}"/>
              </c:ext>
            </c:extLst>
          </c:dPt>
          <c:dPt>
            <c:idx val="327"/>
            <c:bubble3D val="0"/>
            <c:spPr>
              <a:solidFill>
                <a:schemeClr val="accent4"/>
              </a:solidFill>
              <a:ln w="19050">
                <a:solidFill>
                  <a:schemeClr val="lt1"/>
                </a:solidFill>
              </a:ln>
              <a:effectLst/>
            </c:spPr>
            <c:extLst>
              <c:ext xmlns:c16="http://schemas.microsoft.com/office/drawing/2014/chart" uri="{C3380CC4-5D6E-409C-BE32-E72D297353CC}">
                <c16:uniqueId val="{0000028F-FE4B-41C1-95DE-C948A4DD4219}"/>
              </c:ext>
            </c:extLst>
          </c:dPt>
          <c:dPt>
            <c:idx val="328"/>
            <c:bubble3D val="0"/>
            <c:spPr>
              <a:solidFill>
                <a:schemeClr val="accent5"/>
              </a:solidFill>
              <a:ln w="19050">
                <a:solidFill>
                  <a:schemeClr val="lt1"/>
                </a:solidFill>
              </a:ln>
              <a:effectLst/>
            </c:spPr>
            <c:extLst>
              <c:ext xmlns:c16="http://schemas.microsoft.com/office/drawing/2014/chart" uri="{C3380CC4-5D6E-409C-BE32-E72D297353CC}">
                <c16:uniqueId val="{00000291-FE4B-41C1-95DE-C948A4DD4219}"/>
              </c:ext>
            </c:extLst>
          </c:dPt>
          <c:dPt>
            <c:idx val="329"/>
            <c:bubble3D val="0"/>
            <c:spPr>
              <a:solidFill>
                <a:schemeClr val="accent6"/>
              </a:solidFill>
              <a:ln w="19050">
                <a:solidFill>
                  <a:schemeClr val="lt1"/>
                </a:solidFill>
              </a:ln>
              <a:effectLst/>
            </c:spPr>
            <c:extLst>
              <c:ext xmlns:c16="http://schemas.microsoft.com/office/drawing/2014/chart" uri="{C3380CC4-5D6E-409C-BE32-E72D297353CC}">
                <c16:uniqueId val="{00000293-FE4B-41C1-95DE-C948A4DD4219}"/>
              </c:ext>
            </c:extLst>
          </c:dPt>
          <c:dPt>
            <c:idx val="33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295-FE4B-41C1-95DE-C948A4DD4219}"/>
              </c:ext>
            </c:extLst>
          </c:dPt>
          <c:dPt>
            <c:idx val="331"/>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297-FE4B-41C1-95DE-C948A4DD4219}"/>
              </c:ext>
            </c:extLst>
          </c:dPt>
          <c:dPt>
            <c:idx val="332"/>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299-FE4B-41C1-95DE-C948A4DD4219}"/>
              </c:ext>
            </c:extLst>
          </c:dPt>
          <c:dPt>
            <c:idx val="333"/>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29B-FE4B-41C1-95DE-C948A4DD4219}"/>
              </c:ext>
            </c:extLst>
          </c:dPt>
          <c:dPt>
            <c:idx val="33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29D-FE4B-41C1-95DE-C948A4DD4219}"/>
              </c:ext>
            </c:extLst>
          </c:dPt>
          <c:dPt>
            <c:idx val="335"/>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29F-FE4B-41C1-95DE-C948A4DD4219}"/>
              </c:ext>
            </c:extLst>
          </c:dPt>
          <c:dPt>
            <c:idx val="33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2A1-FE4B-41C1-95DE-C948A4DD4219}"/>
              </c:ext>
            </c:extLst>
          </c:dPt>
          <c:dPt>
            <c:idx val="337"/>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2A3-FE4B-41C1-95DE-C948A4DD4219}"/>
              </c:ext>
            </c:extLst>
          </c:dPt>
          <c:dPt>
            <c:idx val="338"/>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2A5-FE4B-41C1-95DE-C948A4DD4219}"/>
              </c:ext>
            </c:extLst>
          </c:dPt>
          <c:dPt>
            <c:idx val="339"/>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2A7-FE4B-41C1-95DE-C948A4DD4219}"/>
              </c:ext>
            </c:extLst>
          </c:dPt>
          <c:dPt>
            <c:idx val="340"/>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2A9-FE4B-41C1-95DE-C948A4DD4219}"/>
              </c:ext>
            </c:extLst>
          </c:dPt>
          <c:dPt>
            <c:idx val="341"/>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2AB-FE4B-41C1-95DE-C948A4DD4219}"/>
              </c:ext>
            </c:extLst>
          </c:dPt>
          <c:dPt>
            <c:idx val="342"/>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2AD-FE4B-41C1-95DE-C948A4DD4219}"/>
              </c:ext>
            </c:extLst>
          </c:dPt>
          <c:dPt>
            <c:idx val="343"/>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2AF-FE4B-41C1-95DE-C948A4DD4219}"/>
              </c:ext>
            </c:extLst>
          </c:dPt>
          <c:dPt>
            <c:idx val="344"/>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2B1-FE4B-41C1-95DE-C948A4DD4219}"/>
              </c:ext>
            </c:extLst>
          </c:dPt>
          <c:dPt>
            <c:idx val="345"/>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2B3-FE4B-41C1-95DE-C948A4DD4219}"/>
              </c:ext>
            </c:extLst>
          </c:dPt>
          <c:dPt>
            <c:idx val="346"/>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2B5-FE4B-41C1-95DE-C948A4DD4219}"/>
              </c:ext>
            </c:extLst>
          </c:dPt>
          <c:dPt>
            <c:idx val="347"/>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2B7-FE4B-41C1-95DE-C948A4DD4219}"/>
              </c:ext>
            </c:extLst>
          </c:dPt>
          <c:dPt>
            <c:idx val="348"/>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2B9-FE4B-41C1-95DE-C948A4DD4219}"/>
              </c:ext>
            </c:extLst>
          </c:dPt>
          <c:dPt>
            <c:idx val="349"/>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2BB-FE4B-41C1-95DE-C948A4DD4219}"/>
              </c:ext>
            </c:extLst>
          </c:dPt>
          <c:dPt>
            <c:idx val="350"/>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2BD-FE4B-41C1-95DE-C948A4DD4219}"/>
              </c:ext>
            </c:extLst>
          </c:dPt>
          <c:dPt>
            <c:idx val="351"/>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2BF-FE4B-41C1-95DE-C948A4DD4219}"/>
              </c:ext>
            </c:extLst>
          </c:dPt>
          <c:dPt>
            <c:idx val="352"/>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2C1-FE4B-41C1-95DE-C948A4DD4219}"/>
              </c:ext>
            </c:extLst>
          </c:dPt>
          <c:dPt>
            <c:idx val="353"/>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2C3-FE4B-41C1-95DE-C948A4DD4219}"/>
              </c:ext>
            </c:extLst>
          </c:dPt>
          <c:dPt>
            <c:idx val="354"/>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2C5-FE4B-41C1-95DE-C948A4DD4219}"/>
              </c:ext>
            </c:extLst>
          </c:dPt>
          <c:dPt>
            <c:idx val="355"/>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2C7-FE4B-41C1-95DE-C948A4DD4219}"/>
              </c:ext>
            </c:extLst>
          </c:dPt>
          <c:cat>
            <c:strRef>
              <c:f>'Bowler_Extra _runs'!$A$4:$A$71</c:f>
              <c:strCache>
                <c:ptCount val="67"/>
                <c:pt idx="0">
                  <c:v>UT Yadav</c:v>
                </c:pt>
                <c:pt idx="1">
                  <c:v>A Mishra</c:v>
                </c:pt>
                <c:pt idx="2">
                  <c:v>Mohammed Shami</c:v>
                </c:pt>
                <c:pt idx="3">
                  <c:v>M Morkel</c:v>
                </c:pt>
                <c:pt idx="4">
                  <c:v>PJ Sangwan</c:v>
                </c:pt>
                <c:pt idx="5">
                  <c:v>IK Pathan</c:v>
                </c:pt>
                <c:pt idx="6">
                  <c:v>DP Nannes</c:v>
                </c:pt>
                <c:pt idx="7">
                  <c:v>A Nehra</c:v>
                </c:pt>
                <c:pt idx="8">
                  <c:v>Z Khan</c:v>
                </c:pt>
                <c:pt idx="9">
                  <c:v>MF Maharoof</c:v>
                </c:pt>
                <c:pt idx="10">
                  <c:v>S Nadeem</c:v>
                </c:pt>
                <c:pt idx="11">
                  <c:v>Imran Tahir</c:v>
                </c:pt>
                <c:pt idx="12">
                  <c:v>PJ Cummins</c:v>
                </c:pt>
                <c:pt idx="13">
                  <c:v>CH Morris</c:v>
                </c:pt>
                <c:pt idx="14">
                  <c:v>NM Coulter-Nile</c:v>
                </c:pt>
                <c:pt idx="15">
                  <c:v>VY Mahesh</c:v>
                </c:pt>
                <c:pt idx="16">
                  <c:v>K Rabada</c:v>
                </c:pt>
                <c:pt idx="17">
                  <c:v>S Kaul</c:v>
                </c:pt>
                <c:pt idx="18">
                  <c:v>R Bhatia</c:v>
                </c:pt>
                <c:pt idx="19">
                  <c:v>WD Parnell</c:v>
                </c:pt>
                <c:pt idx="20">
                  <c:v>VR Aaron</c:v>
                </c:pt>
                <c:pt idx="21">
                  <c:v>JP Duminy</c:v>
                </c:pt>
                <c:pt idx="22">
                  <c:v>Mohammad Asif</c:v>
                </c:pt>
                <c:pt idx="23">
                  <c:v>AB Dinda</c:v>
                </c:pt>
                <c:pt idx="24">
                  <c:v>AM Salvi</c:v>
                </c:pt>
                <c:pt idx="25">
                  <c:v>AB Agarkar</c:v>
                </c:pt>
                <c:pt idx="26">
                  <c:v>GD McGrath</c:v>
                </c:pt>
                <c:pt idx="27">
                  <c:v>CR Brathwaite</c:v>
                </c:pt>
                <c:pt idx="28">
                  <c:v>R Shukla</c:v>
                </c:pt>
                <c:pt idx="29">
                  <c:v>JR Hopes</c:v>
                </c:pt>
                <c:pt idx="30">
                  <c:v>JD Unadkat</c:v>
                </c:pt>
                <c:pt idx="31">
                  <c:v>Shoaib Malik</c:v>
                </c:pt>
                <c:pt idx="32">
                  <c:v>DL Vettori</c:v>
                </c:pt>
                <c:pt idx="33">
                  <c:v>CJ Anderson</c:v>
                </c:pt>
                <c:pt idx="34">
                  <c:v>AD Mathews</c:v>
                </c:pt>
                <c:pt idx="35">
                  <c:v>Y Nagar</c:v>
                </c:pt>
                <c:pt idx="36">
                  <c:v>JDS Neesham</c:v>
                </c:pt>
                <c:pt idx="37">
                  <c:v>DJ Muthuswami</c:v>
                </c:pt>
                <c:pt idx="38">
                  <c:v>J Botha</c:v>
                </c:pt>
                <c:pt idx="39">
                  <c:v>LR Shukla</c:v>
                </c:pt>
                <c:pt idx="40">
                  <c:v>RE van der Merwe</c:v>
                </c:pt>
                <c:pt idx="41">
                  <c:v>JA Morkel</c:v>
                </c:pt>
                <c:pt idx="42">
                  <c:v>AD Russell</c:v>
                </c:pt>
                <c:pt idx="43">
                  <c:v>J Yadav</c:v>
                </c:pt>
                <c:pt idx="44">
                  <c:v>GS Sandhu</c:v>
                </c:pt>
                <c:pt idx="45">
                  <c:v>Yuvraj Singh</c:v>
                </c:pt>
                <c:pt idx="46">
                  <c:v>P Negi</c:v>
                </c:pt>
                <c:pt idx="47">
                  <c:v>KP Pietersen</c:v>
                </c:pt>
                <c:pt idx="48">
                  <c:v>V Sehwag</c:v>
                </c:pt>
                <c:pt idx="49">
                  <c:v>S Ladda</c:v>
                </c:pt>
                <c:pt idx="50">
                  <c:v>Sunny Gupta</c:v>
                </c:pt>
                <c:pt idx="51">
                  <c:v>PD Collingwood</c:v>
                </c:pt>
                <c:pt idx="52">
                  <c:v>BJ Rohrer</c:v>
                </c:pt>
                <c:pt idx="53">
                  <c:v>GJ Maxwell</c:v>
                </c:pt>
                <c:pt idx="54">
                  <c:v>AJ Finch</c:v>
                </c:pt>
                <c:pt idx="55">
                  <c:v>AB McDonald</c:v>
                </c:pt>
                <c:pt idx="56">
                  <c:v>B Geeves</c:v>
                </c:pt>
                <c:pt idx="57">
                  <c:v>DAJ Bracewell</c:v>
                </c:pt>
                <c:pt idx="58">
                  <c:v>TM Dilshan</c:v>
                </c:pt>
                <c:pt idx="59">
                  <c:v>MN Samuels</c:v>
                </c:pt>
                <c:pt idx="60">
                  <c:v>Y Venugopal Rao</c:v>
                </c:pt>
                <c:pt idx="61">
                  <c:v>MK Tiwary</c:v>
                </c:pt>
                <c:pt idx="62">
                  <c:v>M Vijay</c:v>
                </c:pt>
                <c:pt idx="63">
                  <c:v>BMAJ Mendis</c:v>
                </c:pt>
                <c:pt idx="64">
                  <c:v>MC Henriques</c:v>
                </c:pt>
                <c:pt idx="65">
                  <c:v>R Sharma</c:v>
                </c:pt>
                <c:pt idx="66">
                  <c:v>S Sriram</c:v>
                </c:pt>
              </c:strCache>
            </c:strRef>
          </c:cat>
          <c:val>
            <c:numRef>
              <c:f>'Bowler_Extra _runs'!$B$4:$B$71</c:f>
              <c:numCache>
                <c:formatCode>General</c:formatCode>
                <c:ptCount val="67"/>
                <c:pt idx="0">
                  <c:v>80</c:v>
                </c:pt>
                <c:pt idx="1">
                  <c:v>75</c:v>
                </c:pt>
                <c:pt idx="2">
                  <c:v>68</c:v>
                </c:pt>
                <c:pt idx="3">
                  <c:v>68</c:v>
                </c:pt>
                <c:pt idx="4">
                  <c:v>67</c:v>
                </c:pt>
                <c:pt idx="5">
                  <c:v>65</c:v>
                </c:pt>
                <c:pt idx="6">
                  <c:v>61</c:v>
                </c:pt>
                <c:pt idx="7">
                  <c:v>47</c:v>
                </c:pt>
                <c:pt idx="8">
                  <c:v>46</c:v>
                </c:pt>
                <c:pt idx="9">
                  <c:v>38</c:v>
                </c:pt>
                <c:pt idx="10">
                  <c:v>37</c:v>
                </c:pt>
                <c:pt idx="11">
                  <c:v>34</c:v>
                </c:pt>
                <c:pt idx="12">
                  <c:v>32</c:v>
                </c:pt>
                <c:pt idx="13">
                  <c:v>30</c:v>
                </c:pt>
                <c:pt idx="14">
                  <c:v>30</c:v>
                </c:pt>
                <c:pt idx="15">
                  <c:v>26</c:v>
                </c:pt>
                <c:pt idx="16">
                  <c:v>24</c:v>
                </c:pt>
                <c:pt idx="17">
                  <c:v>22</c:v>
                </c:pt>
                <c:pt idx="18">
                  <c:v>22</c:v>
                </c:pt>
                <c:pt idx="19">
                  <c:v>21</c:v>
                </c:pt>
                <c:pt idx="20">
                  <c:v>21</c:v>
                </c:pt>
                <c:pt idx="21">
                  <c:v>20</c:v>
                </c:pt>
                <c:pt idx="22">
                  <c:v>18</c:v>
                </c:pt>
                <c:pt idx="23">
                  <c:v>16</c:v>
                </c:pt>
                <c:pt idx="24">
                  <c:v>15</c:v>
                </c:pt>
                <c:pt idx="25">
                  <c:v>15</c:v>
                </c:pt>
                <c:pt idx="26">
                  <c:v>14</c:v>
                </c:pt>
                <c:pt idx="27">
                  <c:v>13</c:v>
                </c:pt>
                <c:pt idx="28">
                  <c:v>11</c:v>
                </c:pt>
                <c:pt idx="29">
                  <c:v>11</c:v>
                </c:pt>
                <c:pt idx="30">
                  <c:v>10</c:v>
                </c:pt>
                <c:pt idx="31">
                  <c:v>10</c:v>
                </c:pt>
                <c:pt idx="32">
                  <c:v>10</c:v>
                </c:pt>
                <c:pt idx="33">
                  <c:v>10</c:v>
                </c:pt>
                <c:pt idx="34">
                  <c:v>10</c:v>
                </c:pt>
                <c:pt idx="35">
                  <c:v>8</c:v>
                </c:pt>
                <c:pt idx="36">
                  <c:v>8</c:v>
                </c:pt>
                <c:pt idx="37">
                  <c:v>7</c:v>
                </c:pt>
                <c:pt idx="38">
                  <c:v>7</c:v>
                </c:pt>
                <c:pt idx="39">
                  <c:v>7</c:v>
                </c:pt>
                <c:pt idx="40">
                  <c:v>6</c:v>
                </c:pt>
                <c:pt idx="41">
                  <c:v>6</c:v>
                </c:pt>
                <c:pt idx="42">
                  <c:v>5</c:v>
                </c:pt>
                <c:pt idx="43">
                  <c:v>4</c:v>
                </c:pt>
                <c:pt idx="44">
                  <c:v>4</c:v>
                </c:pt>
                <c:pt idx="45">
                  <c:v>4</c:v>
                </c:pt>
                <c:pt idx="46">
                  <c:v>4</c:v>
                </c:pt>
                <c:pt idx="47">
                  <c:v>4</c:v>
                </c:pt>
                <c:pt idx="48">
                  <c:v>3</c:v>
                </c:pt>
                <c:pt idx="49">
                  <c:v>3</c:v>
                </c:pt>
                <c:pt idx="50">
                  <c:v>2</c:v>
                </c:pt>
                <c:pt idx="51">
                  <c:v>1</c:v>
                </c:pt>
                <c:pt idx="52">
                  <c:v>1</c:v>
                </c:pt>
                <c:pt idx="53">
                  <c:v>1</c:v>
                </c:pt>
                <c:pt idx="54">
                  <c:v>1</c:v>
                </c:pt>
                <c:pt idx="55">
                  <c:v>1</c:v>
                </c:pt>
                <c:pt idx="56">
                  <c:v>1</c:v>
                </c:pt>
                <c:pt idx="57">
                  <c:v>1</c:v>
                </c:pt>
                <c:pt idx="58">
                  <c:v>1</c:v>
                </c:pt>
                <c:pt idx="59">
                  <c:v>0</c:v>
                </c:pt>
                <c:pt idx="60">
                  <c:v>0</c:v>
                </c:pt>
                <c:pt idx="61">
                  <c:v>0</c:v>
                </c:pt>
                <c:pt idx="62">
                  <c:v>0</c:v>
                </c:pt>
                <c:pt idx="63">
                  <c:v>0</c:v>
                </c:pt>
                <c:pt idx="64">
                  <c:v>0</c:v>
                </c:pt>
                <c:pt idx="65">
                  <c:v>0</c:v>
                </c:pt>
                <c:pt idx="66">
                  <c:v>0</c:v>
                </c:pt>
              </c:numCache>
            </c:numRef>
          </c:val>
          <c:extLst>
            <c:ext xmlns:c16="http://schemas.microsoft.com/office/drawing/2014/chart" uri="{C3380CC4-5D6E-409C-BE32-E72D297353CC}">
              <c16:uniqueId val="{000002C8-FE4B-41C1-95DE-C948A4DD4219}"/>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capstone.xlsx]toss and wins by eachteam!PivotTable13</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'toss and wins by eachteam'!$B$3</c:f>
              <c:strCache>
                <c:ptCount val="1"/>
                <c:pt idx="0">
                  <c:v>Count of winner</c:v>
                </c:pt>
              </c:strCache>
            </c:strRef>
          </c:tx>
          <c:spPr>
            <a:solidFill>
              <a:schemeClr val="accent1"/>
            </a:solidFill>
            <a:ln>
              <a:noFill/>
            </a:ln>
            <a:effectLst/>
          </c:spPr>
          <c:invertIfNegative val="0"/>
          <c:cat>
            <c:strRef>
              <c:f>'toss and wins by eachteam'!$A$4:$A$17</c:f>
              <c:strCache>
                <c:ptCount val="13"/>
                <c:pt idx="0">
                  <c:v>Chennai Super Kings</c:v>
                </c:pt>
                <c:pt idx="1">
                  <c:v>Deccan Chargers</c:v>
                </c:pt>
                <c:pt idx="2">
                  <c:v>Delhi Daredevils</c:v>
                </c:pt>
                <c:pt idx="3">
                  <c:v>Gujarat Lions</c:v>
                </c:pt>
                <c:pt idx="4">
                  <c:v>Kings XI Punjab</c:v>
                </c:pt>
                <c:pt idx="5">
                  <c:v>Kochi Tuskers Kerala</c:v>
                </c:pt>
                <c:pt idx="6">
                  <c:v>Kolkata Knight Riders</c:v>
                </c:pt>
                <c:pt idx="7">
                  <c:v>Mumbai Indians</c:v>
                </c:pt>
                <c:pt idx="8">
                  <c:v>Pune Warriors</c:v>
                </c:pt>
                <c:pt idx="9">
                  <c:v>Rajasthan Royals</c:v>
                </c:pt>
                <c:pt idx="10">
                  <c:v>Rising Pune Supergiants</c:v>
                </c:pt>
                <c:pt idx="11">
                  <c:v>Royal Challengers Bangalore</c:v>
                </c:pt>
                <c:pt idx="12">
                  <c:v>Sunrisers Hyderabad</c:v>
                </c:pt>
              </c:strCache>
            </c:strRef>
          </c:cat>
          <c:val>
            <c:numRef>
              <c:f>'toss and wins by eachteam'!$B$4:$B$17</c:f>
              <c:numCache>
                <c:formatCode>General</c:formatCode>
                <c:ptCount val="13"/>
                <c:pt idx="0">
                  <c:v>77</c:v>
                </c:pt>
                <c:pt idx="1">
                  <c:v>43</c:v>
                </c:pt>
                <c:pt idx="2">
                  <c:v>61</c:v>
                </c:pt>
                <c:pt idx="3">
                  <c:v>14</c:v>
                </c:pt>
                <c:pt idx="4">
                  <c:v>77</c:v>
                </c:pt>
                <c:pt idx="5">
                  <c:v>7</c:v>
                </c:pt>
                <c:pt idx="6">
                  <c:v>68</c:v>
                </c:pt>
                <c:pt idx="7">
                  <c:v>82</c:v>
                </c:pt>
                <c:pt idx="8">
                  <c:v>20</c:v>
                </c:pt>
                <c:pt idx="9">
                  <c:v>54</c:v>
                </c:pt>
                <c:pt idx="10">
                  <c:v>15</c:v>
                </c:pt>
                <c:pt idx="11">
                  <c:v>69</c:v>
                </c:pt>
                <c:pt idx="12">
                  <c:v>46</c:v>
                </c:pt>
              </c:numCache>
            </c:numRef>
          </c:val>
          <c:extLst>
            <c:ext xmlns:c16="http://schemas.microsoft.com/office/drawing/2014/chart" uri="{C3380CC4-5D6E-409C-BE32-E72D297353CC}">
              <c16:uniqueId val="{00000000-783D-4D4C-8F31-84245115AA56}"/>
            </c:ext>
          </c:extLst>
        </c:ser>
        <c:ser>
          <c:idx val="1"/>
          <c:order val="1"/>
          <c:tx>
            <c:strRef>
              <c:f>'toss and wins by eachteam'!$C$3</c:f>
              <c:strCache>
                <c:ptCount val="1"/>
                <c:pt idx="0">
                  <c:v>Count of toss_winner</c:v>
                </c:pt>
              </c:strCache>
            </c:strRef>
          </c:tx>
          <c:spPr>
            <a:solidFill>
              <a:schemeClr val="accent2"/>
            </a:solidFill>
            <a:ln>
              <a:noFill/>
            </a:ln>
            <a:effectLst/>
          </c:spPr>
          <c:invertIfNegative val="0"/>
          <c:cat>
            <c:strRef>
              <c:f>'toss and wins by eachteam'!$A$4:$A$17</c:f>
              <c:strCache>
                <c:ptCount val="13"/>
                <c:pt idx="0">
                  <c:v>Chennai Super Kings</c:v>
                </c:pt>
                <c:pt idx="1">
                  <c:v>Deccan Chargers</c:v>
                </c:pt>
                <c:pt idx="2">
                  <c:v>Delhi Daredevils</c:v>
                </c:pt>
                <c:pt idx="3">
                  <c:v>Gujarat Lions</c:v>
                </c:pt>
                <c:pt idx="4">
                  <c:v>Kings XI Punjab</c:v>
                </c:pt>
                <c:pt idx="5">
                  <c:v>Kochi Tuskers Kerala</c:v>
                </c:pt>
                <c:pt idx="6">
                  <c:v>Kolkata Knight Riders</c:v>
                </c:pt>
                <c:pt idx="7">
                  <c:v>Mumbai Indians</c:v>
                </c:pt>
                <c:pt idx="8">
                  <c:v>Pune Warriors</c:v>
                </c:pt>
                <c:pt idx="9">
                  <c:v>Rajasthan Royals</c:v>
                </c:pt>
                <c:pt idx="10">
                  <c:v>Rising Pune Supergiants</c:v>
                </c:pt>
                <c:pt idx="11">
                  <c:v>Royal Challengers Bangalore</c:v>
                </c:pt>
                <c:pt idx="12">
                  <c:v>Sunrisers Hyderabad</c:v>
                </c:pt>
              </c:strCache>
            </c:strRef>
          </c:cat>
          <c:val>
            <c:numRef>
              <c:f>'toss and wins by eachteam'!$C$4:$C$17</c:f>
              <c:numCache>
                <c:formatCode>General</c:formatCode>
                <c:ptCount val="13"/>
                <c:pt idx="0">
                  <c:v>77</c:v>
                </c:pt>
                <c:pt idx="1">
                  <c:v>43</c:v>
                </c:pt>
                <c:pt idx="2">
                  <c:v>63</c:v>
                </c:pt>
                <c:pt idx="3">
                  <c:v>14</c:v>
                </c:pt>
                <c:pt idx="4">
                  <c:v>77</c:v>
                </c:pt>
                <c:pt idx="5">
                  <c:v>7</c:v>
                </c:pt>
                <c:pt idx="6">
                  <c:v>68</c:v>
                </c:pt>
                <c:pt idx="7">
                  <c:v>82</c:v>
                </c:pt>
                <c:pt idx="8">
                  <c:v>20</c:v>
                </c:pt>
                <c:pt idx="9">
                  <c:v>54</c:v>
                </c:pt>
                <c:pt idx="10">
                  <c:v>15</c:v>
                </c:pt>
                <c:pt idx="11">
                  <c:v>70</c:v>
                </c:pt>
                <c:pt idx="12">
                  <c:v>46</c:v>
                </c:pt>
              </c:numCache>
            </c:numRef>
          </c:val>
          <c:extLst>
            <c:ext xmlns:c16="http://schemas.microsoft.com/office/drawing/2014/chart" uri="{C3380CC4-5D6E-409C-BE32-E72D297353CC}">
              <c16:uniqueId val="{00000001-783D-4D4C-8F31-84245115AA56}"/>
            </c:ext>
          </c:extLst>
        </c:ser>
        <c:dLbls>
          <c:showLegendKey val="0"/>
          <c:showVal val="0"/>
          <c:showCatName val="0"/>
          <c:showSerName val="0"/>
          <c:showPercent val="0"/>
          <c:showBubbleSize val="0"/>
        </c:dLbls>
        <c:gapWidth val="219"/>
        <c:overlap val="-27"/>
        <c:axId val="752513768"/>
        <c:axId val="752511472"/>
      </c:barChart>
      <c:catAx>
        <c:axId val="752513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2511472"/>
        <c:crosses val="autoZero"/>
        <c:auto val="1"/>
        <c:lblAlgn val="ctr"/>
        <c:lblOffset val="100"/>
        <c:noMultiLvlLbl val="0"/>
      </c:catAx>
      <c:valAx>
        <c:axId val="752511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25137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[Sachin ghanteppagolExcelCapstone.xlsx]Player of match count!PivotTable8</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aseline="0"/>
              <a:t>Player of match Count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pivotFmt>
      <c:pivotFmt>
        <c:idx val="49"/>
        <c:spPr>
          <a:solidFill>
            <a:schemeClr val="accent1"/>
          </a:solidFill>
          <a:ln w="19050">
            <a:solidFill>
              <a:schemeClr val="lt1"/>
            </a:solidFill>
          </a:ln>
          <a:effectLst/>
        </c:spPr>
      </c:pivotFmt>
      <c:pivotFmt>
        <c:idx val="50"/>
        <c:spPr>
          <a:solidFill>
            <a:schemeClr val="accent1"/>
          </a:solidFill>
          <a:ln w="19050">
            <a:solidFill>
              <a:schemeClr val="lt1"/>
            </a:solidFill>
          </a:ln>
          <a:effectLst/>
        </c:spPr>
      </c:pivotFmt>
      <c:pivotFmt>
        <c:idx val="51"/>
        <c:spPr>
          <a:solidFill>
            <a:schemeClr val="accent1"/>
          </a:solidFill>
          <a:ln w="19050">
            <a:solidFill>
              <a:schemeClr val="lt1"/>
            </a:solidFill>
          </a:ln>
          <a:effectLst/>
        </c:spPr>
      </c:pivotFmt>
      <c:pivotFmt>
        <c:idx val="52"/>
        <c:spPr>
          <a:solidFill>
            <a:schemeClr val="accent1"/>
          </a:solidFill>
          <a:ln w="19050">
            <a:solidFill>
              <a:schemeClr val="lt1"/>
            </a:solidFill>
          </a:ln>
          <a:effectLst/>
        </c:spPr>
      </c:pivotFmt>
      <c:pivotFmt>
        <c:idx val="53"/>
        <c:spPr>
          <a:solidFill>
            <a:schemeClr val="accent1"/>
          </a:solidFill>
          <a:ln w="19050">
            <a:solidFill>
              <a:schemeClr val="lt1"/>
            </a:solidFill>
          </a:ln>
          <a:effectLst/>
        </c:spPr>
      </c:pivotFmt>
      <c:pivotFmt>
        <c:idx val="54"/>
        <c:spPr>
          <a:solidFill>
            <a:schemeClr val="accent1"/>
          </a:solidFill>
          <a:ln w="19050">
            <a:solidFill>
              <a:schemeClr val="lt1"/>
            </a:solidFill>
          </a:ln>
          <a:effectLst/>
        </c:spPr>
      </c:pivotFmt>
      <c:pivotFmt>
        <c:idx val="55"/>
        <c:spPr>
          <a:solidFill>
            <a:schemeClr val="accent1"/>
          </a:solidFill>
          <a:ln w="19050">
            <a:solidFill>
              <a:schemeClr val="lt1"/>
            </a:solidFill>
          </a:ln>
          <a:effectLst/>
        </c:spPr>
      </c:pivotFmt>
      <c:pivotFmt>
        <c:idx val="56"/>
        <c:spPr>
          <a:solidFill>
            <a:schemeClr val="accent1"/>
          </a:solidFill>
          <a:ln w="19050">
            <a:solidFill>
              <a:schemeClr val="lt1"/>
            </a:solidFill>
          </a:ln>
          <a:effectLst/>
        </c:spPr>
      </c:pivotFmt>
      <c:pivotFmt>
        <c:idx val="57"/>
        <c:spPr>
          <a:solidFill>
            <a:schemeClr val="accent1"/>
          </a:solidFill>
          <a:ln w="19050">
            <a:solidFill>
              <a:schemeClr val="lt1"/>
            </a:solidFill>
          </a:ln>
          <a:effectLst/>
        </c:spPr>
      </c:pivotFmt>
      <c:pivotFmt>
        <c:idx val="58"/>
        <c:spPr>
          <a:solidFill>
            <a:schemeClr val="accent1"/>
          </a:solidFill>
          <a:ln w="19050">
            <a:solidFill>
              <a:schemeClr val="lt1"/>
            </a:solidFill>
          </a:ln>
          <a:effectLst/>
        </c:spPr>
      </c:pivotFmt>
      <c:pivotFmt>
        <c:idx val="59"/>
        <c:spPr>
          <a:solidFill>
            <a:schemeClr val="accent1"/>
          </a:solidFill>
          <a:ln w="19050">
            <a:solidFill>
              <a:schemeClr val="lt1"/>
            </a:solidFill>
          </a:ln>
          <a:effectLst/>
        </c:spPr>
      </c:pivotFmt>
      <c:pivotFmt>
        <c:idx val="60"/>
        <c:spPr>
          <a:solidFill>
            <a:schemeClr val="accent1"/>
          </a:solidFill>
          <a:ln w="19050">
            <a:solidFill>
              <a:schemeClr val="lt1"/>
            </a:solidFill>
          </a:ln>
          <a:effectLst/>
        </c:spPr>
      </c:pivotFmt>
      <c:pivotFmt>
        <c:idx val="61"/>
        <c:spPr>
          <a:solidFill>
            <a:schemeClr val="accent1"/>
          </a:solidFill>
          <a:ln w="19050">
            <a:solidFill>
              <a:schemeClr val="lt1"/>
            </a:solidFill>
          </a:ln>
          <a:effectLst/>
        </c:spPr>
      </c:pivotFmt>
      <c:pivotFmt>
        <c:idx val="62"/>
        <c:spPr>
          <a:solidFill>
            <a:schemeClr val="accent1"/>
          </a:solidFill>
          <a:ln w="19050">
            <a:solidFill>
              <a:schemeClr val="lt1"/>
            </a:solidFill>
          </a:ln>
          <a:effectLst/>
        </c:spPr>
      </c:pivotFmt>
      <c:pivotFmt>
        <c:idx val="63"/>
        <c:spPr>
          <a:solidFill>
            <a:schemeClr val="accent1"/>
          </a:solidFill>
          <a:ln w="19050">
            <a:solidFill>
              <a:schemeClr val="lt1"/>
            </a:solidFill>
          </a:ln>
          <a:effectLst/>
        </c:spPr>
      </c:pivotFmt>
      <c:pivotFmt>
        <c:idx val="64"/>
        <c:spPr>
          <a:solidFill>
            <a:schemeClr val="accent1"/>
          </a:solidFill>
          <a:ln w="19050">
            <a:solidFill>
              <a:schemeClr val="lt1"/>
            </a:solidFill>
          </a:ln>
          <a:effectLst/>
        </c:spPr>
      </c:pivotFmt>
      <c:pivotFmt>
        <c:idx val="65"/>
        <c:spPr>
          <a:solidFill>
            <a:schemeClr val="accent1"/>
          </a:solidFill>
          <a:ln w="19050">
            <a:solidFill>
              <a:schemeClr val="lt1"/>
            </a:solidFill>
          </a:ln>
          <a:effectLst/>
        </c:spPr>
      </c:pivotFmt>
      <c:pivotFmt>
        <c:idx val="66"/>
        <c:spPr>
          <a:solidFill>
            <a:schemeClr val="accent1"/>
          </a:solidFill>
          <a:ln w="19050">
            <a:solidFill>
              <a:schemeClr val="lt1"/>
            </a:solidFill>
          </a:ln>
          <a:effectLst/>
        </c:spPr>
      </c:pivotFmt>
      <c:pivotFmt>
        <c:idx val="67"/>
        <c:spPr>
          <a:solidFill>
            <a:schemeClr val="accent1"/>
          </a:solidFill>
          <a:ln w="19050">
            <a:solidFill>
              <a:schemeClr val="lt1"/>
            </a:solidFill>
          </a:ln>
          <a:effectLst/>
        </c:spPr>
      </c:pivotFmt>
      <c:pivotFmt>
        <c:idx val="68"/>
        <c:spPr>
          <a:solidFill>
            <a:schemeClr val="accent1"/>
          </a:solidFill>
          <a:ln w="19050">
            <a:solidFill>
              <a:schemeClr val="lt1"/>
            </a:solidFill>
          </a:ln>
          <a:effectLst/>
        </c:spPr>
      </c:pivotFmt>
      <c:pivotFmt>
        <c:idx val="69"/>
        <c:spPr>
          <a:solidFill>
            <a:schemeClr val="accent1"/>
          </a:solidFill>
          <a:ln w="19050">
            <a:solidFill>
              <a:schemeClr val="lt1"/>
            </a:solidFill>
          </a:ln>
          <a:effectLst/>
        </c:spPr>
      </c:pivotFmt>
      <c:pivotFmt>
        <c:idx val="70"/>
        <c:spPr>
          <a:solidFill>
            <a:schemeClr val="accent1"/>
          </a:solidFill>
          <a:ln w="19050">
            <a:solidFill>
              <a:schemeClr val="lt1"/>
            </a:solidFill>
          </a:ln>
          <a:effectLst/>
        </c:spPr>
      </c:pivotFmt>
      <c:pivotFmt>
        <c:idx val="71"/>
        <c:spPr>
          <a:solidFill>
            <a:schemeClr val="accent1"/>
          </a:solidFill>
          <a:ln w="19050">
            <a:solidFill>
              <a:schemeClr val="lt1"/>
            </a:solidFill>
          </a:ln>
          <a:effectLst/>
        </c:spPr>
      </c:pivotFmt>
      <c:pivotFmt>
        <c:idx val="72"/>
        <c:spPr>
          <a:solidFill>
            <a:schemeClr val="accent1"/>
          </a:solidFill>
          <a:ln w="19050">
            <a:solidFill>
              <a:schemeClr val="lt1"/>
            </a:solidFill>
          </a:ln>
          <a:effectLst/>
        </c:spPr>
      </c:pivotFmt>
      <c:pivotFmt>
        <c:idx val="73"/>
        <c:spPr>
          <a:solidFill>
            <a:schemeClr val="accent1"/>
          </a:solidFill>
          <a:ln w="19050">
            <a:solidFill>
              <a:schemeClr val="lt1"/>
            </a:solidFill>
          </a:ln>
          <a:effectLst/>
        </c:spPr>
      </c:pivotFmt>
      <c:pivotFmt>
        <c:idx val="74"/>
        <c:spPr>
          <a:solidFill>
            <a:schemeClr val="accent1"/>
          </a:solidFill>
          <a:ln w="19050">
            <a:solidFill>
              <a:schemeClr val="lt1"/>
            </a:solidFill>
          </a:ln>
          <a:effectLst/>
        </c:spPr>
      </c:pivotFmt>
      <c:pivotFmt>
        <c:idx val="75"/>
        <c:spPr>
          <a:solidFill>
            <a:schemeClr val="accent1"/>
          </a:solidFill>
          <a:ln w="19050">
            <a:solidFill>
              <a:schemeClr val="lt1"/>
            </a:solidFill>
          </a:ln>
          <a:effectLst/>
        </c:spPr>
      </c:pivotFmt>
      <c:pivotFmt>
        <c:idx val="76"/>
        <c:spPr>
          <a:solidFill>
            <a:schemeClr val="accent1"/>
          </a:solidFill>
          <a:ln w="19050">
            <a:solidFill>
              <a:schemeClr val="lt1"/>
            </a:solidFill>
          </a:ln>
          <a:effectLst/>
        </c:spPr>
      </c:pivotFmt>
      <c:pivotFmt>
        <c:idx val="77"/>
        <c:spPr>
          <a:solidFill>
            <a:schemeClr val="accent1"/>
          </a:solidFill>
          <a:ln w="19050">
            <a:solidFill>
              <a:schemeClr val="lt1"/>
            </a:solidFill>
          </a:ln>
          <a:effectLst/>
        </c:spPr>
      </c:pivotFmt>
      <c:pivotFmt>
        <c:idx val="78"/>
        <c:spPr>
          <a:solidFill>
            <a:schemeClr val="accent1"/>
          </a:solidFill>
          <a:ln w="19050">
            <a:solidFill>
              <a:schemeClr val="lt1"/>
            </a:solidFill>
          </a:ln>
          <a:effectLst/>
        </c:spPr>
      </c:pivotFmt>
      <c:pivotFmt>
        <c:idx val="79"/>
        <c:spPr>
          <a:solidFill>
            <a:schemeClr val="accent1"/>
          </a:solidFill>
          <a:ln w="19050">
            <a:solidFill>
              <a:schemeClr val="lt1"/>
            </a:solidFill>
          </a:ln>
          <a:effectLst/>
        </c:spPr>
      </c:pivotFmt>
      <c:pivotFmt>
        <c:idx val="80"/>
        <c:spPr>
          <a:solidFill>
            <a:schemeClr val="accent1"/>
          </a:solidFill>
          <a:ln w="19050">
            <a:solidFill>
              <a:schemeClr val="lt1"/>
            </a:solidFill>
          </a:ln>
          <a:effectLst/>
        </c:spPr>
      </c:pivotFmt>
      <c:pivotFmt>
        <c:idx val="81"/>
        <c:spPr>
          <a:solidFill>
            <a:schemeClr val="accent1"/>
          </a:solidFill>
          <a:ln w="19050">
            <a:solidFill>
              <a:schemeClr val="lt1"/>
            </a:solidFill>
          </a:ln>
          <a:effectLst/>
        </c:spPr>
      </c:pivotFmt>
      <c:pivotFmt>
        <c:idx val="82"/>
        <c:spPr>
          <a:solidFill>
            <a:schemeClr val="accent1"/>
          </a:solidFill>
          <a:ln w="19050">
            <a:solidFill>
              <a:schemeClr val="lt1"/>
            </a:solidFill>
          </a:ln>
          <a:effectLst/>
        </c:spPr>
      </c:pivotFmt>
      <c:pivotFmt>
        <c:idx val="83"/>
        <c:spPr>
          <a:solidFill>
            <a:schemeClr val="accent1"/>
          </a:solidFill>
          <a:ln w="19050">
            <a:solidFill>
              <a:schemeClr val="lt1"/>
            </a:solidFill>
          </a:ln>
          <a:effectLst/>
        </c:spPr>
      </c:pivotFmt>
      <c:pivotFmt>
        <c:idx val="84"/>
        <c:spPr>
          <a:solidFill>
            <a:schemeClr val="accent1"/>
          </a:solidFill>
          <a:ln w="19050">
            <a:solidFill>
              <a:schemeClr val="lt1"/>
            </a:solidFill>
          </a:ln>
          <a:effectLst/>
        </c:spPr>
      </c:pivotFmt>
      <c:pivotFmt>
        <c:idx val="85"/>
        <c:spPr>
          <a:solidFill>
            <a:schemeClr val="accent1"/>
          </a:solidFill>
          <a:ln w="19050">
            <a:solidFill>
              <a:schemeClr val="lt1"/>
            </a:solidFill>
          </a:ln>
          <a:effectLst/>
        </c:spPr>
      </c:pivotFmt>
      <c:pivotFmt>
        <c:idx val="86"/>
        <c:spPr>
          <a:solidFill>
            <a:schemeClr val="accent1"/>
          </a:solidFill>
          <a:ln w="19050">
            <a:solidFill>
              <a:schemeClr val="lt1"/>
            </a:solidFill>
          </a:ln>
          <a:effectLst/>
        </c:spPr>
      </c:pivotFmt>
      <c:pivotFmt>
        <c:idx val="87"/>
        <c:spPr>
          <a:solidFill>
            <a:schemeClr val="accent1"/>
          </a:solidFill>
          <a:ln w="19050">
            <a:solidFill>
              <a:schemeClr val="lt1"/>
            </a:solidFill>
          </a:ln>
          <a:effectLst/>
        </c:spPr>
      </c:pivotFmt>
      <c:pivotFmt>
        <c:idx val="88"/>
        <c:spPr>
          <a:solidFill>
            <a:schemeClr val="accent1"/>
          </a:solidFill>
          <a:ln w="19050">
            <a:solidFill>
              <a:schemeClr val="lt1"/>
            </a:solidFill>
          </a:ln>
          <a:effectLst/>
        </c:spPr>
      </c:pivotFmt>
      <c:pivotFmt>
        <c:idx val="89"/>
        <c:spPr>
          <a:solidFill>
            <a:schemeClr val="accent1"/>
          </a:solidFill>
          <a:ln w="19050">
            <a:solidFill>
              <a:schemeClr val="lt1"/>
            </a:solidFill>
          </a:ln>
          <a:effectLst/>
        </c:spPr>
      </c:pivotFmt>
      <c:pivotFmt>
        <c:idx val="90"/>
        <c:spPr>
          <a:solidFill>
            <a:schemeClr val="accent1"/>
          </a:solidFill>
          <a:ln w="19050">
            <a:solidFill>
              <a:schemeClr val="lt1"/>
            </a:solidFill>
          </a:ln>
          <a:effectLst/>
        </c:spPr>
      </c:pivotFmt>
      <c:pivotFmt>
        <c:idx val="91"/>
        <c:spPr>
          <a:solidFill>
            <a:schemeClr val="accent1"/>
          </a:solidFill>
          <a:ln w="19050">
            <a:solidFill>
              <a:schemeClr val="lt1"/>
            </a:solidFill>
          </a:ln>
          <a:effectLst/>
        </c:spPr>
      </c:pivotFmt>
      <c:pivotFmt>
        <c:idx val="92"/>
        <c:spPr>
          <a:solidFill>
            <a:schemeClr val="accent1"/>
          </a:solidFill>
          <a:ln w="19050">
            <a:solidFill>
              <a:schemeClr val="lt1"/>
            </a:solidFill>
          </a:ln>
          <a:effectLst/>
        </c:spPr>
      </c:pivotFmt>
      <c:pivotFmt>
        <c:idx val="93"/>
        <c:spPr>
          <a:solidFill>
            <a:schemeClr val="accent1"/>
          </a:solidFill>
          <a:ln w="19050">
            <a:solidFill>
              <a:schemeClr val="lt1"/>
            </a:solidFill>
          </a:ln>
          <a:effectLst/>
        </c:spPr>
      </c:pivotFmt>
      <c:pivotFmt>
        <c:idx val="94"/>
        <c:spPr>
          <a:solidFill>
            <a:schemeClr val="accent1"/>
          </a:solidFill>
          <a:ln w="19050">
            <a:solidFill>
              <a:schemeClr val="lt1"/>
            </a:solidFill>
          </a:ln>
          <a:effectLst/>
        </c:spPr>
      </c:pivotFmt>
      <c:pivotFmt>
        <c:idx val="95"/>
        <c:spPr>
          <a:solidFill>
            <a:schemeClr val="accent1"/>
          </a:solidFill>
          <a:ln w="19050">
            <a:solidFill>
              <a:schemeClr val="lt1"/>
            </a:solidFill>
          </a:ln>
          <a:effectLst/>
        </c:spPr>
      </c:pivotFmt>
      <c:pivotFmt>
        <c:idx val="96"/>
        <c:spPr>
          <a:solidFill>
            <a:schemeClr val="accent1"/>
          </a:solidFill>
          <a:ln w="19050">
            <a:solidFill>
              <a:schemeClr val="lt1"/>
            </a:solidFill>
          </a:ln>
          <a:effectLst/>
        </c:spPr>
      </c:pivotFmt>
      <c:pivotFmt>
        <c:idx val="97"/>
        <c:spPr>
          <a:solidFill>
            <a:schemeClr val="accent1"/>
          </a:solidFill>
          <a:ln w="19050">
            <a:solidFill>
              <a:schemeClr val="lt1"/>
            </a:solidFill>
          </a:ln>
          <a:effectLst/>
        </c:spPr>
      </c:pivotFmt>
      <c:pivotFmt>
        <c:idx val="98"/>
        <c:spPr>
          <a:solidFill>
            <a:schemeClr val="accent1"/>
          </a:solidFill>
          <a:ln w="19050">
            <a:solidFill>
              <a:schemeClr val="lt1"/>
            </a:solidFill>
          </a:ln>
          <a:effectLst/>
        </c:spPr>
      </c:pivotFmt>
      <c:pivotFmt>
        <c:idx val="99"/>
        <c:spPr>
          <a:solidFill>
            <a:schemeClr val="accent1"/>
          </a:solidFill>
          <a:ln w="19050">
            <a:solidFill>
              <a:schemeClr val="lt1"/>
            </a:solidFill>
          </a:ln>
          <a:effectLst/>
        </c:spPr>
      </c:pivotFmt>
      <c:pivotFmt>
        <c:idx val="100"/>
        <c:spPr>
          <a:solidFill>
            <a:schemeClr val="accent1"/>
          </a:solidFill>
          <a:ln w="19050">
            <a:solidFill>
              <a:schemeClr val="lt1"/>
            </a:solidFill>
          </a:ln>
          <a:effectLst/>
        </c:spPr>
      </c:pivotFmt>
      <c:pivotFmt>
        <c:idx val="101"/>
        <c:spPr>
          <a:solidFill>
            <a:schemeClr val="accent1"/>
          </a:solidFill>
          <a:ln w="19050">
            <a:solidFill>
              <a:schemeClr val="lt1"/>
            </a:solidFill>
          </a:ln>
          <a:effectLst/>
        </c:spPr>
      </c:pivotFmt>
      <c:pivotFmt>
        <c:idx val="102"/>
        <c:spPr>
          <a:solidFill>
            <a:schemeClr val="accent1"/>
          </a:solidFill>
          <a:ln w="19050">
            <a:solidFill>
              <a:schemeClr val="lt1"/>
            </a:solidFill>
          </a:ln>
          <a:effectLst/>
        </c:spPr>
      </c:pivotFmt>
      <c:pivotFmt>
        <c:idx val="103"/>
        <c:spPr>
          <a:solidFill>
            <a:schemeClr val="accent1"/>
          </a:solidFill>
          <a:ln w="19050">
            <a:solidFill>
              <a:schemeClr val="lt1"/>
            </a:solidFill>
          </a:ln>
          <a:effectLst/>
        </c:spPr>
      </c:pivotFmt>
      <c:pivotFmt>
        <c:idx val="104"/>
        <c:spPr>
          <a:solidFill>
            <a:schemeClr val="accent1"/>
          </a:solidFill>
          <a:ln w="19050">
            <a:solidFill>
              <a:schemeClr val="lt1"/>
            </a:solidFill>
          </a:ln>
          <a:effectLst/>
        </c:spPr>
      </c:pivotFmt>
      <c:pivotFmt>
        <c:idx val="105"/>
        <c:spPr>
          <a:solidFill>
            <a:schemeClr val="accent1"/>
          </a:solidFill>
          <a:ln w="19050">
            <a:solidFill>
              <a:schemeClr val="lt1"/>
            </a:solidFill>
          </a:ln>
          <a:effectLst/>
        </c:spPr>
      </c:pivotFmt>
      <c:pivotFmt>
        <c:idx val="106"/>
        <c:spPr>
          <a:solidFill>
            <a:schemeClr val="accent1"/>
          </a:solidFill>
          <a:ln w="19050">
            <a:solidFill>
              <a:schemeClr val="lt1"/>
            </a:solidFill>
          </a:ln>
          <a:effectLst/>
        </c:spPr>
      </c:pivotFmt>
      <c:pivotFmt>
        <c:idx val="107"/>
        <c:spPr>
          <a:solidFill>
            <a:schemeClr val="accent1"/>
          </a:solidFill>
          <a:ln w="19050">
            <a:solidFill>
              <a:schemeClr val="lt1"/>
            </a:solidFill>
          </a:ln>
          <a:effectLst/>
        </c:spPr>
      </c:pivotFmt>
      <c:pivotFmt>
        <c:idx val="108"/>
        <c:spPr>
          <a:solidFill>
            <a:schemeClr val="accent1"/>
          </a:solidFill>
          <a:ln w="19050">
            <a:solidFill>
              <a:schemeClr val="lt1"/>
            </a:solidFill>
          </a:ln>
          <a:effectLst/>
        </c:spPr>
      </c:pivotFmt>
      <c:pivotFmt>
        <c:idx val="109"/>
        <c:spPr>
          <a:solidFill>
            <a:schemeClr val="accent1"/>
          </a:solidFill>
          <a:ln w="19050">
            <a:solidFill>
              <a:schemeClr val="lt1"/>
            </a:solidFill>
          </a:ln>
          <a:effectLst/>
        </c:spPr>
      </c:pivotFmt>
      <c:pivotFmt>
        <c:idx val="110"/>
        <c:spPr>
          <a:solidFill>
            <a:schemeClr val="accent1"/>
          </a:solidFill>
          <a:ln w="19050">
            <a:solidFill>
              <a:schemeClr val="lt1"/>
            </a:solidFill>
          </a:ln>
          <a:effectLst/>
        </c:spPr>
      </c:pivotFmt>
      <c:pivotFmt>
        <c:idx val="111"/>
        <c:spPr>
          <a:solidFill>
            <a:schemeClr val="accent1"/>
          </a:solidFill>
          <a:ln w="19050">
            <a:solidFill>
              <a:schemeClr val="lt1"/>
            </a:solidFill>
          </a:ln>
          <a:effectLst/>
        </c:spPr>
      </c:pivotFmt>
      <c:pivotFmt>
        <c:idx val="112"/>
        <c:spPr>
          <a:solidFill>
            <a:schemeClr val="accent1"/>
          </a:solidFill>
          <a:ln w="19050">
            <a:solidFill>
              <a:schemeClr val="lt1"/>
            </a:solidFill>
          </a:ln>
          <a:effectLst/>
        </c:spPr>
      </c:pivotFmt>
      <c:pivotFmt>
        <c:idx val="113"/>
        <c:spPr>
          <a:solidFill>
            <a:schemeClr val="accent1"/>
          </a:solidFill>
          <a:ln w="19050">
            <a:solidFill>
              <a:schemeClr val="lt1"/>
            </a:solidFill>
          </a:ln>
          <a:effectLst/>
        </c:spPr>
      </c:pivotFmt>
      <c:pivotFmt>
        <c:idx val="114"/>
        <c:spPr>
          <a:solidFill>
            <a:schemeClr val="accent1"/>
          </a:solidFill>
          <a:ln w="19050">
            <a:solidFill>
              <a:schemeClr val="lt1"/>
            </a:solidFill>
          </a:ln>
          <a:effectLst/>
        </c:spPr>
      </c:pivotFmt>
      <c:pivotFmt>
        <c:idx val="115"/>
        <c:spPr>
          <a:solidFill>
            <a:schemeClr val="accent1"/>
          </a:solidFill>
          <a:ln w="19050">
            <a:solidFill>
              <a:schemeClr val="lt1"/>
            </a:solidFill>
          </a:ln>
          <a:effectLst/>
        </c:spPr>
      </c:pivotFmt>
      <c:pivotFmt>
        <c:idx val="116"/>
        <c:spPr>
          <a:solidFill>
            <a:schemeClr val="accent1"/>
          </a:solidFill>
          <a:ln w="19050">
            <a:solidFill>
              <a:schemeClr val="lt1"/>
            </a:solidFill>
          </a:ln>
          <a:effectLst/>
        </c:spPr>
      </c:pivotFmt>
      <c:pivotFmt>
        <c:idx val="117"/>
        <c:spPr>
          <a:solidFill>
            <a:schemeClr val="accent1"/>
          </a:solidFill>
          <a:ln w="19050">
            <a:solidFill>
              <a:schemeClr val="lt1"/>
            </a:solidFill>
          </a:ln>
          <a:effectLst/>
        </c:spPr>
      </c:pivotFmt>
      <c:pivotFmt>
        <c:idx val="118"/>
        <c:spPr>
          <a:solidFill>
            <a:schemeClr val="accent1"/>
          </a:solidFill>
          <a:ln w="19050">
            <a:solidFill>
              <a:schemeClr val="lt1"/>
            </a:solidFill>
          </a:ln>
          <a:effectLst/>
        </c:spPr>
      </c:pivotFmt>
      <c:pivotFmt>
        <c:idx val="119"/>
        <c:spPr>
          <a:solidFill>
            <a:schemeClr val="accent1"/>
          </a:solidFill>
          <a:ln w="19050">
            <a:solidFill>
              <a:schemeClr val="lt1"/>
            </a:solidFill>
          </a:ln>
          <a:effectLst/>
        </c:spPr>
      </c:pivotFmt>
      <c:pivotFmt>
        <c:idx val="120"/>
        <c:spPr>
          <a:solidFill>
            <a:schemeClr val="accent1"/>
          </a:solidFill>
          <a:ln w="19050">
            <a:solidFill>
              <a:schemeClr val="lt1"/>
            </a:solidFill>
          </a:ln>
          <a:effectLst/>
        </c:spPr>
      </c:pivotFmt>
      <c:pivotFmt>
        <c:idx val="121"/>
        <c:spPr>
          <a:solidFill>
            <a:schemeClr val="accent1"/>
          </a:solidFill>
          <a:ln w="19050">
            <a:solidFill>
              <a:schemeClr val="lt1"/>
            </a:solidFill>
          </a:ln>
          <a:effectLst/>
        </c:spPr>
      </c:pivotFmt>
      <c:pivotFmt>
        <c:idx val="122"/>
        <c:spPr>
          <a:solidFill>
            <a:schemeClr val="accent1"/>
          </a:solidFill>
          <a:ln w="19050">
            <a:solidFill>
              <a:schemeClr val="lt1"/>
            </a:solidFill>
          </a:ln>
          <a:effectLst/>
        </c:spPr>
      </c:pivotFmt>
      <c:pivotFmt>
        <c:idx val="123"/>
        <c:spPr>
          <a:solidFill>
            <a:schemeClr val="accent1"/>
          </a:solidFill>
          <a:ln w="19050">
            <a:solidFill>
              <a:schemeClr val="lt1"/>
            </a:solidFill>
          </a:ln>
          <a:effectLst/>
        </c:spPr>
      </c:pivotFmt>
      <c:pivotFmt>
        <c:idx val="124"/>
        <c:spPr>
          <a:solidFill>
            <a:schemeClr val="accent1"/>
          </a:solidFill>
          <a:ln w="19050">
            <a:solidFill>
              <a:schemeClr val="lt1"/>
            </a:solidFill>
          </a:ln>
          <a:effectLst/>
        </c:spPr>
      </c:pivotFmt>
      <c:pivotFmt>
        <c:idx val="125"/>
        <c:spPr>
          <a:solidFill>
            <a:schemeClr val="accent1"/>
          </a:solidFill>
          <a:ln w="19050">
            <a:solidFill>
              <a:schemeClr val="lt1"/>
            </a:solidFill>
          </a:ln>
          <a:effectLst/>
        </c:spPr>
      </c:pivotFmt>
      <c:pivotFmt>
        <c:idx val="126"/>
        <c:spPr>
          <a:solidFill>
            <a:schemeClr val="accent1"/>
          </a:solidFill>
          <a:ln w="19050">
            <a:solidFill>
              <a:schemeClr val="lt1"/>
            </a:solidFill>
          </a:ln>
          <a:effectLst/>
        </c:spPr>
      </c:pivotFmt>
      <c:pivotFmt>
        <c:idx val="127"/>
        <c:spPr>
          <a:solidFill>
            <a:schemeClr val="accent1"/>
          </a:solidFill>
          <a:ln w="19050">
            <a:solidFill>
              <a:schemeClr val="lt1"/>
            </a:solidFill>
          </a:ln>
          <a:effectLst/>
        </c:spPr>
      </c:pivotFmt>
      <c:pivotFmt>
        <c:idx val="128"/>
        <c:spPr>
          <a:solidFill>
            <a:schemeClr val="accent1"/>
          </a:solidFill>
          <a:ln w="19050">
            <a:solidFill>
              <a:schemeClr val="lt1"/>
            </a:solidFill>
          </a:ln>
          <a:effectLst/>
        </c:spPr>
      </c:pivotFmt>
      <c:pivotFmt>
        <c:idx val="129"/>
        <c:spPr>
          <a:solidFill>
            <a:schemeClr val="accent1"/>
          </a:solidFill>
          <a:ln w="19050">
            <a:solidFill>
              <a:schemeClr val="lt1"/>
            </a:solidFill>
          </a:ln>
          <a:effectLst/>
        </c:spPr>
      </c:pivotFmt>
      <c:pivotFmt>
        <c:idx val="130"/>
        <c:spPr>
          <a:solidFill>
            <a:schemeClr val="accent1"/>
          </a:solidFill>
          <a:ln w="19050">
            <a:solidFill>
              <a:schemeClr val="lt1"/>
            </a:solidFill>
          </a:ln>
          <a:effectLst/>
        </c:spPr>
      </c:pivotFmt>
      <c:pivotFmt>
        <c:idx val="131"/>
        <c:spPr>
          <a:solidFill>
            <a:schemeClr val="accent1"/>
          </a:solidFill>
          <a:ln w="19050">
            <a:solidFill>
              <a:schemeClr val="lt1"/>
            </a:solidFill>
          </a:ln>
          <a:effectLst/>
        </c:spPr>
      </c:pivotFmt>
      <c:pivotFmt>
        <c:idx val="132"/>
        <c:spPr>
          <a:solidFill>
            <a:schemeClr val="accent1"/>
          </a:solidFill>
          <a:ln w="19050">
            <a:solidFill>
              <a:schemeClr val="lt1"/>
            </a:solidFill>
          </a:ln>
          <a:effectLst/>
        </c:spPr>
      </c:pivotFmt>
      <c:pivotFmt>
        <c:idx val="133"/>
        <c:spPr>
          <a:solidFill>
            <a:schemeClr val="accent1"/>
          </a:solidFill>
          <a:ln w="19050">
            <a:solidFill>
              <a:schemeClr val="lt1"/>
            </a:solidFill>
          </a:ln>
          <a:effectLst/>
        </c:spPr>
      </c:pivotFmt>
      <c:pivotFmt>
        <c:idx val="134"/>
        <c:spPr>
          <a:solidFill>
            <a:schemeClr val="accent1"/>
          </a:solidFill>
          <a:ln w="19050">
            <a:solidFill>
              <a:schemeClr val="lt1"/>
            </a:solidFill>
          </a:ln>
          <a:effectLst/>
        </c:spPr>
      </c:pivotFmt>
      <c:pivotFmt>
        <c:idx val="135"/>
        <c:spPr>
          <a:solidFill>
            <a:schemeClr val="accent1"/>
          </a:solidFill>
          <a:ln w="19050">
            <a:solidFill>
              <a:schemeClr val="lt1"/>
            </a:solidFill>
          </a:ln>
          <a:effectLst/>
        </c:spPr>
      </c:pivotFmt>
      <c:pivotFmt>
        <c:idx val="136"/>
        <c:spPr>
          <a:solidFill>
            <a:schemeClr val="accent1"/>
          </a:solidFill>
          <a:ln w="19050">
            <a:solidFill>
              <a:schemeClr val="lt1"/>
            </a:solidFill>
          </a:ln>
          <a:effectLst/>
        </c:spPr>
      </c:pivotFmt>
      <c:pivotFmt>
        <c:idx val="137"/>
        <c:spPr>
          <a:solidFill>
            <a:schemeClr val="accent1"/>
          </a:solidFill>
          <a:ln w="19050">
            <a:solidFill>
              <a:schemeClr val="lt1"/>
            </a:solidFill>
          </a:ln>
          <a:effectLst/>
        </c:spPr>
      </c:pivotFmt>
      <c:pivotFmt>
        <c:idx val="138"/>
        <c:spPr>
          <a:solidFill>
            <a:schemeClr val="accent1"/>
          </a:solidFill>
          <a:ln w="19050">
            <a:solidFill>
              <a:schemeClr val="lt1"/>
            </a:solidFill>
          </a:ln>
          <a:effectLst/>
        </c:spPr>
      </c:pivotFmt>
      <c:pivotFmt>
        <c:idx val="139"/>
        <c:spPr>
          <a:solidFill>
            <a:schemeClr val="accent1"/>
          </a:solidFill>
          <a:ln w="19050">
            <a:solidFill>
              <a:schemeClr val="lt1"/>
            </a:solidFill>
          </a:ln>
          <a:effectLst/>
        </c:spPr>
      </c:pivotFmt>
      <c:pivotFmt>
        <c:idx val="140"/>
        <c:spPr>
          <a:solidFill>
            <a:schemeClr val="accent1"/>
          </a:solidFill>
          <a:ln w="19050">
            <a:solidFill>
              <a:schemeClr val="lt1"/>
            </a:solidFill>
          </a:ln>
          <a:effectLst/>
        </c:spPr>
      </c:pivotFmt>
      <c:pivotFmt>
        <c:idx val="141"/>
        <c:spPr>
          <a:solidFill>
            <a:schemeClr val="accent1"/>
          </a:solidFill>
          <a:ln w="19050">
            <a:solidFill>
              <a:schemeClr val="lt1"/>
            </a:solidFill>
          </a:ln>
          <a:effectLst/>
        </c:spPr>
      </c:pivotFmt>
      <c:pivotFmt>
        <c:idx val="142"/>
        <c:spPr>
          <a:solidFill>
            <a:schemeClr val="accent1"/>
          </a:solidFill>
          <a:ln w="19050">
            <a:solidFill>
              <a:schemeClr val="lt1"/>
            </a:solidFill>
          </a:ln>
          <a:effectLst/>
        </c:spPr>
      </c:pivotFmt>
      <c:pivotFmt>
        <c:idx val="143"/>
        <c:spPr>
          <a:solidFill>
            <a:schemeClr val="accent1"/>
          </a:solidFill>
          <a:ln w="19050">
            <a:solidFill>
              <a:schemeClr val="lt1"/>
            </a:solidFill>
          </a:ln>
          <a:effectLst/>
        </c:spPr>
      </c:pivotFmt>
      <c:pivotFmt>
        <c:idx val="144"/>
        <c:spPr>
          <a:solidFill>
            <a:schemeClr val="accent1"/>
          </a:solidFill>
          <a:ln w="19050">
            <a:solidFill>
              <a:schemeClr val="lt1"/>
            </a:solidFill>
          </a:ln>
          <a:effectLst/>
        </c:spPr>
      </c:pivotFmt>
      <c:pivotFmt>
        <c:idx val="145"/>
        <c:spPr>
          <a:solidFill>
            <a:schemeClr val="accent1"/>
          </a:solidFill>
          <a:ln w="19050">
            <a:solidFill>
              <a:schemeClr val="lt1"/>
            </a:solidFill>
          </a:ln>
          <a:effectLst/>
        </c:spPr>
      </c:pivotFmt>
      <c:pivotFmt>
        <c:idx val="146"/>
        <c:spPr>
          <a:solidFill>
            <a:schemeClr val="accent1"/>
          </a:solidFill>
          <a:ln w="19050">
            <a:solidFill>
              <a:schemeClr val="lt1"/>
            </a:solidFill>
          </a:ln>
          <a:effectLst/>
        </c:spPr>
      </c:pivotFmt>
      <c:pivotFmt>
        <c:idx val="147"/>
        <c:spPr>
          <a:solidFill>
            <a:schemeClr val="accent1"/>
          </a:solidFill>
          <a:ln w="19050">
            <a:solidFill>
              <a:schemeClr val="lt1"/>
            </a:solidFill>
          </a:ln>
          <a:effectLst/>
        </c:spPr>
      </c:pivotFmt>
      <c:pivotFmt>
        <c:idx val="148"/>
        <c:spPr>
          <a:solidFill>
            <a:schemeClr val="accent1"/>
          </a:solidFill>
          <a:ln w="19050">
            <a:solidFill>
              <a:schemeClr val="lt1"/>
            </a:solidFill>
          </a:ln>
          <a:effectLst/>
        </c:spPr>
      </c:pivotFmt>
      <c:pivotFmt>
        <c:idx val="149"/>
        <c:spPr>
          <a:solidFill>
            <a:schemeClr val="accent1"/>
          </a:solidFill>
          <a:ln w="19050">
            <a:solidFill>
              <a:schemeClr val="lt1"/>
            </a:solidFill>
          </a:ln>
          <a:effectLst/>
        </c:spPr>
      </c:pivotFmt>
      <c:pivotFmt>
        <c:idx val="150"/>
        <c:spPr>
          <a:solidFill>
            <a:schemeClr val="accent1"/>
          </a:solidFill>
          <a:ln w="19050">
            <a:solidFill>
              <a:schemeClr val="lt1"/>
            </a:solidFill>
          </a:ln>
          <a:effectLst/>
        </c:spPr>
      </c:pivotFmt>
      <c:pivotFmt>
        <c:idx val="151"/>
        <c:spPr>
          <a:solidFill>
            <a:schemeClr val="accent1"/>
          </a:solidFill>
          <a:ln w="19050">
            <a:solidFill>
              <a:schemeClr val="lt1"/>
            </a:solidFill>
          </a:ln>
          <a:effectLst/>
        </c:spPr>
      </c:pivotFmt>
      <c:pivotFmt>
        <c:idx val="152"/>
        <c:spPr>
          <a:solidFill>
            <a:schemeClr val="accent1"/>
          </a:solidFill>
          <a:ln w="19050">
            <a:solidFill>
              <a:schemeClr val="lt1"/>
            </a:solidFill>
          </a:ln>
          <a:effectLst/>
        </c:spPr>
      </c:pivotFmt>
      <c:pivotFmt>
        <c:idx val="153"/>
        <c:spPr>
          <a:solidFill>
            <a:schemeClr val="accent1"/>
          </a:solidFill>
          <a:ln w="19050">
            <a:solidFill>
              <a:schemeClr val="lt1"/>
            </a:solidFill>
          </a:ln>
          <a:effectLst/>
        </c:spPr>
      </c:pivotFmt>
      <c:pivotFmt>
        <c:idx val="154"/>
        <c:spPr>
          <a:solidFill>
            <a:schemeClr val="accent1"/>
          </a:solidFill>
          <a:ln w="19050">
            <a:solidFill>
              <a:schemeClr val="lt1"/>
            </a:solidFill>
          </a:ln>
          <a:effectLst/>
        </c:spPr>
      </c:pivotFmt>
      <c:pivotFmt>
        <c:idx val="155"/>
        <c:spPr>
          <a:solidFill>
            <a:schemeClr val="accent1"/>
          </a:solidFill>
          <a:ln w="19050">
            <a:solidFill>
              <a:schemeClr val="lt1"/>
            </a:solidFill>
          </a:ln>
          <a:effectLst/>
        </c:spPr>
      </c:pivotFmt>
      <c:pivotFmt>
        <c:idx val="156"/>
        <c:spPr>
          <a:solidFill>
            <a:schemeClr val="accent1"/>
          </a:solidFill>
          <a:ln w="19050">
            <a:solidFill>
              <a:schemeClr val="lt1"/>
            </a:solidFill>
          </a:ln>
          <a:effectLst/>
        </c:spPr>
      </c:pivotFmt>
      <c:pivotFmt>
        <c:idx val="157"/>
        <c:spPr>
          <a:solidFill>
            <a:schemeClr val="accent1"/>
          </a:solidFill>
          <a:ln w="19050">
            <a:solidFill>
              <a:schemeClr val="lt1"/>
            </a:solidFill>
          </a:ln>
          <a:effectLst/>
        </c:spPr>
      </c:pivotFmt>
      <c:pivotFmt>
        <c:idx val="158"/>
        <c:spPr>
          <a:solidFill>
            <a:schemeClr val="accent1"/>
          </a:solidFill>
          <a:ln w="19050">
            <a:solidFill>
              <a:schemeClr val="lt1"/>
            </a:solidFill>
          </a:ln>
          <a:effectLst/>
        </c:spPr>
      </c:pivotFmt>
      <c:pivotFmt>
        <c:idx val="159"/>
        <c:spPr>
          <a:solidFill>
            <a:schemeClr val="accent1"/>
          </a:solidFill>
          <a:ln w="19050">
            <a:solidFill>
              <a:schemeClr val="lt1"/>
            </a:solidFill>
          </a:ln>
          <a:effectLst/>
        </c:spPr>
      </c:pivotFmt>
      <c:pivotFmt>
        <c:idx val="160"/>
        <c:spPr>
          <a:solidFill>
            <a:schemeClr val="accent1"/>
          </a:solidFill>
          <a:ln w="19050">
            <a:solidFill>
              <a:schemeClr val="lt1"/>
            </a:solidFill>
          </a:ln>
          <a:effectLst/>
        </c:spPr>
      </c:pivotFmt>
      <c:pivotFmt>
        <c:idx val="161"/>
        <c:spPr>
          <a:solidFill>
            <a:schemeClr val="accent1"/>
          </a:solidFill>
          <a:ln w="19050">
            <a:solidFill>
              <a:schemeClr val="lt1"/>
            </a:solidFill>
          </a:ln>
          <a:effectLst/>
        </c:spPr>
      </c:pivotFmt>
      <c:pivotFmt>
        <c:idx val="162"/>
        <c:spPr>
          <a:solidFill>
            <a:schemeClr val="accent1"/>
          </a:solidFill>
          <a:ln w="19050">
            <a:solidFill>
              <a:schemeClr val="lt1"/>
            </a:solidFill>
          </a:ln>
          <a:effectLst/>
        </c:spPr>
      </c:pivotFmt>
      <c:pivotFmt>
        <c:idx val="163"/>
        <c:spPr>
          <a:solidFill>
            <a:schemeClr val="accent1"/>
          </a:solidFill>
          <a:ln w="19050">
            <a:solidFill>
              <a:schemeClr val="lt1"/>
            </a:solidFill>
          </a:ln>
          <a:effectLst/>
        </c:spPr>
      </c:pivotFmt>
      <c:pivotFmt>
        <c:idx val="164"/>
        <c:spPr>
          <a:solidFill>
            <a:schemeClr val="accent1"/>
          </a:solidFill>
          <a:ln w="19050">
            <a:solidFill>
              <a:schemeClr val="lt1"/>
            </a:solidFill>
          </a:ln>
          <a:effectLst/>
        </c:spPr>
      </c:pivotFmt>
      <c:pivotFmt>
        <c:idx val="165"/>
        <c:spPr>
          <a:solidFill>
            <a:schemeClr val="accent1"/>
          </a:solidFill>
          <a:ln w="19050">
            <a:solidFill>
              <a:schemeClr val="lt1"/>
            </a:solidFill>
          </a:ln>
          <a:effectLst/>
        </c:spPr>
      </c:pivotFmt>
      <c:pivotFmt>
        <c:idx val="166"/>
        <c:spPr>
          <a:solidFill>
            <a:schemeClr val="accent1"/>
          </a:solidFill>
          <a:ln w="19050">
            <a:solidFill>
              <a:schemeClr val="lt1"/>
            </a:solidFill>
          </a:ln>
          <a:effectLst/>
        </c:spPr>
      </c:pivotFmt>
      <c:pivotFmt>
        <c:idx val="167"/>
        <c:spPr>
          <a:solidFill>
            <a:schemeClr val="accent1"/>
          </a:solidFill>
          <a:ln w="19050">
            <a:solidFill>
              <a:schemeClr val="lt1"/>
            </a:solidFill>
          </a:ln>
          <a:effectLst/>
        </c:spPr>
      </c:pivotFmt>
      <c:pivotFmt>
        <c:idx val="168"/>
        <c:spPr>
          <a:solidFill>
            <a:schemeClr val="accent1"/>
          </a:solidFill>
          <a:ln w="19050">
            <a:solidFill>
              <a:schemeClr val="lt1"/>
            </a:solidFill>
          </a:ln>
          <a:effectLst/>
        </c:spPr>
      </c:pivotFmt>
      <c:pivotFmt>
        <c:idx val="169"/>
        <c:spPr>
          <a:solidFill>
            <a:schemeClr val="accent1"/>
          </a:solidFill>
          <a:ln w="19050">
            <a:solidFill>
              <a:schemeClr val="lt1"/>
            </a:solidFill>
          </a:ln>
          <a:effectLst/>
        </c:spPr>
      </c:pivotFmt>
      <c:pivotFmt>
        <c:idx val="170"/>
        <c:spPr>
          <a:solidFill>
            <a:schemeClr val="accent1"/>
          </a:solidFill>
          <a:ln w="19050">
            <a:solidFill>
              <a:schemeClr val="lt1"/>
            </a:solidFill>
          </a:ln>
          <a:effectLst/>
        </c:spPr>
      </c:pivotFmt>
      <c:pivotFmt>
        <c:idx val="171"/>
        <c:spPr>
          <a:solidFill>
            <a:schemeClr val="accent1"/>
          </a:solidFill>
          <a:ln w="19050">
            <a:solidFill>
              <a:schemeClr val="lt1"/>
            </a:solidFill>
          </a:ln>
          <a:effectLst/>
        </c:spPr>
      </c:pivotFmt>
      <c:pivotFmt>
        <c:idx val="172"/>
        <c:spPr>
          <a:solidFill>
            <a:schemeClr val="accent1"/>
          </a:solidFill>
          <a:ln w="19050">
            <a:solidFill>
              <a:schemeClr val="lt1"/>
            </a:solidFill>
          </a:ln>
          <a:effectLst/>
        </c:spPr>
      </c:pivotFmt>
      <c:pivotFmt>
        <c:idx val="173"/>
        <c:spPr>
          <a:solidFill>
            <a:schemeClr val="accent1"/>
          </a:solidFill>
          <a:ln w="19050">
            <a:solidFill>
              <a:schemeClr val="lt1"/>
            </a:solidFill>
          </a:ln>
          <a:effectLst/>
        </c:spPr>
      </c:pivotFmt>
      <c:pivotFmt>
        <c:idx val="174"/>
        <c:spPr>
          <a:solidFill>
            <a:schemeClr val="accent1"/>
          </a:solidFill>
          <a:ln w="19050">
            <a:solidFill>
              <a:schemeClr val="lt1"/>
            </a:solidFill>
          </a:ln>
          <a:effectLst/>
        </c:spPr>
      </c:pivotFmt>
      <c:pivotFmt>
        <c:idx val="175"/>
        <c:spPr>
          <a:solidFill>
            <a:schemeClr val="accent1"/>
          </a:solidFill>
          <a:ln w="19050">
            <a:solidFill>
              <a:schemeClr val="lt1"/>
            </a:solidFill>
          </a:ln>
          <a:effectLst/>
        </c:spPr>
      </c:pivotFmt>
      <c:pivotFmt>
        <c:idx val="176"/>
        <c:spPr>
          <a:solidFill>
            <a:schemeClr val="accent1"/>
          </a:solidFill>
          <a:ln w="19050">
            <a:solidFill>
              <a:schemeClr val="lt1"/>
            </a:solidFill>
          </a:ln>
          <a:effectLst/>
        </c:spPr>
      </c:pivotFmt>
      <c:pivotFmt>
        <c:idx val="177"/>
        <c:spPr>
          <a:solidFill>
            <a:schemeClr val="accent1"/>
          </a:solidFill>
          <a:ln w="19050">
            <a:solidFill>
              <a:schemeClr val="lt1"/>
            </a:solidFill>
          </a:ln>
          <a:effectLst/>
        </c:spPr>
      </c:pivotFmt>
      <c:pivotFmt>
        <c:idx val="178"/>
        <c:spPr>
          <a:solidFill>
            <a:schemeClr val="accent1"/>
          </a:solidFill>
          <a:ln w="19050">
            <a:solidFill>
              <a:schemeClr val="lt1"/>
            </a:solidFill>
          </a:ln>
          <a:effectLst/>
        </c:spPr>
      </c:pivotFmt>
      <c:pivotFmt>
        <c:idx val="179"/>
        <c:spPr>
          <a:solidFill>
            <a:schemeClr val="accent1"/>
          </a:solidFill>
          <a:ln w="19050">
            <a:solidFill>
              <a:schemeClr val="lt1"/>
            </a:solidFill>
          </a:ln>
          <a:effectLst/>
        </c:spPr>
      </c:pivotFmt>
      <c:pivotFmt>
        <c:idx val="180"/>
        <c:spPr>
          <a:solidFill>
            <a:schemeClr val="accent1"/>
          </a:solidFill>
          <a:ln w="19050">
            <a:solidFill>
              <a:schemeClr val="lt1"/>
            </a:solidFill>
          </a:ln>
          <a:effectLst/>
        </c:spPr>
      </c:pivotFmt>
      <c:pivotFmt>
        <c:idx val="181"/>
        <c:spPr>
          <a:solidFill>
            <a:schemeClr val="accent1"/>
          </a:solidFill>
          <a:ln w="19050">
            <a:solidFill>
              <a:schemeClr val="lt1"/>
            </a:solidFill>
          </a:ln>
          <a:effectLst/>
        </c:spPr>
      </c:pivotFmt>
      <c:pivotFmt>
        <c:idx val="182"/>
        <c:spPr>
          <a:solidFill>
            <a:schemeClr val="accent1"/>
          </a:solidFill>
          <a:ln w="19050">
            <a:solidFill>
              <a:schemeClr val="lt1"/>
            </a:solidFill>
          </a:ln>
          <a:effectLst/>
        </c:spPr>
      </c:pivotFmt>
      <c:pivotFmt>
        <c:idx val="183"/>
        <c:spPr>
          <a:solidFill>
            <a:schemeClr val="accent1"/>
          </a:solidFill>
          <a:ln w="19050">
            <a:solidFill>
              <a:schemeClr val="lt1"/>
            </a:solidFill>
          </a:ln>
          <a:effectLst/>
        </c:spPr>
      </c:pivotFmt>
      <c:pivotFmt>
        <c:idx val="184"/>
        <c:spPr>
          <a:solidFill>
            <a:schemeClr val="accent1"/>
          </a:solidFill>
          <a:ln w="19050">
            <a:solidFill>
              <a:schemeClr val="lt1"/>
            </a:solidFill>
          </a:ln>
          <a:effectLst/>
        </c:spPr>
      </c:pivotFmt>
      <c:pivotFmt>
        <c:idx val="185"/>
        <c:spPr>
          <a:solidFill>
            <a:schemeClr val="accent1"/>
          </a:solidFill>
          <a:ln w="19050">
            <a:solidFill>
              <a:schemeClr val="lt1"/>
            </a:solidFill>
          </a:ln>
          <a:effectLst/>
        </c:spPr>
      </c:pivotFmt>
      <c:pivotFmt>
        <c:idx val="186"/>
        <c:spPr>
          <a:solidFill>
            <a:schemeClr val="accent1"/>
          </a:solidFill>
          <a:ln w="19050">
            <a:solidFill>
              <a:schemeClr val="lt1"/>
            </a:solidFill>
          </a:ln>
          <a:effectLst/>
        </c:spPr>
      </c:pivotFmt>
      <c:pivotFmt>
        <c:idx val="187"/>
        <c:spPr>
          <a:solidFill>
            <a:schemeClr val="accent1"/>
          </a:solidFill>
          <a:ln w="19050">
            <a:solidFill>
              <a:schemeClr val="lt1"/>
            </a:solidFill>
          </a:ln>
          <a:effectLst/>
        </c:spPr>
      </c:pivotFmt>
      <c:pivotFmt>
        <c:idx val="188"/>
        <c:spPr>
          <a:solidFill>
            <a:schemeClr val="accent1"/>
          </a:solidFill>
          <a:ln w="19050">
            <a:solidFill>
              <a:schemeClr val="lt1"/>
            </a:solidFill>
          </a:ln>
          <a:effectLst/>
        </c:spPr>
      </c:pivotFmt>
      <c:pivotFmt>
        <c:idx val="189"/>
        <c:spPr>
          <a:solidFill>
            <a:schemeClr val="accent1"/>
          </a:solidFill>
          <a:ln w="19050">
            <a:solidFill>
              <a:schemeClr val="lt1"/>
            </a:solidFill>
          </a:ln>
          <a:effectLst/>
        </c:spPr>
      </c:pivotFmt>
      <c:pivotFmt>
        <c:idx val="190"/>
        <c:spPr>
          <a:solidFill>
            <a:schemeClr val="accent1"/>
          </a:solidFill>
          <a:ln w="19050">
            <a:solidFill>
              <a:schemeClr val="lt1"/>
            </a:solidFill>
          </a:ln>
          <a:effectLst/>
        </c:spPr>
      </c:pivotFmt>
      <c:pivotFmt>
        <c:idx val="191"/>
        <c:spPr>
          <a:solidFill>
            <a:schemeClr val="accent1"/>
          </a:solidFill>
          <a:ln w="19050">
            <a:solidFill>
              <a:schemeClr val="lt1"/>
            </a:solidFill>
          </a:ln>
          <a:effectLst/>
        </c:spPr>
      </c:pivotFmt>
      <c:pivotFmt>
        <c:idx val="192"/>
        <c:spPr>
          <a:solidFill>
            <a:schemeClr val="accent1"/>
          </a:solidFill>
          <a:ln w="19050">
            <a:solidFill>
              <a:schemeClr val="lt1"/>
            </a:solidFill>
          </a:ln>
          <a:effectLst/>
        </c:spPr>
      </c:pivotFmt>
      <c:pivotFmt>
        <c:idx val="193"/>
        <c:spPr>
          <a:solidFill>
            <a:schemeClr val="accent1"/>
          </a:solidFill>
          <a:ln w="19050">
            <a:solidFill>
              <a:schemeClr val="lt1"/>
            </a:solidFill>
          </a:ln>
          <a:effectLst/>
        </c:spPr>
      </c:pivotFmt>
      <c:pivotFmt>
        <c:idx val="194"/>
        <c:spPr>
          <a:solidFill>
            <a:schemeClr val="accent1"/>
          </a:solidFill>
          <a:ln w="19050">
            <a:solidFill>
              <a:schemeClr val="lt1"/>
            </a:solidFill>
          </a:ln>
          <a:effectLst/>
        </c:spPr>
      </c:pivotFmt>
      <c:pivotFmt>
        <c:idx val="195"/>
        <c:spPr>
          <a:solidFill>
            <a:schemeClr val="accent1"/>
          </a:solidFill>
          <a:ln w="19050">
            <a:solidFill>
              <a:schemeClr val="lt1"/>
            </a:solidFill>
          </a:ln>
          <a:effectLst/>
        </c:spPr>
      </c:pivotFmt>
      <c:pivotFmt>
        <c:idx val="196"/>
        <c:spPr>
          <a:solidFill>
            <a:schemeClr val="accent1"/>
          </a:solidFill>
          <a:ln w="19050">
            <a:solidFill>
              <a:schemeClr val="lt1"/>
            </a:solidFill>
          </a:ln>
          <a:effectLst/>
        </c:spPr>
      </c:pivotFmt>
      <c:pivotFmt>
        <c:idx val="197"/>
        <c:spPr>
          <a:solidFill>
            <a:schemeClr val="accent1"/>
          </a:solidFill>
          <a:ln w="19050">
            <a:solidFill>
              <a:schemeClr val="lt1"/>
            </a:solidFill>
          </a:ln>
          <a:effectLst/>
        </c:spPr>
      </c:pivotFmt>
      <c:pivotFmt>
        <c:idx val="198"/>
        <c:spPr>
          <a:solidFill>
            <a:schemeClr val="accent1"/>
          </a:solidFill>
          <a:ln w="19050">
            <a:solidFill>
              <a:schemeClr val="lt1"/>
            </a:solidFill>
          </a:ln>
          <a:effectLst/>
        </c:spPr>
      </c:pivotFmt>
      <c:pivotFmt>
        <c:idx val="199"/>
        <c:spPr>
          <a:solidFill>
            <a:schemeClr val="accent1"/>
          </a:solidFill>
          <a:ln w="19050">
            <a:solidFill>
              <a:schemeClr val="lt1"/>
            </a:solidFill>
          </a:ln>
          <a:effectLst/>
        </c:spPr>
      </c:pivotFmt>
      <c:pivotFmt>
        <c:idx val="200"/>
        <c:spPr>
          <a:solidFill>
            <a:schemeClr val="accent1"/>
          </a:solidFill>
          <a:ln w="19050">
            <a:solidFill>
              <a:schemeClr val="lt1"/>
            </a:solidFill>
          </a:ln>
          <a:effectLst/>
        </c:spPr>
      </c:pivotFmt>
      <c:pivotFmt>
        <c:idx val="201"/>
        <c:spPr>
          <a:solidFill>
            <a:schemeClr val="accent1"/>
          </a:solidFill>
          <a:ln w="19050">
            <a:solidFill>
              <a:schemeClr val="lt1"/>
            </a:solidFill>
          </a:ln>
          <a:effectLst/>
        </c:spPr>
      </c:pivotFmt>
      <c:pivotFmt>
        <c:idx val="202"/>
        <c:spPr>
          <a:solidFill>
            <a:schemeClr val="accent1"/>
          </a:solidFill>
          <a:ln w="19050">
            <a:solidFill>
              <a:schemeClr val="lt1"/>
            </a:solidFill>
          </a:ln>
          <a:effectLst/>
        </c:spPr>
      </c:pivotFmt>
      <c:pivotFmt>
        <c:idx val="203"/>
        <c:spPr>
          <a:solidFill>
            <a:schemeClr val="accent1"/>
          </a:solidFill>
          <a:ln w="19050">
            <a:solidFill>
              <a:schemeClr val="lt1"/>
            </a:solidFill>
          </a:ln>
          <a:effectLst/>
        </c:spPr>
      </c:pivotFmt>
      <c:pivotFmt>
        <c:idx val="204"/>
        <c:spPr>
          <a:solidFill>
            <a:schemeClr val="accent1"/>
          </a:solidFill>
          <a:ln w="19050">
            <a:solidFill>
              <a:schemeClr val="lt1"/>
            </a:solidFill>
          </a:ln>
          <a:effectLst/>
        </c:spPr>
      </c:pivotFmt>
      <c:pivotFmt>
        <c:idx val="205"/>
        <c:spPr>
          <a:solidFill>
            <a:schemeClr val="accent1"/>
          </a:solidFill>
          <a:ln w="19050">
            <a:solidFill>
              <a:schemeClr val="lt1"/>
            </a:solidFill>
          </a:ln>
          <a:effectLst/>
        </c:spPr>
      </c:pivotFmt>
      <c:pivotFmt>
        <c:idx val="206"/>
        <c:spPr>
          <a:solidFill>
            <a:schemeClr val="accent1"/>
          </a:solidFill>
          <a:ln w="19050">
            <a:solidFill>
              <a:schemeClr val="lt1"/>
            </a:solidFill>
          </a:ln>
          <a:effectLst/>
        </c:spPr>
      </c:pivotFmt>
      <c:pivotFmt>
        <c:idx val="207"/>
        <c:spPr>
          <a:solidFill>
            <a:schemeClr val="accent1"/>
          </a:solidFill>
          <a:ln w="19050">
            <a:solidFill>
              <a:schemeClr val="lt1"/>
            </a:solidFill>
          </a:ln>
          <a:effectLst/>
        </c:spPr>
      </c:pivotFmt>
      <c:pivotFmt>
        <c:idx val="208"/>
        <c:spPr>
          <a:solidFill>
            <a:schemeClr val="accent1"/>
          </a:solidFill>
          <a:ln w="19050">
            <a:solidFill>
              <a:schemeClr val="lt1"/>
            </a:solidFill>
          </a:ln>
          <a:effectLst/>
        </c:spPr>
      </c:pivotFmt>
      <c:pivotFmt>
        <c:idx val="209"/>
        <c:spPr>
          <a:solidFill>
            <a:schemeClr val="accent1"/>
          </a:solidFill>
          <a:ln w="19050">
            <a:solidFill>
              <a:schemeClr val="lt1"/>
            </a:solidFill>
          </a:ln>
          <a:effectLst/>
        </c:spPr>
      </c:pivotFmt>
      <c:pivotFmt>
        <c:idx val="210"/>
        <c:spPr>
          <a:solidFill>
            <a:schemeClr val="accent1"/>
          </a:solidFill>
          <a:ln w="19050">
            <a:solidFill>
              <a:schemeClr val="lt1"/>
            </a:solidFill>
          </a:ln>
          <a:effectLst/>
        </c:spPr>
      </c:pivotFmt>
      <c:pivotFmt>
        <c:idx val="211"/>
        <c:spPr>
          <a:solidFill>
            <a:schemeClr val="accent1"/>
          </a:solidFill>
          <a:ln w="19050">
            <a:solidFill>
              <a:schemeClr val="lt1"/>
            </a:solidFill>
          </a:ln>
          <a:effectLst/>
        </c:spPr>
      </c:pivotFmt>
      <c:pivotFmt>
        <c:idx val="212"/>
        <c:spPr>
          <a:solidFill>
            <a:schemeClr val="accent1"/>
          </a:solidFill>
          <a:ln w="19050">
            <a:solidFill>
              <a:schemeClr val="lt1"/>
            </a:solidFill>
          </a:ln>
          <a:effectLst/>
        </c:spPr>
      </c:pivotFmt>
      <c:pivotFmt>
        <c:idx val="213"/>
        <c:spPr>
          <a:solidFill>
            <a:schemeClr val="accent1"/>
          </a:solidFill>
          <a:ln w="19050">
            <a:solidFill>
              <a:schemeClr val="lt1"/>
            </a:solidFill>
          </a:ln>
          <a:effectLst/>
        </c:spPr>
      </c:pivotFmt>
      <c:pivotFmt>
        <c:idx val="214"/>
        <c:spPr>
          <a:solidFill>
            <a:schemeClr val="accent1"/>
          </a:solidFill>
          <a:ln w="19050">
            <a:solidFill>
              <a:schemeClr val="lt1"/>
            </a:solidFill>
          </a:ln>
          <a:effectLst/>
        </c:spPr>
      </c:pivotFmt>
      <c:pivotFmt>
        <c:idx val="215"/>
        <c:spPr>
          <a:solidFill>
            <a:schemeClr val="accent1"/>
          </a:solidFill>
          <a:ln w="19050">
            <a:solidFill>
              <a:schemeClr val="lt1"/>
            </a:solidFill>
          </a:ln>
          <a:effectLst/>
        </c:spPr>
      </c:pivotFmt>
      <c:pivotFmt>
        <c:idx val="2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7"/>
        <c:spPr>
          <a:solidFill>
            <a:schemeClr val="accent1"/>
          </a:solidFill>
          <a:ln w="19050">
            <a:solidFill>
              <a:schemeClr val="lt1"/>
            </a:solidFill>
          </a:ln>
          <a:effectLst/>
        </c:spPr>
      </c:pivotFmt>
      <c:pivotFmt>
        <c:idx val="218"/>
        <c:spPr>
          <a:solidFill>
            <a:schemeClr val="accent1"/>
          </a:solidFill>
          <a:ln w="19050">
            <a:solidFill>
              <a:schemeClr val="lt1"/>
            </a:solidFill>
          </a:ln>
          <a:effectLst/>
        </c:spPr>
      </c:pivotFmt>
      <c:pivotFmt>
        <c:idx val="219"/>
        <c:spPr>
          <a:solidFill>
            <a:schemeClr val="accent1"/>
          </a:solidFill>
          <a:ln w="19050">
            <a:solidFill>
              <a:schemeClr val="lt1"/>
            </a:solidFill>
          </a:ln>
          <a:effectLst/>
        </c:spPr>
      </c:pivotFmt>
      <c:pivotFmt>
        <c:idx val="220"/>
        <c:spPr>
          <a:solidFill>
            <a:schemeClr val="accent1"/>
          </a:solidFill>
          <a:ln w="19050">
            <a:solidFill>
              <a:schemeClr val="lt1"/>
            </a:solidFill>
          </a:ln>
          <a:effectLst/>
        </c:spPr>
      </c:pivotFmt>
      <c:pivotFmt>
        <c:idx val="221"/>
        <c:spPr>
          <a:solidFill>
            <a:schemeClr val="accent1"/>
          </a:solidFill>
          <a:ln w="19050">
            <a:solidFill>
              <a:schemeClr val="lt1"/>
            </a:solidFill>
          </a:ln>
          <a:effectLst/>
        </c:spPr>
      </c:pivotFmt>
      <c:pivotFmt>
        <c:idx val="222"/>
        <c:spPr>
          <a:solidFill>
            <a:schemeClr val="accent1"/>
          </a:solidFill>
          <a:ln w="19050">
            <a:solidFill>
              <a:schemeClr val="lt1"/>
            </a:solidFill>
          </a:ln>
          <a:effectLst/>
        </c:spPr>
      </c:pivotFmt>
      <c:pivotFmt>
        <c:idx val="223"/>
        <c:spPr>
          <a:solidFill>
            <a:schemeClr val="accent1"/>
          </a:solidFill>
          <a:ln w="19050">
            <a:solidFill>
              <a:schemeClr val="lt1"/>
            </a:solidFill>
          </a:ln>
          <a:effectLst/>
        </c:spPr>
      </c:pivotFmt>
      <c:pivotFmt>
        <c:idx val="224"/>
        <c:spPr>
          <a:solidFill>
            <a:schemeClr val="accent1"/>
          </a:solidFill>
          <a:ln w="19050">
            <a:solidFill>
              <a:schemeClr val="lt1"/>
            </a:solidFill>
          </a:ln>
          <a:effectLst/>
        </c:spPr>
      </c:pivotFmt>
      <c:pivotFmt>
        <c:idx val="225"/>
        <c:spPr>
          <a:solidFill>
            <a:schemeClr val="accent1"/>
          </a:solidFill>
          <a:ln w="19050">
            <a:solidFill>
              <a:schemeClr val="lt1"/>
            </a:solidFill>
          </a:ln>
          <a:effectLst/>
        </c:spPr>
      </c:pivotFmt>
      <c:pivotFmt>
        <c:idx val="226"/>
        <c:spPr>
          <a:solidFill>
            <a:schemeClr val="accent1"/>
          </a:solidFill>
          <a:ln w="19050">
            <a:solidFill>
              <a:schemeClr val="lt1"/>
            </a:solidFill>
          </a:ln>
          <a:effectLst/>
        </c:spPr>
      </c:pivotFmt>
      <c:pivotFmt>
        <c:idx val="227"/>
        <c:spPr>
          <a:solidFill>
            <a:schemeClr val="accent1"/>
          </a:solidFill>
          <a:ln w="19050">
            <a:solidFill>
              <a:schemeClr val="lt1"/>
            </a:solidFill>
          </a:ln>
          <a:effectLst/>
        </c:spPr>
      </c:pivotFmt>
      <c:pivotFmt>
        <c:idx val="228"/>
        <c:spPr>
          <a:solidFill>
            <a:schemeClr val="accent1"/>
          </a:solidFill>
          <a:ln w="19050">
            <a:solidFill>
              <a:schemeClr val="lt1"/>
            </a:solidFill>
          </a:ln>
          <a:effectLst/>
        </c:spPr>
      </c:pivotFmt>
      <c:pivotFmt>
        <c:idx val="229"/>
        <c:spPr>
          <a:solidFill>
            <a:schemeClr val="accent1"/>
          </a:solidFill>
          <a:ln w="19050">
            <a:solidFill>
              <a:schemeClr val="lt1"/>
            </a:solidFill>
          </a:ln>
          <a:effectLst/>
        </c:spPr>
      </c:pivotFmt>
      <c:pivotFmt>
        <c:idx val="230"/>
        <c:spPr>
          <a:solidFill>
            <a:schemeClr val="accent1"/>
          </a:solidFill>
          <a:ln w="19050">
            <a:solidFill>
              <a:schemeClr val="lt1"/>
            </a:solidFill>
          </a:ln>
          <a:effectLst/>
        </c:spPr>
      </c:pivotFmt>
      <c:pivotFmt>
        <c:idx val="231"/>
        <c:spPr>
          <a:solidFill>
            <a:schemeClr val="accent1"/>
          </a:solidFill>
          <a:ln w="19050">
            <a:solidFill>
              <a:schemeClr val="lt1"/>
            </a:solidFill>
          </a:ln>
          <a:effectLst/>
        </c:spPr>
      </c:pivotFmt>
      <c:pivotFmt>
        <c:idx val="232"/>
        <c:spPr>
          <a:solidFill>
            <a:schemeClr val="accent1"/>
          </a:solidFill>
          <a:ln w="19050">
            <a:solidFill>
              <a:schemeClr val="lt1"/>
            </a:solidFill>
          </a:ln>
          <a:effectLst/>
        </c:spPr>
      </c:pivotFmt>
      <c:pivotFmt>
        <c:idx val="233"/>
        <c:spPr>
          <a:solidFill>
            <a:schemeClr val="accent1"/>
          </a:solidFill>
          <a:ln w="19050">
            <a:solidFill>
              <a:schemeClr val="lt1"/>
            </a:solidFill>
          </a:ln>
          <a:effectLst/>
        </c:spPr>
      </c:pivotFmt>
      <c:pivotFmt>
        <c:idx val="234"/>
        <c:spPr>
          <a:solidFill>
            <a:schemeClr val="accent1"/>
          </a:solidFill>
          <a:ln w="19050">
            <a:solidFill>
              <a:schemeClr val="lt1"/>
            </a:solidFill>
          </a:ln>
          <a:effectLst/>
        </c:spPr>
      </c:pivotFmt>
      <c:pivotFmt>
        <c:idx val="235"/>
        <c:spPr>
          <a:solidFill>
            <a:schemeClr val="accent1"/>
          </a:solidFill>
          <a:ln w="19050">
            <a:solidFill>
              <a:schemeClr val="lt1"/>
            </a:solidFill>
          </a:ln>
          <a:effectLst/>
        </c:spPr>
      </c:pivotFmt>
      <c:pivotFmt>
        <c:idx val="236"/>
        <c:spPr>
          <a:solidFill>
            <a:schemeClr val="accent1"/>
          </a:solidFill>
          <a:ln w="19050">
            <a:solidFill>
              <a:schemeClr val="lt1"/>
            </a:solidFill>
          </a:ln>
          <a:effectLst/>
        </c:spPr>
      </c:pivotFmt>
      <c:pivotFmt>
        <c:idx val="237"/>
        <c:spPr>
          <a:solidFill>
            <a:schemeClr val="accent1"/>
          </a:solidFill>
          <a:ln w="19050">
            <a:solidFill>
              <a:schemeClr val="lt1"/>
            </a:solidFill>
          </a:ln>
          <a:effectLst/>
        </c:spPr>
      </c:pivotFmt>
      <c:pivotFmt>
        <c:idx val="238"/>
        <c:spPr>
          <a:solidFill>
            <a:schemeClr val="accent1"/>
          </a:solidFill>
          <a:ln w="19050">
            <a:solidFill>
              <a:schemeClr val="lt1"/>
            </a:solidFill>
          </a:ln>
          <a:effectLst/>
        </c:spPr>
      </c:pivotFmt>
      <c:pivotFmt>
        <c:idx val="239"/>
        <c:spPr>
          <a:solidFill>
            <a:schemeClr val="accent1"/>
          </a:solidFill>
          <a:ln w="19050">
            <a:solidFill>
              <a:schemeClr val="lt1"/>
            </a:solidFill>
          </a:ln>
          <a:effectLst/>
        </c:spPr>
      </c:pivotFmt>
      <c:pivotFmt>
        <c:idx val="240"/>
        <c:spPr>
          <a:solidFill>
            <a:schemeClr val="accent1"/>
          </a:solidFill>
          <a:ln w="19050">
            <a:solidFill>
              <a:schemeClr val="lt1"/>
            </a:solidFill>
          </a:ln>
          <a:effectLst/>
        </c:spPr>
      </c:pivotFmt>
      <c:pivotFmt>
        <c:idx val="241"/>
        <c:spPr>
          <a:solidFill>
            <a:schemeClr val="accent1"/>
          </a:solidFill>
          <a:ln w="19050">
            <a:solidFill>
              <a:schemeClr val="lt1"/>
            </a:solidFill>
          </a:ln>
          <a:effectLst/>
        </c:spPr>
      </c:pivotFmt>
      <c:pivotFmt>
        <c:idx val="242"/>
        <c:spPr>
          <a:solidFill>
            <a:schemeClr val="accent1"/>
          </a:solidFill>
          <a:ln w="19050">
            <a:solidFill>
              <a:schemeClr val="lt1"/>
            </a:solidFill>
          </a:ln>
          <a:effectLst/>
        </c:spPr>
      </c:pivotFmt>
      <c:pivotFmt>
        <c:idx val="243"/>
        <c:spPr>
          <a:solidFill>
            <a:schemeClr val="accent1"/>
          </a:solidFill>
          <a:ln w="19050">
            <a:solidFill>
              <a:schemeClr val="lt1"/>
            </a:solidFill>
          </a:ln>
          <a:effectLst/>
        </c:spPr>
      </c:pivotFmt>
      <c:pivotFmt>
        <c:idx val="244"/>
        <c:spPr>
          <a:solidFill>
            <a:schemeClr val="accent1"/>
          </a:solidFill>
          <a:ln w="19050">
            <a:solidFill>
              <a:schemeClr val="lt1"/>
            </a:solidFill>
          </a:ln>
          <a:effectLst/>
        </c:spPr>
      </c:pivotFmt>
      <c:pivotFmt>
        <c:idx val="245"/>
        <c:spPr>
          <a:solidFill>
            <a:schemeClr val="accent1"/>
          </a:solidFill>
          <a:ln w="19050">
            <a:solidFill>
              <a:schemeClr val="lt1"/>
            </a:solidFill>
          </a:ln>
          <a:effectLst/>
        </c:spPr>
      </c:pivotFmt>
      <c:pivotFmt>
        <c:idx val="246"/>
        <c:spPr>
          <a:solidFill>
            <a:schemeClr val="accent1"/>
          </a:solidFill>
          <a:ln w="19050">
            <a:solidFill>
              <a:schemeClr val="lt1"/>
            </a:solidFill>
          </a:ln>
          <a:effectLst/>
        </c:spPr>
      </c:pivotFmt>
      <c:pivotFmt>
        <c:idx val="247"/>
        <c:spPr>
          <a:solidFill>
            <a:schemeClr val="accent1"/>
          </a:solidFill>
          <a:ln w="19050">
            <a:solidFill>
              <a:schemeClr val="lt1"/>
            </a:solidFill>
          </a:ln>
          <a:effectLst/>
        </c:spPr>
      </c:pivotFmt>
      <c:pivotFmt>
        <c:idx val="248"/>
        <c:spPr>
          <a:solidFill>
            <a:schemeClr val="accent1"/>
          </a:solidFill>
          <a:ln w="19050">
            <a:solidFill>
              <a:schemeClr val="lt1"/>
            </a:solidFill>
          </a:ln>
          <a:effectLst/>
        </c:spPr>
      </c:pivotFmt>
      <c:pivotFmt>
        <c:idx val="249"/>
        <c:spPr>
          <a:solidFill>
            <a:schemeClr val="accent1"/>
          </a:solidFill>
          <a:ln w="19050">
            <a:solidFill>
              <a:schemeClr val="lt1"/>
            </a:solidFill>
          </a:ln>
          <a:effectLst/>
        </c:spPr>
      </c:pivotFmt>
      <c:pivotFmt>
        <c:idx val="250"/>
        <c:spPr>
          <a:solidFill>
            <a:schemeClr val="accent1"/>
          </a:solidFill>
          <a:ln w="19050">
            <a:solidFill>
              <a:schemeClr val="lt1"/>
            </a:solidFill>
          </a:ln>
          <a:effectLst/>
        </c:spPr>
      </c:pivotFmt>
      <c:pivotFmt>
        <c:idx val="251"/>
        <c:spPr>
          <a:solidFill>
            <a:schemeClr val="accent1"/>
          </a:solidFill>
          <a:ln w="19050">
            <a:solidFill>
              <a:schemeClr val="lt1"/>
            </a:solidFill>
          </a:ln>
          <a:effectLst/>
        </c:spPr>
      </c:pivotFmt>
      <c:pivotFmt>
        <c:idx val="252"/>
        <c:spPr>
          <a:solidFill>
            <a:schemeClr val="accent1"/>
          </a:solidFill>
          <a:ln w="19050">
            <a:solidFill>
              <a:schemeClr val="lt1"/>
            </a:solidFill>
          </a:ln>
          <a:effectLst/>
        </c:spPr>
      </c:pivotFmt>
      <c:pivotFmt>
        <c:idx val="253"/>
        <c:spPr>
          <a:solidFill>
            <a:schemeClr val="accent1"/>
          </a:solidFill>
          <a:ln w="19050">
            <a:solidFill>
              <a:schemeClr val="lt1"/>
            </a:solidFill>
          </a:ln>
          <a:effectLst/>
        </c:spPr>
      </c:pivotFmt>
      <c:pivotFmt>
        <c:idx val="254"/>
        <c:spPr>
          <a:solidFill>
            <a:schemeClr val="accent1"/>
          </a:solidFill>
          <a:ln w="19050">
            <a:solidFill>
              <a:schemeClr val="lt1"/>
            </a:solidFill>
          </a:ln>
          <a:effectLst/>
        </c:spPr>
      </c:pivotFmt>
      <c:pivotFmt>
        <c:idx val="255"/>
        <c:spPr>
          <a:solidFill>
            <a:schemeClr val="accent1"/>
          </a:solidFill>
          <a:ln w="19050">
            <a:solidFill>
              <a:schemeClr val="lt1"/>
            </a:solidFill>
          </a:ln>
          <a:effectLst/>
        </c:spPr>
      </c:pivotFmt>
      <c:pivotFmt>
        <c:idx val="256"/>
        <c:spPr>
          <a:solidFill>
            <a:schemeClr val="accent1"/>
          </a:solidFill>
          <a:ln w="19050">
            <a:solidFill>
              <a:schemeClr val="lt1"/>
            </a:solidFill>
          </a:ln>
          <a:effectLst/>
        </c:spPr>
      </c:pivotFmt>
      <c:pivotFmt>
        <c:idx val="257"/>
        <c:spPr>
          <a:solidFill>
            <a:schemeClr val="accent1"/>
          </a:solidFill>
          <a:ln w="19050">
            <a:solidFill>
              <a:schemeClr val="lt1"/>
            </a:solidFill>
          </a:ln>
          <a:effectLst/>
        </c:spPr>
      </c:pivotFmt>
      <c:pivotFmt>
        <c:idx val="258"/>
        <c:spPr>
          <a:solidFill>
            <a:schemeClr val="accent1"/>
          </a:solidFill>
          <a:ln w="19050">
            <a:solidFill>
              <a:schemeClr val="lt1"/>
            </a:solidFill>
          </a:ln>
          <a:effectLst/>
        </c:spPr>
      </c:pivotFmt>
      <c:pivotFmt>
        <c:idx val="259"/>
        <c:spPr>
          <a:solidFill>
            <a:schemeClr val="accent1"/>
          </a:solidFill>
          <a:ln w="19050">
            <a:solidFill>
              <a:schemeClr val="lt1"/>
            </a:solidFill>
          </a:ln>
          <a:effectLst/>
        </c:spPr>
      </c:pivotFmt>
      <c:pivotFmt>
        <c:idx val="260"/>
        <c:spPr>
          <a:solidFill>
            <a:schemeClr val="accent1"/>
          </a:solidFill>
          <a:ln w="19050">
            <a:solidFill>
              <a:schemeClr val="lt1"/>
            </a:solidFill>
          </a:ln>
          <a:effectLst/>
        </c:spPr>
      </c:pivotFmt>
      <c:pivotFmt>
        <c:idx val="261"/>
        <c:spPr>
          <a:solidFill>
            <a:schemeClr val="accent1"/>
          </a:solidFill>
          <a:ln w="19050">
            <a:solidFill>
              <a:schemeClr val="lt1"/>
            </a:solidFill>
          </a:ln>
          <a:effectLst/>
        </c:spPr>
      </c:pivotFmt>
      <c:pivotFmt>
        <c:idx val="262"/>
        <c:spPr>
          <a:solidFill>
            <a:schemeClr val="accent1"/>
          </a:solidFill>
          <a:ln w="19050">
            <a:solidFill>
              <a:schemeClr val="lt1"/>
            </a:solidFill>
          </a:ln>
          <a:effectLst/>
        </c:spPr>
      </c:pivotFmt>
      <c:pivotFmt>
        <c:idx val="263"/>
        <c:spPr>
          <a:solidFill>
            <a:schemeClr val="accent1"/>
          </a:solidFill>
          <a:ln w="19050">
            <a:solidFill>
              <a:schemeClr val="lt1"/>
            </a:solidFill>
          </a:ln>
          <a:effectLst/>
        </c:spPr>
      </c:pivotFmt>
      <c:pivotFmt>
        <c:idx val="264"/>
        <c:spPr>
          <a:solidFill>
            <a:schemeClr val="accent1"/>
          </a:solidFill>
          <a:ln w="19050">
            <a:solidFill>
              <a:schemeClr val="lt1"/>
            </a:solidFill>
          </a:ln>
          <a:effectLst/>
        </c:spPr>
      </c:pivotFmt>
      <c:pivotFmt>
        <c:idx val="265"/>
        <c:spPr>
          <a:solidFill>
            <a:schemeClr val="accent1"/>
          </a:solidFill>
          <a:ln w="19050">
            <a:solidFill>
              <a:schemeClr val="lt1"/>
            </a:solidFill>
          </a:ln>
          <a:effectLst/>
        </c:spPr>
      </c:pivotFmt>
      <c:pivotFmt>
        <c:idx val="266"/>
        <c:spPr>
          <a:solidFill>
            <a:schemeClr val="accent1"/>
          </a:solidFill>
          <a:ln w="19050">
            <a:solidFill>
              <a:schemeClr val="lt1"/>
            </a:solidFill>
          </a:ln>
          <a:effectLst/>
        </c:spPr>
      </c:pivotFmt>
      <c:pivotFmt>
        <c:idx val="267"/>
        <c:spPr>
          <a:solidFill>
            <a:schemeClr val="accent1"/>
          </a:solidFill>
          <a:ln w="19050">
            <a:solidFill>
              <a:schemeClr val="lt1"/>
            </a:solidFill>
          </a:ln>
          <a:effectLst/>
        </c:spPr>
      </c:pivotFmt>
      <c:pivotFmt>
        <c:idx val="268"/>
        <c:spPr>
          <a:solidFill>
            <a:schemeClr val="accent1"/>
          </a:solidFill>
          <a:ln w="19050">
            <a:solidFill>
              <a:schemeClr val="lt1"/>
            </a:solidFill>
          </a:ln>
          <a:effectLst/>
        </c:spPr>
      </c:pivotFmt>
      <c:pivotFmt>
        <c:idx val="269"/>
        <c:spPr>
          <a:solidFill>
            <a:schemeClr val="accent1"/>
          </a:solidFill>
          <a:ln w="19050">
            <a:solidFill>
              <a:schemeClr val="lt1"/>
            </a:solidFill>
          </a:ln>
          <a:effectLst/>
        </c:spPr>
      </c:pivotFmt>
      <c:pivotFmt>
        <c:idx val="270"/>
        <c:spPr>
          <a:solidFill>
            <a:schemeClr val="accent1"/>
          </a:solidFill>
          <a:ln w="19050">
            <a:solidFill>
              <a:schemeClr val="lt1"/>
            </a:solidFill>
          </a:ln>
          <a:effectLst/>
        </c:spPr>
      </c:pivotFmt>
      <c:pivotFmt>
        <c:idx val="271"/>
        <c:spPr>
          <a:solidFill>
            <a:schemeClr val="accent1"/>
          </a:solidFill>
          <a:ln w="19050">
            <a:solidFill>
              <a:schemeClr val="lt1"/>
            </a:solidFill>
          </a:ln>
          <a:effectLst/>
        </c:spPr>
      </c:pivotFmt>
      <c:pivotFmt>
        <c:idx val="272"/>
        <c:spPr>
          <a:solidFill>
            <a:schemeClr val="accent1"/>
          </a:solidFill>
          <a:ln w="19050">
            <a:solidFill>
              <a:schemeClr val="lt1"/>
            </a:solidFill>
          </a:ln>
          <a:effectLst/>
        </c:spPr>
      </c:pivotFmt>
      <c:pivotFmt>
        <c:idx val="273"/>
        <c:spPr>
          <a:solidFill>
            <a:schemeClr val="accent1"/>
          </a:solidFill>
          <a:ln w="19050">
            <a:solidFill>
              <a:schemeClr val="lt1"/>
            </a:solidFill>
          </a:ln>
          <a:effectLst/>
        </c:spPr>
      </c:pivotFmt>
      <c:pivotFmt>
        <c:idx val="274"/>
        <c:spPr>
          <a:solidFill>
            <a:schemeClr val="accent1"/>
          </a:solidFill>
          <a:ln w="19050">
            <a:solidFill>
              <a:schemeClr val="lt1"/>
            </a:solidFill>
          </a:ln>
          <a:effectLst/>
        </c:spPr>
      </c:pivotFmt>
      <c:pivotFmt>
        <c:idx val="275"/>
        <c:spPr>
          <a:solidFill>
            <a:schemeClr val="accent1"/>
          </a:solidFill>
          <a:ln w="19050">
            <a:solidFill>
              <a:schemeClr val="lt1"/>
            </a:solidFill>
          </a:ln>
          <a:effectLst/>
        </c:spPr>
      </c:pivotFmt>
      <c:pivotFmt>
        <c:idx val="276"/>
        <c:spPr>
          <a:solidFill>
            <a:schemeClr val="accent1"/>
          </a:solidFill>
          <a:ln w="19050">
            <a:solidFill>
              <a:schemeClr val="lt1"/>
            </a:solidFill>
          </a:ln>
          <a:effectLst/>
        </c:spPr>
      </c:pivotFmt>
      <c:pivotFmt>
        <c:idx val="277"/>
        <c:spPr>
          <a:solidFill>
            <a:schemeClr val="accent1"/>
          </a:solidFill>
          <a:ln w="19050">
            <a:solidFill>
              <a:schemeClr val="lt1"/>
            </a:solidFill>
          </a:ln>
          <a:effectLst/>
        </c:spPr>
      </c:pivotFmt>
      <c:pivotFmt>
        <c:idx val="278"/>
        <c:spPr>
          <a:solidFill>
            <a:schemeClr val="accent1"/>
          </a:solidFill>
          <a:ln w="19050">
            <a:solidFill>
              <a:schemeClr val="lt1"/>
            </a:solidFill>
          </a:ln>
          <a:effectLst/>
        </c:spPr>
      </c:pivotFmt>
      <c:pivotFmt>
        <c:idx val="279"/>
        <c:spPr>
          <a:solidFill>
            <a:schemeClr val="accent1"/>
          </a:solidFill>
          <a:ln w="19050">
            <a:solidFill>
              <a:schemeClr val="lt1"/>
            </a:solidFill>
          </a:ln>
          <a:effectLst/>
        </c:spPr>
      </c:pivotFmt>
      <c:pivotFmt>
        <c:idx val="280"/>
        <c:spPr>
          <a:solidFill>
            <a:schemeClr val="accent1"/>
          </a:solidFill>
          <a:ln w="19050">
            <a:solidFill>
              <a:schemeClr val="lt1"/>
            </a:solidFill>
          </a:ln>
          <a:effectLst/>
        </c:spPr>
      </c:pivotFmt>
      <c:pivotFmt>
        <c:idx val="281"/>
        <c:spPr>
          <a:solidFill>
            <a:schemeClr val="accent1"/>
          </a:solidFill>
          <a:ln w="19050">
            <a:solidFill>
              <a:schemeClr val="lt1"/>
            </a:solidFill>
          </a:ln>
          <a:effectLst/>
        </c:spPr>
      </c:pivotFmt>
      <c:pivotFmt>
        <c:idx val="282"/>
        <c:spPr>
          <a:solidFill>
            <a:schemeClr val="accent1"/>
          </a:solidFill>
          <a:ln w="19050">
            <a:solidFill>
              <a:schemeClr val="lt1"/>
            </a:solidFill>
          </a:ln>
          <a:effectLst/>
        </c:spPr>
      </c:pivotFmt>
      <c:pivotFmt>
        <c:idx val="283"/>
        <c:spPr>
          <a:solidFill>
            <a:schemeClr val="accent1"/>
          </a:solidFill>
          <a:ln w="19050">
            <a:solidFill>
              <a:schemeClr val="lt1"/>
            </a:solidFill>
          </a:ln>
          <a:effectLst/>
        </c:spPr>
      </c:pivotFmt>
      <c:pivotFmt>
        <c:idx val="284"/>
        <c:spPr>
          <a:solidFill>
            <a:schemeClr val="accent1"/>
          </a:solidFill>
          <a:ln w="19050">
            <a:solidFill>
              <a:schemeClr val="lt1"/>
            </a:solidFill>
          </a:ln>
          <a:effectLst/>
        </c:spPr>
      </c:pivotFmt>
      <c:pivotFmt>
        <c:idx val="285"/>
        <c:spPr>
          <a:solidFill>
            <a:schemeClr val="accent1"/>
          </a:solidFill>
          <a:ln w="19050">
            <a:solidFill>
              <a:schemeClr val="lt1"/>
            </a:solidFill>
          </a:ln>
          <a:effectLst/>
        </c:spPr>
      </c:pivotFmt>
      <c:pivotFmt>
        <c:idx val="286"/>
        <c:spPr>
          <a:solidFill>
            <a:schemeClr val="accent1"/>
          </a:solidFill>
          <a:ln w="19050">
            <a:solidFill>
              <a:schemeClr val="lt1"/>
            </a:solidFill>
          </a:ln>
          <a:effectLst/>
        </c:spPr>
      </c:pivotFmt>
      <c:pivotFmt>
        <c:idx val="287"/>
        <c:spPr>
          <a:solidFill>
            <a:schemeClr val="accent1"/>
          </a:solidFill>
          <a:ln w="19050">
            <a:solidFill>
              <a:schemeClr val="lt1"/>
            </a:solidFill>
          </a:ln>
          <a:effectLst/>
        </c:spPr>
      </c:pivotFmt>
      <c:pivotFmt>
        <c:idx val="288"/>
        <c:spPr>
          <a:solidFill>
            <a:schemeClr val="accent1"/>
          </a:solidFill>
          <a:ln w="19050">
            <a:solidFill>
              <a:schemeClr val="lt1"/>
            </a:solidFill>
          </a:ln>
          <a:effectLst/>
        </c:spPr>
      </c:pivotFmt>
      <c:pivotFmt>
        <c:idx val="289"/>
        <c:spPr>
          <a:solidFill>
            <a:schemeClr val="accent1"/>
          </a:solidFill>
          <a:ln w="19050">
            <a:solidFill>
              <a:schemeClr val="lt1"/>
            </a:solidFill>
          </a:ln>
          <a:effectLst/>
        </c:spPr>
      </c:pivotFmt>
      <c:pivotFmt>
        <c:idx val="290"/>
        <c:spPr>
          <a:solidFill>
            <a:schemeClr val="accent1"/>
          </a:solidFill>
          <a:ln w="19050">
            <a:solidFill>
              <a:schemeClr val="lt1"/>
            </a:solidFill>
          </a:ln>
          <a:effectLst/>
        </c:spPr>
      </c:pivotFmt>
      <c:pivotFmt>
        <c:idx val="291"/>
        <c:spPr>
          <a:solidFill>
            <a:schemeClr val="accent1"/>
          </a:solidFill>
          <a:ln w="19050">
            <a:solidFill>
              <a:schemeClr val="lt1"/>
            </a:solidFill>
          </a:ln>
          <a:effectLst/>
        </c:spPr>
      </c:pivotFmt>
      <c:pivotFmt>
        <c:idx val="292"/>
        <c:spPr>
          <a:solidFill>
            <a:schemeClr val="accent1"/>
          </a:solidFill>
          <a:ln w="19050">
            <a:solidFill>
              <a:schemeClr val="lt1"/>
            </a:solidFill>
          </a:ln>
          <a:effectLst/>
        </c:spPr>
      </c:pivotFmt>
      <c:pivotFmt>
        <c:idx val="293"/>
        <c:spPr>
          <a:solidFill>
            <a:schemeClr val="accent1"/>
          </a:solidFill>
          <a:ln w="19050">
            <a:solidFill>
              <a:schemeClr val="lt1"/>
            </a:solidFill>
          </a:ln>
          <a:effectLst/>
        </c:spPr>
      </c:pivotFmt>
      <c:pivotFmt>
        <c:idx val="294"/>
        <c:spPr>
          <a:solidFill>
            <a:schemeClr val="accent1"/>
          </a:solidFill>
          <a:ln w="19050">
            <a:solidFill>
              <a:schemeClr val="lt1"/>
            </a:solidFill>
          </a:ln>
          <a:effectLst/>
        </c:spPr>
      </c:pivotFmt>
      <c:pivotFmt>
        <c:idx val="295"/>
        <c:spPr>
          <a:solidFill>
            <a:schemeClr val="accent1"/>
          </a:solidFill>
          <a:ln w="19050">
            <a:solidFill>
              <a:schemeClr val="lt1"/>
            </a:solidFill>
          </a:ln>
          <a:effectLst/>
        </c:spPr>
      </c:pivotFmt>
      <c:pivotFmt>
        <c:idx val="296"/>
        <c:spPr>
          <a:solidFill>
            <a:schemeClr val="accent1"/>
          </a:solidFill>
          <a:ln w="19050">
            <a:solidFill>
              <a:schemeClr val="lt1"/>
            </a:solidFill>
          </a:ln>
          <a:effectLst/>
        </c:spPr>
      </c:pivotFmt>
      <c:pivotFmt>
        <c:idx val="297"/>
        <c:spPr>
          <a:solidFill>
            <a:schemeClr val="accent1"/>
          </a:solidFill>
          <a:ln w="19050">
            <a:solidFill>
              <a:schemeClr val="lt1"/>
            </a:solidFill>
          </a:ln>
          <a:effectLst/>
        </c:spPr>
      </c:pivotFmt>
      <c:pivotFmt>
        <c:idx val="298"/>
        <c:spPr>
          <a:solidFill>
            <a:schemeClr val="accent1"/>
          </a:solidFill>
          <a:ln w="19050">
            <a:solidFill>
              <a:schemeClr val="lt1"/>
            </a:solidFill>
          </a:ln>
          <a:effectLst/>
        </c:spPr>
      </c:pivotFmt>
      <c:pivotFmt>
        <c:idx val="299"/>
        <c:spPr>
          <a:solidFill>
            <a:schemeClr val="accent1"/>
          </a:solidFill>
          <a:ln w="19050">
            <a:solidFill>
              <a:schemeClr val="lt1"/>
            </a:solidFill>
          </a:ln>
          <a:effectLst/>
        </c:spPr>
      </c:pivotFmt>
      <c:pivotFmt>
        <c:idx val="300"/>
        <c:spPr>
          <a:solidFill>
            <a:schemeClr val="accent1"/>
          </a:solidFill>
          <a:ln w="19050">
            <a:solidFill>
              <a:schemeClr val="lt1"/>
            </a:solidFill>
          </a:ln>
          <a:effectLst/>
        </c:spPr>
      </c:pivotFmt>
      <c:pivotFmt>
        <c:idx val="301"/>
        <c:spPr>
          <a:solidFill>
            <a:schemeClr val="accent1"/>
          </a:solidFill>
          <a:ln w="19050">
            <a:solidFill>
              <a:schemeClr val="lt1"/>
            </a:solidFill>
          </a:ln>
          <a:effectLst/>
        </c:spPr>
      </c:pivotFmt>
      <c:pivotFmt>
        <c:idx val="302"/>
        <c:spPr>
          <a:solidFill>
            <a:schemeClr val="accent1"/>
          </a:solidFill>
          <a:ln w="19050">
            <a:solidFill>
              <a:schemeClr val="lt1"/>
            </a:solidFill>
          </a:ln>
          <a:effectLst/>
        </c:spPr>
      </c:pivotFmt>
      <c:pivotFmt>
        <c:idx val="303"/>
        <c:spPr>
          <a:solidFill>
            <a:schemeClr val="accent1"/>
          </a:solidFill>
          <a:ln w="19050">
            <a:solidFill>
              <a:schemeClr val="lt1"/>
            </a:solidFill>
          </a:ln>
          <a:effectLst/>
        </c:spPr>
      </c:pivotFmt>
      <c:pivotFmt>
        <c:idx val="304"/>
        <c:spPr>
          <a:solidFill>
            <a:schemeClr val="accent1"/>
          </a:solidFill>
          <a:ln w="19050">
            <a:solidFill>
              <a:schemeClr val="lt1"/>
            </a:solidFill>
          </a:ln>
          <a:effectLst/>
        </c:spPr>
      </c:pivotFmt>
      <c:pivotFmt>
        <c:idx val="305"/>
        <c:spPr>
          <a:solidFill>
            <a:schemeClr val="accent1"/>
          </a:solidFill>
          <a:ln w="19050">
            <a:solidFill>
              <a:schemeClr val="lt1"/>
            </a:solidFill>
          </a:ln>
          <a:effectLst/>
        </c:spPr>
      </c:pivotFmt>
      <c:pivotFmt>
        <c:idx val="306"/>
        <c:spPr>
          <a:solidFill>
            <a:schemeClr val="accent1"/>
          </a:solidFill>
          <a:ln w="19050">
            <a:solidFill>
              <a:schemeClr val="lt1"/>
            </a:solidFill>
          </a:ln>
          <a:effectLst/>
        </c:spPr>
      </c:pivotFmt>
      <c:pivotFmt>
        <c:idx val="307"/>
        <c:spPr>
          <a:solidFill>
            <a:schemeClr val="accent1"/>
          </a:solidFill>
          <a:ln w="19050">
            <a:solidFill>
              <a:schemeClr val="lt1"/>
            </a:solidFill>
          </a:ln>
          <a:effectLst/>
        </c:spPr>
      </c:pivotFmt>
      <c:pivotFmt>
        <c:idx val="308"/>
        <c:spPr>
          <a:solidFill>
            <a:schemeClr val="accent1"/>
          </a:solidFill>
          <a:ln w="19050">
            <a:solidFill>
              <a:schemeClr val="lt1"/>
            </a:solidFill>
          </a:ln>
          <a:effectLst/>
        </c:spPr>
      </c:pivotFmt>
      <c:pivotFmt>
        <c:idx val="309"/>
        <c:spPr>
          <a:solidFill>
            <a:schemeClr val="accent1"/>
          </a:solidFill>
          <a:ln w="19050">
            <a:solidFill>
              <a:schemeClr val="lt1"/>
            </a:solidFill>
          </a:ln>
          <a:effectLst/>
        </c:spPr>
      </c:pivotFmt>
      <c:pivotFmt>
        <c:idx val="310"/>
        <c:spPr>
          <a:solidFill>
            <a:schemeClr val="accent1"/>
          </a:solidFill>
          <a:ln w="19050">
            <a:solidFill>
              <a:schemeClr val="lt1"/>
            </a:solidFill>
          </a:ln>
          <a:effectLst/>
        </c:spPr>
      </c:pivotFmt>
      <c:pivotFmt>
        <c:idx val="311"/>
        <c:spPr>
          <a:solidFill>
            <a:schemeClr val="accent1"/>
          </a:solidFill>
          <a:ln w="19050">
            <a:solidFill>
              <a:schemeClr val="lt1"/>
            </a:solidFill>
          </a:ln>
          <a:effectLst/>
        </c:spPr>
      </c:pivotFmt>
      <c:pivotFmt>
        <c:idx val="312"/>
        <c:spPr>
          <a:solidFill>
            <a:schemeClr val="accent1"/>
          </a:solidFill>
          <a:ln w="19050">
            <a:solidFill>
              <a:schemeClr val="lt1"/>
            </a:solidFill>
          </a:ln>
          <a:effectLst/>
        </c:spPr>
      </c:pivotFmt>
      <c:pivotFmt>
        <c:idx val="313"/>
        <c:spPr>
          <a:solidFill>
            <a:schemeClr val="accent1"/>
          </a:solidFill>
          <a:ln w="19050">
            <a:solidFill>
              <a:schemeClr val="lt1"/>
            </a:solidFill>
          </a:ln>
          <a:effectLst/>
        </c:spPr>
      </c:pivotFmt>
      <c:pivotFmt>
        <c:idx val="314"/>
        <c:spPr>
          <a:solidFill>
            <a:schemeClr val="accent1"/>
          </a:solidFill>
          <a:ln w="19050">
            <a:solidFill>
              <a:schemeClr val="lt1"/>
            </a:solidFill>
          </a:ln>
          <a:effectLst/>
        </c:spPr>
      </c:pivotFmt>
      <c:pivotFmt>
        <c:idx val="315"/>
        <c:spPr>
          <a:solidFill>
            <a:schemeClr val="accent1"/>
          </a:solidFill>
          <a:ln w="19050">
            <a:solidFill>
              <a:schemeClr val="lt1"/>
            </a:solidFill>
          </a:ln>
          <a:effectLst/>
        </c:spPr>
      </c:pivotFmt>
      <c:pivotFmt>
        <c:idx val="316"/>
        <c:spPr>
          <a:solidFill>
            <a:schemeClr val="accent1"/>
          </a:solidFill>
          <a:ln w="19050">
            <a:solidFill>
              <a:schemeClr val="lt1"/>
            </a:solidFill>
          </a:ln>
          <a:effectLst/>
        </c:spPr>
      </c:pivotFmt>
      <c:pivotFmt>
        <c:idx val="317"/>
        <c:spPr>
          <a:solidFill>
            <a:schemeClr val="accent1"/>
          </a:solidFill>
          <a:ln w="19050">
            <a:solidFill>
              <a:schemeClr val="lt1"/>
            </a:solidFill>
          </a:ln>
          <a:effectLst/>
        </c:spPr>
      </c:pivotFmt>
      <c:pivotFmt>
        <c:idx val="318"/>
        <c:spPr>
          <a:solidFill>
            <a:schemeClr val="accent1"/>
          </a:solidFill>
          <a:ln w="19050">
            <a:solidFill>
              <a:schemeClr val="lt1"/>
            </a:solidFill>
          </a:ln>
          <a:effectLst/>
        </c:spPr>
      </c:pivotFmt>
      <c:pivotFmt>
        <c:idx val="319"/>
        <c:spPr>
          <a:solidFill>
            <a:schemeClr val="accent1"/>
          </a:solidFill>
          <a:ln w="19050">
            <a:solidFill>
              <a:schemeClr val="lt1"/>
            </a:solidFill>
          </a:ln>
          <a:effectLst/>
        </c:spPr>
      </c:pivotFmt>
      <c:pivotFmt>
        <c:idx val="320"/>
        <c:spPr>
          <a:solidFill>
            <a:schemeClr val="accent1"/>
          </a:solidFill>
          <a:ln w="19050">
            <a:solidFill>
              <a:schemeClr val="lt1"/>
            </a:solidFill>
          </a:ln>
          <a:effectLst/>
        </c:spPr>
      </c:pivotFmt>
      <c:pivotFmt>
        <c:idx val="321"/>
        <c:spPr>
          <a:solidFill>
            <a:schemeClr val="accent1"/>
          </a:solidFill>
          <a:ln w="19050">
            <a:solidFill>
              <a:schemeClr val="lt1"/>
            </a:solidFill>
          </a:ln>
          <a:effectLst/>
        </c:spPr>
      </c:pivotFmt>
      <c:pivotFmt>
        <c:idx val="322"/>
        <c:spPr>
          <a:solidFill>
            <a:schemeClr val="accent1"/>
          </a:solidFill>
          <a:ln w="19050">
            <a:solidFill>
              <a:schemeClr val="lt1"/>
            </a:solidFill>
          </a:ln>
          <a:effectLst/>
        </c:spPr>
      </c:pivotFmt>
      <c:pivotFmt>
        <c:idx val="323"/>
        <c:spPr>
          <a:solidFill>
            <a:schemeClr val="accent1"/>
          </a:solidFill>
          <a:ln w="19050">
            <a:solidFill>
              <a:schemeClr val="lt1"/>
            </a:solidFill>
          </a:ln>
          <a:effectLst/>
        </c:spPr>
      </c:pivotFmt>
      <c:pivotFmt>
        <c:idx val="324"/>
        <c:spPr>
          <a:solidFill>
            <a:schemeClr val="accent1"/>
          </a:solidFill>
          <a:ln w="19050">
            <a:solidFill>
              <a:schemeClr val="lt1"/>
            </a:solidFill>
          </a:ln>
          <a:effectLst/>
        </c:spPr>
      </c:pivotFmt>
      <c:pivotFmt>
        <c:idx val="325"/>
        <c:spPr>
          <a:solidFill>
            <a:schemeClr val="accent1"/>
          </a:solidFill>
          <a:ln w="19050">
            <a:solidFill>
              <a:schemeClr val="lt1"/>
            </a:solidFill>
          </a:ln>
          <a:effectLst/>
        </c:spPr>
      </c:pivotFmt>
      <c:pivotFmt>
        <c:idx val="326"/>
        <c:spPr>
          <a:solidFill>
            <a:schemeClr val="accent1"/>
          </a:solidFill>
          <a:ln w="19050">
            <a:solidFill>
              <a:schemeClr val="lt1"/>
            </a:solidFill>
          </a:ln>
          <a:effectLst/>
        </c:spPr>
      </c:pivotFmt>
      <c:pivotFmt>
        <c:idx val="327"/>
        <c:spPr>
          <a:solidFill>
            <a:schemeClr val="accent1"/>
          </a:solidFill>
          <a:ln w="19050">
            <a:solidFill>
              <a:schemeClr val="lt1"/>
            </a:solidFill>
          </a:ln>
          <a:effectLst/>
        </c:spPr>
      </c:pivotFmt>
      <c:pivotFmt>
        <c:idx val="328"/>
        <c:spPr>
          <a:solidFill>
            <a:schemeClr val="accent1"/>
          </a:solidFill>
          <a:ln w="19050">
            <a:solidFill>
              <a:schemeClr val="lt1"/>
            </a:solidFill>
          </a:ln>
          <a:effectLst/>
        </c:spPr>
      </c:pivotFmt>
      <c:pivotFmt>
        <c:idx val="329"/>
        <c:spPr>
          <a:solidFill>
            <a:schemeClr val="accent1"/>
          </a:solidFill>
          <a:ln w="19050">
            <a:solidFill>
              <a:schemeClr val="lt1"/>
            </a:solidFill>
          </a:ln>
          <a:effectLst/>
        </c:spPr>
      </c:pivotFmt>
      <c:pivotFmt>
        <c:idx val="330"/>
        <c:spPr>
          <a:solidFill>
            <a:schemeClr val="accent1"/>
          </a:solidFill>
          <a:ln w="19050">
            <a:solidFill>
              <a:schemeClr val="lt1"/>
            </a:solidFill>
          </a:ln>
          <a:effectLst/>
        </c:spPr>
      </c:pivotFmt>
      <c:pivotFmt>
        <c:idx val="331"/>
        <c:spPr>
          <a:solidFill>
            <a:schemeClr val="accent1"/>
          </a:solidFill>
          <a:ln w="19050">
            <a:solidFill>
              <a:schemeClr val="lt1"/>
            </a:solidFill>
          </a:ln>
          <a:effectLst/>
        </c:spPr>
      </c:pivotFmt>
      <c:pivotFmt>
        <c:idx val="332"/>
        <c:spPr>
          <a:solidFill>
            <a:schemeClr val="accent1"/>
          </a:solidFill>
          <a:ln w="19050">
            <a:solidFill>
              <a:schemeClr val="lt1"/>
            </a:solidFill>
          </a:ln>
          <a:effectLst/>
        </c:spPr>
      </c:pivotFmt>
      <c:pivotFmt>
        <c:idx val="333"/>
        <c:spPr>
          <a:solidFill>
            <a:schemeClr val="accent1"/>
          </a:solidFill>
          <a:ln w="19050">
            <a:solidFill>
              <a:schemeClr val="lt1"/>
            </a:solidFill>
          </a:ln>
          <a:effectLst/>
        </c:spPr>
      </c:pivotFmt>
      <c:pivotFmt>
        <c:idx val="334"/>
        <c:spPr>
          <a:solidFill>
            <a:schemeClr val="accent1"/>
          </a:solidFill>
          <a:ln w="19050">
            <a:solidFill>
              <a:schemeClr val="lt1"/>
            </a:solidFill>
          </a:ln>
          <a:effectLst/>
        </c:spPr>
      </c:pivotFmt>
      <c:pivotFmt>
        <c:idx val="335"/>
        <c:spPr>
          <a:solidFill>
            <a:schemeClr val="accent1"/>
          </a:solidFill>
          <a:ln w="19050">
            <a:solidFill>
              <a:schemeClr val="lt1"/>
            </a:solidFill>
          </a:ln>
          <a:effectLst/>
        </c:spPr>
      </c:pivotFmt>
      <c:pivotFmt>
        <c:idx val="336"/>
        <c:spPr>
          <a:solidFill>
            <a:schemeClr val="accent1"/>
          </a:solidFill>
          <a:ln w="19050">
            <a:solidFill>
              <a:schemeClr val="lt1"/>
            </a:solidFill>
          </a:ln>
          <a:effectLst/>
        </c:spPr>
      </c:pivotFmt>
      <c:pivotFmt>
        <c:idx val="337"/>
        <c:spPr>
          <a:solidFill>
            <a:schemeClr val="accent1"/>
          </a:solidFill>
          <a:ln w="19050">
            <a:solidFill>
              <a:schemeClr val="lt1"/>
            </a:solidFill>
          </a:ln>
          <a:effectLst/>
        </c:spPr>
      </c:pivotFmt>
      <c:pivotFmt>
        <c:idx val="338"/>
        <c:spPr>
          <a:solidFill>
            <a:schemeClr val="accent1"/>
          </a:solidFill>
          <a:ln w="19050">
            <a:solidFill>
              <a:schemeClr val="lt1"/>
            </a:solidFill>
          </a:ln>
          <a:effectLst/>
        </c:spPr>
      </c:pivotFmt>
      <c:pivotFmt>
        <c:idx val="339"/>
        <c:spPr>
          <a:solidFill>
            <a:schemeClr val="accent1"/>
          </a:solidFill>
          <a:ln w="19050">
            <a:solidFill>
              <a:schemeClr val="lt1"/>
            </a:solidFill>
          </a:ln>
          <a:effectLst/>
        </c:spPr>
      </c:pivotFmt>
      <c:pivotFmt>
        <c:idx val="340"/>
        <c:spPr>
          <a:solidFill>
            <a:schemeClr val="accent1"/>
          </a:solidFill>
          <a:ln w="19050">
            <a:solidFill>
              <a:schemeClr val="lt1"/>
            </a:solidFill>
          </a:ln>
          <a:effectLst/>
        </c:spPr>
      </c:pivotFmt>
      <c:pivotFmt>
        <c:idx val="341"/>
        <c:spPr>
          <a:solidFill>
            <a:schemeClr val="accent1"/>
          </a:solidFill>
          <a:ln w="19050">
            <a:solidFill>
              <a:schemeClr val="lt1"/>
            </a:solidFill>
          </a:ln>
          <a:effectLst/>
        </c:spPr>
      </c:pivotFmt>
      <c:pivotFmt>
        <c:idx val="342"/>
        <c:spPr>
          <a:solidFill>
            <a:schemeClr val="accent1"/>
          </a:solidFill>
          <a:ln w="19050">
            <a:solidFill>
              <a:schemeClr val="lt1"/>
            </a:solidFill>
          </a:ln>
          <a:effectLst/>
        </c:spPr>
      </c:pivotFmt>
      <c:pivotFmt>
        <c:idx val="343"/>
        <c:spPr>
          <a:solidFill>
            <a:schemeClr val="accent1"/>
          </a:solidFill>
          <a:ln w="19050">
            <a:solidFill>
              <a:schemeClr val="lt1"/>
            </a:solidFill>
          </a:ln>
          <a:effectLst/>
        </c:spPr>
      </c:pivotFmt>
      <c:pivotFmt>
        <c:idx val="344"/>
        <c:spPr>
          <a:solidFill>
            <a:schemeClr val="accent1"/>
          </a:solidFill>
          <a:ln w="19050">
            <a:solidFill>
              <a:schemeClr val="lt1"/>
            </a:solidFill>
          </a:ln>
          <a:effectLst/>
        </c:spPr>
      </c:pivotFmt>
      <c:pivotFmt>
        <c:idx val="345"/>
        <c:spPr>
          <a:solidFill>
            <a:schemeClr val="accent1"/>
          </a:solidFill>
          <a:ln w="19050">
            <a:solidFill>
              <a:schemeClr val="lt1"/>
            </a:solidFill>
          </a:ln>
          <a:effectLst/>
        </c:spPr>
      </c:pivotFmt>
      <c:pivotFmt>
        <c:idx val="346"/>
        <c:spPr>
          <a:solidFill>
            <a:schemeClr val="accent1"/>
          </a:solidFill>
          <a:ln w="19050">
            <a:solidFill>
              <a:schemeClr val="lt1"/>
            </a:solidFill>
          </a:ln>
          <a:effectLst/>
        </c:spPr>
      </c:pivotFmt>
      <c:pivotFmt>
        <c:idx val="347"/>
        <c:spPr>
          <a:solidFill>
            <a:schemeClr val="accent1"/>
          </a:solidFill>
          <a:ln w="19050">
            <a:solidFill>
              <a:schemeClr val="lt1"/>
            </a:solidFill>
          </a:ln>
          <a:effectLst/>
        </c:spPr>
      </c:pivotFmt>
      <c:pivotFmt>
        <c:idx val="348"/>
        <c:spPr>
          <a:solidFill>
            <a:schemeClr val="accent1"/>
          </a:solidFill>
          <a:ln w="19050">
            <a:solidFill>
              <a:schemeClr val="lt1"/>
            </a:solidFill>
          </a:ln>
          <a:effectLst/>
        </c:spPr>
      </c:pivotFmt>
      <c:pivotFmt>
        <c:idx val="349"/>
        <c:spPr>
          <a:solidFill>
            <a:schemeClr val="accent1"/>
          </a:solidFill>
          <a:ln w="19050">
            <a:solidFill>
              <a:schemeClr val="lt1"/>
            </a:solidFill>
          </a:ln>
          <a:effectLst/>
        </c:spPr>
      </c:pivotFmt>
      <c:pivotFmt>
        <c:idx val="350"/>
        <c:spPr>
          <a:solidFill>
            <a:schemeClr val="accent1"/>
          </a:solidFill>
          <a:ln w="19050">
            <a:solidFill>
              <a:schemeClr val="lt1"/>
            </a:solidFill>
          </a:ln>
          <a:effectLst/>
        </c:spPr>
      </c:pivotFmt>
      <c:pivotFmt>
        <c:idx val="351"/>
        <c:spPr>
          <a:solidFill>
            <a:schemeClr val="accent1"/>
          </a:solidFill>
          <a:ln w="19050">
            <a:solidFill>
              <a:schemeClr val="lt1"/>
            </a:solidFill>
          </a:ln>
          <a:effectLst/>
        </c:spPr>
      </c:pivotFmt>
      <c:pivotFmt>
        <c:idx val="352"/>
        <c:spPr>
          <a:solidFill>
            <a:schemeClr val="accent1"/>
          </a:solidFill>
          <a:ln w="19050">
            <a:solidFill>
              <a:schemeClr val="lt1"/>
            </a:solidFill>
          </a:ln>
          <a:effectLst/>
        </c:spPr>
      </c:pivotFmt>
      <c:pivotFmt>
        <c:idx val="353"/>
        <c:spPr>
          <a:solidFill>
            <a:schemeClr val="accent1"/>
          </a:solidFill>
          <a:ln w="19050">
            <a:solidFill>
              <a:schemeClr val="lt1"/>
            </a:solidFill>
          </a:ln>
          <a:effectLst/>
        </c:spPr>
      </c:pivotFmt>
      <c:pivotFmt>
        <c:idx val="354"/>
        <c:spPr>
          <a:solidFill>
            <a:schemeClr val="accent1"/>
          </a:solidFill>
          <a:ln w="19050">
            <a:solidFill>
              <a:schemeClr val="lt1"/>
            </a:solidFill>
          </a:ln>
          <a:effectLst/>
        </c:spPr>
      </c:pivotFmt>
      <c:pivotFmt>
        <c:idx val="355"/>
        <c:spPr>
          <a:solidFill>
            <a:schemeClr val="accent1"/>
          </a:solidFill>
          <a:ln w="19050">
            <a:solidFill>
              <a:schemeClr val="lt1"/>
            </a:solidFill>
          </a:ln>
          <a:effectLst/>
        </c:spPr>
      </c:pivotFmt>
      <c:pivotFmt>
        <c:idx val="356"/>
        <c:spPr>
          <a:solidFill>
            <a:schemeClr val="accent1"/>
          </a:solidFill>
          <a:ln w="19050">
            <a:solidFill>
              <a:schemeClr val="lt1"/>
            </a:solidFill>
          </a:ln>
          <a:effectLst/>
        </c:spPr>
      </c:pivotFmt>
      <c:pivotFmt>
        <c:idx val="357"/>
        <c:spPr>
          <a:solidFill>
            <a:schemeClr val="accent1"/>
          </a:solidFill>
          <a:ln w="19050">
            <a:solidFill>
              <a:schemeClr val="lt1"/>
            </a:solidFill>
          </a:ln>
          <a:effectLst/>
        </c:spPr>
      </c:pivotFmt>
      <c:pivotFmt>
        <c:idx val="358"/>
        <c:spPr>
          <a:solidFill>
            <a:schemeClr val="accent1"/>
          </a:solidFill>
          <a:ln w="19050">
            <a:solidFill>
              <a:schemeClr val="lt1"/>
            </a:solidFill>
          </a:ln>
          <a:effectLst/>
        </c:spPr>
      </c:pivotFmt>
      <c:pivotFmt>
        <c:idx val="359"/>
        <c:spPr>
          <a:solidFill>
            <a:schemeClr val="accent1"/>
          </a:solidFill>
          <a:ln w="19050">
            <a:solidFill>
              <a:schemeClr val="lt1"/>
            </a:solidFill>
          </a:ln>
          <a:effectLst/>
        </c:spPr>
      </c:pivotFmt>
      <c:pivotFmt>
        <c:idx val="360"/>
        <c:spPr>
          <a:solidFill>
            <a:schemeClr val="accent1"/>
          </a:solidFill>
          <a:ln w="19050">
            <a:solidFill>
              <a:schemeClr val="lt1"/>
            </a:solidFill>
          </a:ln>
          <a:effectLst/>
        </c:spPr>
      </c:pivotFmt>
      <c:pivotFmt>
        <c:idx val="361"/>
        <c:spPr>
          <a:solidFill>
            <a:schemeClr val="accent1"/>
          </a:solidFill>
          <a:ln w="19050">
            <a:solidFill>
              <a:schemeClr val="lt1"/>
            </a:solidFill>
          </a:ln>
          <a:effectLst/>
        </c:spPr>
      </c:pivotFmt>
      <c:pivotFmt>
        <c:idx val="362"/>
        <c:spPr>
          <a:solidFill>
            <a:schemeClr val="accent1"/>
          </a:solidFill>
          <a:ln w="19050">
            <a:solidFill>
              <a:schemeClr val="lt1"/>
            </a:solidFill>
          </a:ln>
          <a:effectLst/>
        </c:spPr>
      </c:pivotFmt>
      <c:pivotFmt>
        <c:idx val="363"/>
        <c:spPr>
          <a:solidFill>
            <a:schemeClr val="accent1"/>
          </a:solidFill>
          <a:ln w="19050">
            <a:solidFill>
              <a:schemeClr val="lt1"/>
            </a:solidFill>
          </a:ln>
          <a:effectLst/>
        </c:spPr>
      </c:pivotFmt>
      <c:pivotFmt>
        <c:idx val="364"/>
        <c:spPr>
          <a:solidFill>
            <a:schemeClr val="accent1"/>
          </a:solidFill>
          <a:ln w="19050">
            <a:solidFill>
              <a:schemeClr val="lt1"/>
            </a:solidFill>
          </a:ln>
          <a:effectLst/>
        </c:spPr>
      </c:pivotFmt>
      <c:pivotFmt>
        <c:idx val="365"/>
        <c:spPr>
          <a:solidFill>
            <a:schemeClr val="accent1"/>
          </a:solidFill>
          <a:ln w="19050">
            <a:solidFill>
              <a:schemeClr val="lt1"/>
            </a:solidFill>
          </a:ln>
          <a:effectLst/>
        </c:spPr>
      </c:pivotFmt>
      <c:pivotFmt>
        <c:idx val="366"/>
        <c:spPr>
          <a:solidFill>
            <a:schemeClr val="accent1"/>
          </a:solidFill>
          <a:ln w="19050">
            <a:solidFill>
              <a:schemeClr val="lt1"/>
            </a:solidFill>
          </a:ln>
          <a:effectLst/>
        </c:spPr>
      </c:pivotFmt>
      <c:pivotFmt>
        <c:idx val="367"/>
        <c:spPr>
          <a:solidFill>
            <a:schemeClr val="accent1"/>
          </a:solidFill>
          <a:ln w="19050">
            <a:solidFill>
              <a:schemeClr val="lt1"/>
            </a:solidFill>
          </a:ln>
          <a:effectLst/>
        </c:spPr>
      </c:pivotFmt>
      <c:pivotFmt>
        <c:idx val="368"/>
        <c:spPr>
          <a:solidFill>
            <a:schemeClr val="accent1"/>
          </a:solidFill>
          <a:ln w="19050">
            <a:solidFill>
              <a:schemeClr val="lt1"/>
            </a:solidFill>
          </a:ln>
          <a:effectLst/>
        </c:spPr>
      </c:pivotFmt>
      <c:pivotFmt>
        <c:idx val="369"/>
        <c:spPr>
          <a:solidFill>
            <a:schemeClr val="accent1"/>
          </a:solidFill>
          <a:ln w="19050">
            <a:solidFill>
              <a:schemeClr val="lt1"/>
            </a:solidFill>
          </a:ln>
          <a:effectLst/>
        </c:spPr>
      </c:pivotFmt>
      <c:pivotFmt>
        <c:idx val="370"/>
        <c:spPr>
          <a:solidFill>
            <a:schemeClr val="accent1"/>
          </a:solidFill>
          <a:ln w="19050">
            <a:solidFill>
              <a:schemeClr val="lt1"/>
            </a:solidFill>
          </a:ln>
          <a:effectLst/>
        </c:spPr>
      </c:pivotFmt>
      <c:pivotFmt>
        <c:idx val="371"/>
        <c:spPr>
          <a:solidFill>
            <a:schemeClr val="accent1"/>
          </a:solidFill>
          <a:ln w="19050">
            <a:solidFill>
              <a:schemeClr val="lt1"/>
            </a:solidFill>
          </a:ln>
          <a:effectLst/>
        </c:spPr>
      </c:pivotFmt>
      <c:pivotFmt>
        <c:idx val="372"/>
        <c:spPr>
          <a:solidFill>
            <a:schemeClr val="accent1"/>
          </a:solidFill>
          <a:ln w="19050">
            <a:solidFill>
              <a:schemeClr val="lt1"/>
            </a:solidFill>
          </a:ln>
          <a:effectLst/>
        </c:spPr>
      </c:pivotFmt>
      <c:pivotFmt>
        <c:idx val="373"/>
        <c:spPr>
          <a:solidFill>
            <a:schemeClr val="accent1"/>
          </a:solidFill>
          <a:ln w="19050">
            <a:solidFill>
              <a:schemeClr val="lt1"/>
            </a:solidFill>
          </a:ln>
          <a:effectLst/>
        </c:spPr>
      </c:pivotFmt>
      <c:pivotFmt>
        <c:idx val="374"/>
        <c:spPr>
          <a:solidFill>
            <a:schemeClr val="accent1"/>
          </a:solidFill>
          <a:ln w="19050">
            <a:solidFill>
              <a:schemeClr val="lt1"/>
            </a:solidFill>
          </a:ln>
          <a:effectLst/>
        </c:spPr>
      </c:pivotFmt>
      <c:pivotFmt>
        <c:idx val="375"/>
        <c:spPr>
          <a:solidFill>
            <a:schemeClr val="accent1"/>
          </a:solidFill>
          <a:ln w="19050">
            <a:solidFill>
              <a:schemeClr val="lt1"/>
            </a:solidFill>
          </a:ln>
          <a:effectLst/>
        </c:spPr>
      </c:pivotFmt>
      <c:pivotFmt>
        <c:idx val="376"/>
        <c:spPr>
          <a:solidFill>
            <a:schemeClr val="accent1"/>
          </a:solidFill>
          <a:ln w="19050">
            <a:solidFill>
              <a:schemeClr val="lt1"/>
            </a:solidFill>
          </a:ln>
          <a:effectLst/>
        </c:spPr>
      </c:pivotFmt>
      <c:pivotFmt>
        <c:idx val="377"/>
        <c:spPr>
          <a:solidFill>
            <a:schemeClr val="accent1"/>
          </a:solidFill>
          <a:ln w="19050">
            <a:solidFill>
              <a:schemeClr val="lt1"/>
            </a:solidFill>
          </a:ln>
          <a:effectLst/>
        </c:spPr>
      </c:pivotFmt>
      <c:pivotFmt>
        <c:idx val="378"/>
        <c:spPr>
          <a:solidFill>
            <a:schemeClr val="accent1"/>
          </a:solidFill>
          <a:ln w="19050">
            <a:solidFill>
              <a:schemeClr val="lt1"/>
            </a:solidFill>
          </a:ln>
          <a:effectLst/>
        </c:spPr>
      </c:pivotFmt>
      <c:pivotFmt>
        <c:idx val="379"/>
        <c:spPr>
          <a:solidFill>
            <a:schemeClr val="accent1"/>
          </a:solidFill>
          <a:ln w="19050">
            <a:solidFill>
              <a:schemeClr val="lt1"/>
            </a:solidFill>
          </a:ln>
          <a:effectLst/>
        </c:spPr>
      </c:pivotFmt>
      <c:pivotFmt>
        <c:idx val="380"/>
        <c:spPr>
          <a:solidFill>
            <a:schemeClr val="accent1"/>
          </a:solidFill>
          <a:ln w="19050">
            <a:solidFill>
              <a:schemeClr val="lt1"/>
            </a:solidFill>
          </a:ln>
          <a:effectLst/>
        </c:spPr>
      </c:pivotFmt>
      <c:pivotFmt>
        <c:idx val="381"/>
        <c:spPr>
          <a:solidFill>
            <a:schemeClr val="accent1"/>
          </a:solidFill>
          <a:ln w="19050">
            <a:solidFill>
              <a:schemeClr val="lt1"/>
            </a:solidFill>
          </a:ln>
          <a:effectLst/>
        </c:spPr>
      </c:pivotFmt>
      <c:pivotFmt>
        <c:idx val="382"/>
        <c:spPr>
          <a:solidFill>
            <a:schemeClr val="accent1"/>
          </a:solidFill>
          <a:ln w="19050">
            <a:solidFill>
              <a:schemeClr val="lt1"/>
            </a:solidFill>
          </a:ln>
          <a:effectLst/>
        </c:spPr>
      </c:pivotFmt>
      <c:pivotFmt>
        <c:idx val="383"/>
        <c:spPr>
          <a:solidFill>
            <a:schemeClr val="accent1"/>
          </a:solidFill>
          <a:ln w="19050">
            <a:solidFill>
              <a:schemeClr val="lt1"/>
            </a:solidFill>
          </a:ln>
          <a:effectLst/>
        </c:spPr>
      </c:pivotFmt>
      <c:pivotFmt>
        <c:idx val="384"/>
        <c:spPr>
          <a:solidFill>
            <a:schemeClr val="accent1"/>
          </a:solidFill>
          <a:ln w="19050">
            <a:solidFill>
              <a:schemeClr val="lt1"/>
            </a:solidFill>
          </a:ln>
          <a:effectLst/>
        </c:spPr>
      </c:pivotFmt>
      <c:pivotFmt>
        <c:idx val="385"/>
        <c:spPr>
          <a:solidFill>
            <a:schemeClr val="accent1"/>
          </a:solidFill>
          <a:ln w="19050">
            <a:solidFill>
              <a:schemeClr val="lt1"/>
            </a:solidFill>
          </a:ln>
          <a:effectLst/>
        </c:spPr>
      </c:pivotFmt>
      <c:pivotFmt>
        <c:idx val="386"/>
        <c:spPr>
          <a:solidFill>
            <a:schemeClr val="accent1"/>
          </a:solidFill>
          <a:ln w="19050">
            <a:solidFill>
              <a:schemeClr val="lt1"/>
            </a:solidFill>
          </a:ln>
          <a:effectLst/>
        </c:spPr>
      </c:pivotFmt>
      <c:pivotFmt>
        <c:idx val="387"/>
        <c:spPr>
          <a:solidFill>
            <a:schemeClr val="accent1"/>
          </a:solidFill>
          <a:ln w="19050">
            <a:solidFill>
              <a:schemeClr val="lt1"/>
            </a:solidFill>
          </a:ln>
          <a:effectLst/>
        </c:spPr>
      </c:pivotFmt>
      <c:pivotFmt>
        <c:idx val="388"/>
        <c:spPr>
          <a:solidFill>
            <a:schemeClr val="accent1"/>
          </a:solidFill>
          <a:ln w="19050">
            <a:solidFill>
              <a:schemeClr val="lt1"/>
            </a:solidFill>
          </a:ln>
          <a:effectLst/>
        </c:spPr>
      </c:pivotFmt>
      <c:pivotFmt>
        <c:idx val="389"/>
        <c:spPr>
          <a:solidFill>
            <a:schemeClr val="accent1"/>
          </a:solidFill>
          <a:ln w="19050">
            <a:solidFill>
              <a:schemeClr val="lt1"/>
            </a:solidFill>
          </a:ln>
          <a:effectLst/>
        </c:spPr>
      </c:pivotFmt>
      <c:pivotFmt>
        <c:idx val="390"/>
        <c:spPr>
          <a:solidFill>
            <a:schemeClr val="accent1"/>
          </a:solidFill>
          <a:ln w="19050">
            <a:solidFill>
              <a:schemeClr val="lt1"/>
            </a:solidFill>
          </a:ln>
          <a:effectLst/>
        </c:spPr>
      </c:pivotFmt>
      <c:pivotFmt>
        <c:idx val="391"/>
        <c:spPr>
          <a:solidFill>
            <a:schemeClr val="accent1"/>
          </a:solidFill>
          <a:ln w="19050">
            <a:solidFill>
              <a:schemeClr val="lt1"/>
            </a:solidFill>
          </a:ln>
          <a:effectLst/>
        </c:spPr>
      </c:pivotFmt>
      <c:pivotFmt>
        <c:idx val="392"/>
        <c:spPr>
          <a:solidFill>
            <a:schemeClr val="accent1"/>
          </a:solidFill>
          <a:ln w="19050">
            <a:solidFill>
              <a:schemeClr val="lt1"/>
            </a:solidFill>
          </a:ln>
          <a:effectLst/>
        </c:spPr>
      </c:pivotFmt>
      <c:pivotFmt>
        <c:idx val="393"/>
        <c:spPr>
          <a:solidFill>
            <a:schemeClr val="accent1"/>
          </a:solidFill>
          <a:ln w="19050">
            <a:solidFill>
              <a:schemeClr val="lt1"/>
            </a:solidFill>
          </a:ln>
          <a:effectLst/>
        </c:spPr>
      </c:pivotFmt>
      <c:pivotFmt>
        <c:idx val="394"/>
        <c:spPr>
          <a:solidFill>
            <a:schemeClr val="accent1"/>
          </a:solidFill>
          <a:ln w="19050">
            <a:solidFill>
              <a:schemeClr val="lt1"/>
            </a:solidFill>
          </a:ln>
          <a:effectLst/>
        </c:spPr>
      </c:pivotFmt>
      <c:pivotFmt>
        <c:idx val="395"/>
        <c:spPr>
          <a:solidFill>
            <a:schemeClr val="accent1"/>
          </a:solidFill>
          <a:ln w="19050">
            <a:solidFill>
              <a:schemeClr val="lt1"/>
            </a:solidFill>
          </a:ln>
          <a:effectLst/>
        </c:spPr>
      </c:pivotFmt>
      <c:pivotFmt>
        <c:idx val="396"/>
        <c:spPr>
          <a:solidFill>
            <a:schemeClr val="accent1"/>
          </a:solidFill>
          <a:ln w="19050">
            <a:solidFill>
              <a:schemeClr val="lt1"/>
            </a:solidFill>
          </a:ln>
          <a:effectLst/>
        </c:spPr>
      </c:pivotFmt>
      <c:pivotFmt>
        <c:idx val="397"/>
        <c:spPr>
          <a:solidFill>
            <a:schemeClr val="accent1"/>
          </a:solidFill>
          <a:ln w="19050">
            <a:solidFill>
              <a:schemeClr val="lt1"/>
            </a:solidFill>
          </a:ln>
          <a:effectLst/>
        </c:spPr>
      </c:pivotFmt>
      <c:pivotFmt>
        <c:idx val="398"/>
        <c:spPr>
          <a:solidFill>
            <a:schemeClr val="accent1"/>
          </a:solidFill>
          <a:ln w="19050">
            <a:solidFill>
              <a:schemeClr val="lt1"/>
            </a:solidFill>
          </a:ln>
          <a:effectLst/>
        </c:spPr>
      </c:pivotFmt>
      <c:pivotFmt>
        <c:idx val="399"/>
        <c:spPr>
          <a:solidFill>
            <a:schemeClr val="accent1"/>
          </a:solidFill>
          <a:ln w="19050">
            <a:solidFill>
              <a:schemeClr val="lt1"/>
            </a:solidFill>
          </a:ln>
          <a:effectLst/>
        </c:spPr>
      </c:pivotFmt>
      <c:pivotFmt>
        <c:idx val="400"/>
        <c:spPr>
          <a:solidFill>
            <a:schemeClr val="accent1"/>
          </a:solidFill>
          <a:ln w="19050">
            <a:solidFill>
              <a:schemeClr val="lt1"/>
            </a:solidFill>
          </a:ln>
          <a:effectLst/>
        </c:spPr>
      </c:pivotFmt>
      <c:pivotFmt>
        <c:idx val="401"/>
        <c:spPr>
          <a:solidFill>
            <a:schemeClr val="accent1"/>
          </a:solidFill>
          <a:ln w="19050">
            <a:solidFill>
              <a:schemeClr val="lt1"/>
            </a:solidFill>
          </a:ln>
          <a:effectLst/>
        </c:spPr>
      </c:pivotFmt>
      <c:pivotFmt>
        <c:idx val="402"/>
        <c:spPr>
          <a:solidFill>
            <a:schemeClr val="accent1"/>
          </a:solidFill>
          <a:ln w="19050">
            <a:solidFill>
              <a:schemeClr val="lt1"/>
            </a:solidFill>
          </a:ln>
          <a:effectLst/>
        </c:spPr>
      </c:pivotFmt>
      <c:pivotFmt>
        <c:idx val="403"/>
        <c:spPr>
          <a:solidFill>
            <a:schemeClr val="accent1"/>
          </a:solidFill>
          <a:ln w="19050">
            <a:solidFill>
              <a:schemeClr val="lt1"/>
            </a:solidFill>
          </a:ln>
          <a:effectLst/>
        </c:spPr>
      </c:pivotFmt>
      <c:pivotFmt>
        <c:idx val="404"/>
        <c:spPr>
          <a:solidFill>
            <a:schemeClr val="accent1"/>
          </a:solidFill>
          <a:ln w="19050">
            <a:solidFill>
              <a:schemeClr val="lt1"/>
            </a:solidFill>
          </a:ln>
          <a:effectLst/>
        </c:spPr>
      </c:pivotFmt>
      <c:pivotFmt>
        <c:idx val="405"/>
        <c:spPr>
          <a:solidFill>
            <a:schemeClr val="accent1"/>
          </a:solidFill>
          <a:ln w="19050">
            <a:solidFill>
              <a:schemeClr val="lt1"/>
            </a:solidFill>
          </a:ln>
          <a:effectLst/>
        </c:spPr>
      </c:pivotFmt>
      <c:pivotFmt>
        <c:idx val="406"/>
        <c:spPr>
          <a:solidFill>
            <a:schemeClr val="accent1"/>
          </a:solidFill>
          <a:ln w="19050">
            <a:solidFill>
              <a:schemeClr val="lt1"/>
            </a:solidFill>
          </a:ln>
          <a:effectLst/>
        </c:spPr>
      </c:pivotFmt>
      <c:pivotFmt>
        <c:idx val="407"/>
        <c:spPr>
          <a:solidFill>
            <a:schemeClr val="accent1"/>
          </a:solidFill>
          <a:ln w="19050">
            <a:solidFill>
              <a:schemeClr val="lt1"/>
            </a:solidFill>
          </a:ln>
          <a:effectLst/>
        </c:spPr>
      </c:pivotFmt>
      <c:pivotFmt>
        <c:idx val="408"/>
        <c:spPr>
          <a:solidFill>
            <a:schemeClr val="accent1"/>
          </a:solidFill>
          <a:ln w="19050">
            <a:solidFill>
              <a:schemeClr val="lt1"/>
            </a:solidFill>
          </a:ln>
          <a:effectLst/>
        </c:spPr>
      </c:pivotFmt>
      <c:pivotFmt>
        <c:idx val="409"/>
        <c:spPr>
          <a:solidFill>
            <a:schemeClr val="accent1"/>
          </a:solidFill>
          <a:ln w="19050">
            <a:solidFill>
              <a:schemeClr val="lt1"/>
            </a:solidFill>
          </a:ln>
          <a:effectLst/>
        </c:spPr>
      </c:pivotFmt>
      <c:pivotFmt>
        <c:idx val="410"/>
        <c:spPr>
          <a:solidFill>
            <a:schemeClr val="accent1"/>
          </a:solidFill>
          <a:ln w="19050">
            <a:solidFill>
              <a:schemeClr val="lt1"/>
            </a:solidFill>
          </a:ln>
          <a:effectLst/>
        </c:spPr>
      </c:pivotFmt>
      <c:pivotFmt>
        <c:idx val="411"/>
        <c:spPr>
          <a:solidFill>
            <a:schemeClr val="accent1"/>
          </a:solidFill>
          <a:ln w="19050">
            <a:solidFill>
              <a:schemeClr val="lt1"/>
            </a:solidFill>
          </a:ln>
          <a:effectLst/>
        </c:spPr>
      </c:pivotFmt>
      <c:pivotFmt>
        <c:idx val="412"/>
        <c:spPr>
          <a:solidFill>
            <a:schemeClr val="accent1"/>
          </a:solidFill>
          <a:ln w="19050">
            <a:solidFill>
              <a:schemeClr val="lt1"/>
            </a:solidFill>
          </a:ln>
          <a:effectLst/>
        </c:spPr>
      </c:pivotFmt>
      <c:pivotFmt>
        <c:idx val="413"/>
        <c:spPr>
          <a:solidFill>
            <a:schemeClr val="accent1"/>
          </a:solidFill>
          <a:ln w="19050">
            <a:solidFill>
              <a:schemeClr val="lt1"/>
            </a:solidFill>
          </a:ln>
          <a:effectLst/>
        </c:spPr>
      </c:pivotFmt>
      <c:pivotFmt>
        <c:idx val="414"/>
        <c:spPr>
          <a:solidFill>
            <a:schemeClr val="accent1"/>
          </a:solidFill>
          <a:ln w="19050">
            <a:solidFill>
              <a:schemeClr val="lt1"/>
            </a:solidFill>
          </a:ln>
          <a:effectLst/>
        </c:spPr>
      </c:pivotFmt>
      <c:pivotFmt>
        <c:idx val="415"/>
        <c:spPr>
          <a:solidFill>
            <a:schemeClr val="accent1"/>
          </a:solidFill>
          <a:ln w="19050">
            <a:solidFill>
              <a:schemeClr val="lt1"/>
            </a:solidFill>
          </a:ln>
          <a:effectLst/>
        </c:spPr>
      </c:pivotFmt>
      <c:pivotFmt>
        <c:idx val="416"/>
        <c:spPr>
          <a:solidFill>
            <a:schemeClr val="accent1"/>
          </a:solidFill>
          <a:ln w="19050">
            <a:solidFill>
              <a:schemeClr val="lt1"/>
            </a:solidFill>
          </a:ln>
          <a:effectLst/>
        </c:spPr>
      </c:pivotFmt>
      <c:pivotFmt>
        <c:idx val="417"/>
        <c:spPr>
          <a:solidFill>
            <a:schemeClr val="accent1"/>
          </a:solidFill>
          <a:ln w="19050">
            <a:solidFill>
              <a:schemeClr val="lt1"/>
            </a:solidFill>
          </a:ln>
          <a:effectLst/>
        </c:spPr>
      </c:pivotFmt>
      <c:pivotFmt>
        <c:idx val="418"/>
        <c:spPr>
          <a:solidFill>
            <a:schemeClr val="accent1"/>
          </a:solidFill>
          <a:ln w="19050">
            <a:solidFill>
              <a:schemeClr val="lt1"/>
            </a:solidFill>
          </a:ln>
          <a:effectLst/>
        </c:spPr>
      </c:pivotFmt>
    </c:pivotFmts>
    <c:plotArea>
      <c:layout/>
      <c:pieChart>
        <c:varyColors val="1"/>
        <c:ser>
          <c:idx val="0"/>
          <c:order val="0"/>
          <c:tx>
            <c:strRef>
              <c:f>'Player of match count'!$B$3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A3C-4E2A-9FDD-967773F1F4D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A3C-4E2A-9FDD-967773F1F4D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A3C-4E2A-9FDD-967773F1F4D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A3C-4E2A-9FDD-967773F1F4D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6A3C-4E2A-9FDD-967773F1F4D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6A3C-4E2A-9FDD-967773F1F4D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6A3C-4E2A-9FDD-967773F1F4D1}"/>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6A3C-4E2A-9FDD-967773F1F4D1}"/>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6A3C-4E2A-9FDD-967773F1F4D1}"/>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6A3C-4E2A-9FDD-967773F1F4D1}"/>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6A3C-4E2A-9FDD-967773F1F4D1}"/>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6A3C-4E2A-9FDD-967773F1F4D1}"/>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6A3C-4E2A-9FDD-967773F1F4D1}"/>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6A3C-4E2A-9FDD-967773F1F4D1}"/>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6A3C-4E2A-9FDD-967773F1F4D1}"/>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6A3C-4E2A-9FDD-967773F1F4D1}"/>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6A3C-4E2A-9FDD-967773F1F4D1}"/>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6A3C-4E2A-9FDD-967773F1F4D1}"/>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6A3C-4E2A-9FDD-967773F1F4D1}"/>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6A3C-4E2A-9FDD-967773F1F4D1}"/>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6A3C-4E2A-9FDD-967773F1F4D1}"/>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6A3C-4E2A-9FDD-967773F1F4D1}"/>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2D-6A3C-4E2A-9FDD-967773F1F4D1}"/>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2F-6A3C-4E2A-9FDD-967773F1F4D1}"/>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31-6A3C-4E2A-9FDD-967773F1F4D1}"/>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33-6A3C-4E2A-9FDD-967773F1F4D1}"/>
              </c:ext>
            </c:extLst>
          </c:dPt>
          <c:dPt>
            <c:idx val="26"/>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35-6A3C-4E2A-9FDD-967773F1F4D1}"/>
              </c:ext>
            </c:extLst>
          </c:dPt>
          <c:dPt>
            <c:idx val="27"/>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37-6A3C-4E2A-9FDD-967773F1F4D1}"/>
              </c:ext>
            </c:extLst>
          </c:dPt>
          <c:dPt>
            <c:idx val="28"/>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39-6A3C-4E2A-9FDD-967773F1F4D1}"/>
              </c:ext>
            </c:extLst>
          </c:dPt>
          <c:dPt>
            <c:idx val="29"/>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3B-6A3C-4E2A-9FDD-967773F1F4D1}"/>
              </c:ext>
            </c:extLst>
          </c:dPt>
          <c:dPt>
            <c:idx val="3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3D-6A3C-4E2A-9FDD-967773F1F4D1}"/>
              </c:ext>
            </c:extLst>
          </c:dPt>
          <c:dPt>
            <c:idx val="3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3F-6A3C-4E2A-9FDD-967773F1F4D1}"/>
              </c:ext>
            </c:extLst>
          </c:dPt>
          <c:dPt>
            <c:idx val="32"/>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41-6A3C-4E2A-9FDD-967773F1F4D1}"/>
              </c:ext>
            </c:extLst>
          </c:dPt>
          <c:dPt>
            <c:idx val="33"/>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43-6A3C-4E2A-9FDD-967773F1F4D1}"/>
              </c:ext>
            </c:extLst>
          </c:dPt>
          <c:dPt>
            <c:idx val="34"/>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45-6A3C-4E2A-9FDD-967773F1F4D1}"/>
              </c:ext>
            </c:extLst>
          </c:dPt>
          <c:dPt>
            <c:idx val="35"/>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47-6A3C-4E2A-9FDD-967773F1F4D1}"/>
              </c:ext>
            </c:extLst>
          </c:dPt>
          <c:dPt>
            <c:idx val="36"/>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49-6A3C-4E2A-9FDD-967773F1F4D1}"/>
              </c:ext>
            </c:extLst>
          </c:dPt>
          <c:dPt>
            <c:idx val="37"/>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4B-6A3C-4E2A-9FDD-967773F1F4D1}"/>
              </c:ext>
            </c:extLst>
          </c:dPt>
          <c:dPt>
            <c:idx val="38"/>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4D-6A3C-4E2A-9FDD-967773F1F4D1}"/>
              </c:ext>
            </c:extLst>
          </c:dPt>
          <c:dPt>
            <c:idx val="39"/>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4F-6A3C-4E2A-9FDD-967773F1F4D1}"/>
              </c:ext>
            </c:extLst>
          </c:dPt>
          <c:dPt>
            <c:idx val="40"/>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51-6A3C-4E2A-9FDD-967773F1F4D1}"/>
              </c:ext>
            </c:extLst>
          </c:dPt>
          <c:dPt>
            <c:idx val="41"/>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53-6A3C-4E2A-9FDD-967773F1F4D1}"/>
              </c:ext>
            </c:extLst>
          </c:dPt>
          <c:dPt>
            <c:idx val="42"/>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55-6A3C-4E2A-9FDD-967773F1F4D1}"/>
              </c:ext>
            </c:extLst>
          </c:dPt>
          <c:dPt>
            <c:idx val="43"/>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57-6A3C-4E2A-9FDD-967773F1F4D1}"/>
              </c:ext>
            </c:extLst>
          </c:dPt>
          <c:dPt>
            <c:idx val="44"/>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59-6A3C-4E2A-9FDD-967773F1F4D1}"/>
              </c:ext>
            </c:extLst>
          </c:dPt>
          <c:dPt>
            <c:idx val="45"/>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5B-6A3C-4E2A-9FDD-967773F1F4D1}"/>
              </c:ext>
            </c:extLst>
          </c:dPt>
          <c:dPt>
            <c:idx val="46"/>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5D-6A3C-4E2A-9FDD-967773F1F4D1}"/>
              </c:ext>
            </c:extLst>
          </c:dPt>
          <c:dPt>
            <c:idx val="47"/>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5F-6A3C-4E2A-9FDD-967773F1F4D1}"/>
              </c:ext>
            </c:extLst>
          </c:dPt>
          <c:dPt>
            <c:idx val="48"/>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61-6A3C-4E2A-9FDD-967773F1F4D1}"/>
              </c:ext>
            </c:extLst>
          </c:dPt>
          <c:dPt>
            <c:idx val="49"/>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63-6A3C-4E2A-9FDD-967773F1F4D1}"/>
              </c:ext>
            </c:extLst>
          </c:dPt>
          <c:dPt>
            <c:idx val="50"/>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65-6A3C-4E2A-9FDD-967773F1F4D1}"/>
              </c:ext>
            </c:extLst>
          </c:dPt>
          <c:dPt>
            <c:idx val="51"/>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67-6A3C-4E2A-9FDD-967773F1F4D1}"/>
              </c:ext>
            </c:extLst>
          </c:dPt>
          <c:dPt>
            <c:idx val="5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69-6A3C-4E2A-9FDD-967773F1F4D1}"/>
              </c:ext>
            </c:extLst>
          </c:dPt>
          <c:dPt>
            <c:idx val="53"/>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06B-6A3C-4E2A-9FDD-967773F1F4D1}"/>
              </c:ext>
            </c:extLst>
          </c:dPt>
          <c:dPt>
            <c:idx val="54"/>
            <c:bubble3D val="0"/>
            <c:spPr>
              <a:solidFill>
                <a:schemeClr val="accent1"/>
              </a:solidFill>
              <a:ln w="19050">
                <a:solidFill>
                  <a:schemeClr val="lt1"/>
                </a:solidFill>
              </a:ln>
              <a:effectLst/>
            </c:spPr>
            <c:extLst>
              <c:ext xmlns:c16="http://schemas.microsoft.com/office/drawing/2014/chart" uri="{C3380CC4-5D6E-409C-BE32-E72D297353CC}">
                <c16:uniqueId val="{0000006D-6A3C-4E2A-9FDD-967773F1F4D1}"/>
              </c:ext>
            </c:extLst>
          </c:dPt>
          <c:dPt>
            <c:idx val="55"/>
            <c:bubble3D val="0"/>
            <c:spPr>
              <a:solidFill>
                <a:schemeClr val="accent2"/>
              </a:solidFill>
              <a:ln w="19050">
                <a:solidFill>
                  <a:schemeClr val="lt1"/>
                </a:solidFill>
              </a:ln>
              <a:effectLst/>
            </c:spPr>
            <c:extLst>
              <c:ext xmlns:c16="http://schemas.microsoft.com/office/drawing/2014/chart" uri="{C3380CC4-5D6E-409C-BE32-E72D297353CC}">
                <c16:uniqueId val="{0000006F-6A3C-4E2A-9FDD-967773F1F4D1}"/>
              </c:ext>
            </c:extLst>
          </c:dPt>
          <c:dPt>
            <c:idx val="56"/>
            <c:bubble3D val="0"/>
            <c:spPr>
              <a:solidFill>
                <a:schemeClr val="accent3"/>
              </a:solidFill>
              <a:ln w="19050">
                <a:solidFill>
                  <a:schemeClr val="lt1"/>
                </a:solidFill>
              </a:ln>
              <a:effectLst/>
            </c:spPr>
            <c:extLst>
              <c:ext xmlns:c16="http://schemas.microsoft.com/office/drawing/2014/chart" uri="{C3380CC4-5D6E-409C-BE32-E72D297353CC}">
                <c16:uniqueId val="{00000071-6A3C-4E2A-9FDD-967773F1F4D1}"/>
              </c:ext>
            </c:extLst>
          </c:dPt>
          <c:dPt>
            <c:idx val="57"/>
            <c:bubble3D val="0"/>
            <c:spPr>
              <a:solidFill>
                <a:schemeClr val="accent4"/>
              </a:solidFill>
              <a:ln w="19050">
                <a:solidFill>
                  <a:schemeClr val="lt1"/>
                </a:solidFill>
              </a:ln>
              <a:effectLst/>
            </c:spPr>
            <c:extLst>
              <c:ext xmlns:c16="http://schemas.microsoft.com/office/drawing/2014/chart" uri="{C3380CC4-5D6E-409C-BE32-E72D297353CC}">
                <c16:uniqueId val="{00000073-6A3C-4E2A-9FDD-967773F1F4D1}"/>
              </c:ext>
            </c:extLst>
          </c:dPt>
          <c:dPt>
            <c:idx val="58"/>
            <c:bubble3D val="0"/>
            <c:spPr>
              <a:solidFill>
                <a:schemeClr val="accent5"/>
              </a:solidFill>
              <a:ln w="19050">
                <a:solidFill>
                  <a:schemeClr val="lt1"/>
                </a:solidFill>
              </a:ln>
              <a:effectLst/>
            </c:spPr>
            <c:extLst>
              <c:ext xmlns:c16="http://schemas.microsoft.com/office/drawing/2014/chart" uri="{C3380CC4-5D6E-409C-BE32-E72D297353CC}">
                <c16:uniqueId val="{00000075-6A3C-4E2A-9FDD-967773F1F4D1}"/>
              </c:ext>
            </c:extLst>
          </c:dPt>
          <c:dPt>
            <c:idx val="59"/>
            <c:bubble3D val="0"/>
            <c:spPr>
              <a:solidFill>
                <a:schemeClr val="accent6"/>
              </a:solidFill>
              <a:ln w="19050">
                <a:solidFill>
                  <a:schemeClr val="lt1"/>
                </a:solidFill>
              </a:ln>
              <a:effectLst/>
            </c:spPr>
            <c:extLst>
              <c:ext xmlns:c16="http://schemas.microsoft.com/office/drawing/2014/chart" uri="{C3380CC4-5D6E-409C-BE32-E72D297353CC}">
                <c16:uniqueId val="{00000077-6A3C-4E2A-9FDD-967773F1F4D1}"/>
              </c:ext>
            </c:extLst>
          </c:dPt>
          <c:dPt>
            <c:idx val="6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79-6A3C-4E2A-9FDD-967773F1F4D1}"/>
              </c:ext>
            </c:extLst>
          </c:dPt>
          <c:dPt>
            <c:idx val="61"/>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7B-6A3C-4E2A-9FDD-967773F1F4D1}"/>
              </c:ext>
            </c:extLst>
          </c:dPt>
          <c:dPt>
            <c:idx val="62"/>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7D-6A3C-4E2A-9FDD-967773F1F4D1}"/>
              </c:ext>
            </c:extLst>
          </c:dPt>
          <c:dPt>
            <c:idx val="63"/>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7F-6A3C-4E2A-9FDD-967773F1F4D1}"/>
              </c:ext>
            </c:extLst>
          </c:dPt>
          <c:dPt>
            <c:idx val="6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81-6A3C-4E2A-9FDD-967773F1F4D1}"/>
              </c:ext>
            </c:extLst>
          </c:dPt>
          <c:dPt>
            <c:idx val="65"/>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83-6A3C-4E2A-9FDD-967773F1F4D1}"/>
              </c:ext>
            </c:extLst>
          </c:dPt>
          <c:dPt>
            <c:idx val="6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85-6A3C-4E2A-9FDD-967773F1F4D1}"/>
              </c:ext>
            </c:extLst>
          </c:dPt>
          <c:dPt>
            <c:idx val="67"/>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87-6A3C-4E2A-9FDD-967773F1F4D1}"/>
              </c:ext>
            </c:extLst>
          </c:dPt>
          <c:dPt>
            <c:idx val="68"/>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89-6A3C-4E2A-9FDD-967773F1F4D1}"/>
              </c:ext>
            </c:extLst>
          </c:dPt>
          <c:dPt>
            <c:idx val="69"/>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8B-6A3C-4E2A-9FDD-967773F1F4D1}"/>
              </c:ext>
            </c:extLst>
          </c:dPt>
          <c:dPt>
            <c:idx val="70"/>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8D-6A3C-4E2A-9FDD-967773F1F4D1}"/>
              </c:ext>
            </c:extLst>
          </c:dPt>
          <c:dPt>
            <c:idx val="71"/>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8F-6A3C-4E2A-9FDD-967773F1F4D1}"/>
              </c:ext>
            </c:extLst>
          </c:dPt>
          <c:dPt>
            <c:idx val="72"/>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91-6A3C-4E2A-9FDD-967773F1F4D1}"/>
              </c:ext>
            </c:extLst>
          </c:dPt>
          <c:dPt>
            <c:idx val="73"/>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93-6A3C-4E2A-9FDD-967773F1F4D1}"/>
              </c:ext>
            </c:extLst>
          </c:dPt>
          <c:dPt>
            <c:idx val="74"/>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95-6A3C-4E2A-9FDD-967773F1F4D1}"/>
              </c:ext>
            </c:extLst>
          </c:dPt>
          <c:dPt>
            <c:idx val="75"/>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97-6A3C-4E2A-9FDD-967773F1F4D1}"/>
              </c:ext>
            </c:extLst>
          </c:dPt>
          <c:dPt>
            <c:idx val="76"/>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99-6A3C-4E2A-9FDD-967773F1F4D1}"/>
              </c:ext>
            </c:extLst>
          </c:dPt>
          <c:dPt>
            <c:idx val="77"/>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9B-6A3C-4E2A-9FDD-967773F1F4D1}"/>
              </c:ext>
            </c:extLst>
          </c:dPt>
          <c:dPt>
            <c:idx val="78"/>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9D-6A3C-4E2A-9FDD-967773F1F4D1}"/>
              </c:ext>
            </c:extLst>
          </c:dPt>
          <c:dPt>
            <c:idx val="79"/>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9F-6A3C-4E2A-9FDD-967773F1F4D1}"/>
              </c:ext>
            </c:extLst>
          </c:dPt>
          <c:dPt>
            <c:idx val="80"/>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A1-6A3C-4E2A-9FDD-967773F1F4D1}"/>
              </c:ext>
            </c:extLst>
          </c:dPt>
          <c:dPt>
            <c:idx val="81"/>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A3-6A3C-4E2A-9FDD-967773F1F4D1}"/>
              </c:ext>
            </c:extLst>
          </c:dPt>
          <c:dPt>
            <c:idx val="82"/>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A5-6A3C-4E2A-9FDD-967773F1F4D1}"/>
              </c:ext>
            </c:extLst>
          </c:dPt>
          <c:dPt>
            <c:idx val="83"/>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A7-6A3C-4E2A-9FDD-967773F1F4D1}"/>
              </c:ext>
            </c:extLst>
          </c:dPt>
          <c:dPt>
            <c:idx val="84"/>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A9-6A3C-4E2A-9FDD-967773F1F4D1}"/>
              </c:ext>
            </c:extLst>
          </c:dPt>
          <c:dPt>
            <c:idx val="85"/>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AB-6A3C-4E2A-9FDD-967773F1F4D1}"/>
              </c:ext>
            </c:extLst>
          </c:dPt>
          <c:dPt>
            <c:idx val="86"/>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AD-6A3C-4E2A-9FDD-967773F1F4D1}"/>
              </c:ext>
            </c:extLst>
          </c:dPt>
          <c:dPt>
            <c:idx val="87"/>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AF-6A3C-4E2A-9FDD-967773F1F4D1}"/>
              </c:ext>
            </c:extLst>
          </c:dPt>
          <c:dPt>
            <c:idx val="88"/>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B1-6A3C-4E2A-9FDD-967773F1F4D1}"/>
              </c:ext>
            </c:extLst>
          </c:dPt>
          <c:dPt>
            <c:idx val="89"/>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B3-6A3C-4E2A-9FDD-967773F1F4D1}"/>
              </c:ext>
            </c:extLst>
          </c:dPt>
          <c:dPt>
            <c:idx val="90"/>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B5-6A3C-4E2A-9FDD-967773F1F4D1}"/>
              </c:ext>
            </c:extLst>
          </c:dPt>
          <c:dPt>
            <c:idx val="91"/>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B7-6A3C-4E2A-9FDD-967773F1F4D1}"/>
              </c:ext>
            </c:extLst>
          </c:dPt>
          <c:dPt>
            <c:idx val="92"/>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B9-6A3C-4E2A-9FDD-967773F1F4D1}"/>
              </c:ext>
            </c:extLst>
          </c:dPt>
          <c:dPt>
            <c:idx val="93"/>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BB-6A3C-4E2A-9FDD-967773F1F4D1}"/>
              </c:ext>
            </c:extLst>
          </c:dPt>
          <c:dPt>
            <c:idx val="94"/>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BD-6A3C-4E2A-9FDD-967773F1F4D1}"/>
              </c:ext>
            </c:extLst>
          </c:dPt>
          <c:dPt>
            <c:idx val="95"/>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BF-6A3C-4E2A-9FDD-967773F1F4D1}"/>
              </c:ext>
            </c:extLst>
          </c:dPt>
          <c:dPt>
            <c:idx val="96"/>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C1-6A3C-4E2A-9FDD-967773F1F4D1}"/>
              </c:ext>
            </c:extLst>
          </c:dPt>
          <c:dPt>
            <c:idx val="97"/>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C3-6A3C-4E2A-9FDD-967773F1F4D1}"/>
              </c:ext>
            </c:extLst>
          </c:dPt>
          <c:dPt>
            <c:idx val="98"/>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C5-6A3C-4E2A-9FDD-967773F1F4D1}"/>
              </c:ext>
            </c:extLst>
          </c:dPt>
          <c:dPt>
            <c:idx val="99"/>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C7-6A3C-4E2A-9FDD-967773F1F4D1}"/>
              </c:ext>
            </c:extLst>
          </c:dPt>
          <c:dPt>
            <c:idx val="100"/>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C9-6A3C-4E2A-9FDD-967773F1F4D1}"/>
              </c:ext>
            </c:extLst>
          </c:dPt>
          <c:dPt>
            <c:idx val="101"/>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CB-6A3C-4E2A-9FDD-967773F1F4D1}"/>
              </c:ext>
            </c:extLst>
          </c:dPt>
          <c:dPt>
            <c:idx val="102"/>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CD-6A3C-4E2A-9FDD-967773F1F4D1}"/>
              </c:ext>
            </c:extLst>
          </c:dPt>
          <c:dPt>
            <c:idx val="103"/>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CF-6A3C-4E2A-9FDD-967773F1F4D1}"/>
              </c:ext>
            </c:extLst>
          </c:dPt>
          <c:dPt>
            <c:idx val="104"/>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D1-6A3C-4E2A-9FDD-967773F1F4D1}"/>
              </c:ext>
            </c:extLst>
          </c:dPt>
          <c:dPt>
            <c:idx val="105"/>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D3-6A3C-4E2A-9FDD-967773F1F4D1}"/>
              </c:ext>
            </c:extLst>
          </c:dPt>
          <c:dPt>
            <c:idx val="106"/>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D5-6A3C-4E2A-9FDD-967773F1F4D1}"/>
              </c:ext>
            </c:extLst>
          </c:dPt>
          <c:dPt>
            <c:idx val="107"/>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0D7-6A3C-4E2A-9FDD-967773F1F4D1}"/>
              </c:ext>
            </c:extLst>
          </c:dPt>
          <c:dPt>
            <c:idx val="108"/>
            <c:bubble3D val="0"/>
            <c:spPr>
              <a:solidFill>
                <a:schemeClr val="accent1"/>
              </a:solidFill>
              <a:ln w="19050">
                <a:solidFill>
                  <a:schemeClr val="lt1"/>
                </a:solidFill>
              </a:ln>
              <a:effectLst/>
            </c:spPr>
            <c:extLst>
              <c:ext xmlns:c16="http://schemas.microsoft.com/office/drawing/2014/chart" uri="{C3380CC4-5D6E-409C-BE32-E72D297353CC}">
                <c16:uniqueId val="{000000D9-6A3C-4E2A-9FDD-967773F1F4D1}"/>
              </c:ext>
            </c:extLst>
          </c:dPt>
          <c:dPt>
            <c:idx val="109"/>
            <c:bubble3D val="0"/>
            <c:spPr>
              <a:solidFill>
                <a:schemeClr val="accent2"/>
              </a:solidFill>
              <a:ln w="19050">
                <a:solidFill>
                  <a:schemeClr val="lt1"/>
                </a:solidFill>
              </a:ln>
              <a:effectLst/>
            </c:spPr>
            <c:extLst>
              <c:ext xmlns:c16="http://schemas.microsoft.com/office/drawing/2014/chart" uri="{C3380CC4-5D6E-409C-BE32-E72D297353CC}">
                <c16:uniqueId val="{000000DB-6A3C-4E2A-9FDD-967773F1F4D1}"/>
              </c:ext>
            </c:extLst>
          </c:dPt>
          <c:dPt>
            <c:idx val="110"/>
            <c:bubble3D val="0"/>
            <c:spPr>
              <a:solidFill>
                <a:schemeClr val="accent3"/>
              </a:solidFill>
              <a:ln w="19050">
                <a:solidFill>
                  <a:schemeClr val="lt1"/>
                </a:solidFill>
              </a:ln>
              <a:effectLst/>
            </c:spPr>
            <c:extLst>
              <c:ext xmlns:c16="http://schemas.microsoft.com/office/drawing/2014/chart" uri="{C3380CC4-5D6E-409C-BE32-E72D297353CC}">
                <c16:uniqueId val="{000000DD-6A3C-4E2A-9FDD-967773F1F4D1}"/>
              </c:ext>
            </c:extLst>
          </c:dPt>
          <c:dPt>
            <c:idx val="111"/>
            <c:bubble3D val="0"/>
            <c:spPr>
              <a:solidFill>
                <a:schemeClr val="accent4"/>
              </a:solidFill>
              <a:ln w="19050">
                <a:solidFill>
                  <a:schemeClr val="lt1"/>
                </a:solidFill>
              </a:ln>
              <a:effectLst/>
            </c:spPr>
            <c:extLst>
              <c:ext xmlns:c16="http://schemas.microsoft.com/office/drawing/2014/chart" uri="{C3380CC4-5D6E-409C-BE32-E72D297353CC}">
                <c16:uniqueId val="{000000DF-6A3C-4E2A-9FDD-967773F1F4D1}"/>
              </c:ext>
            </c:extLst>
          </c:dPt>
          <c:dPt>
            <c:idx val="112"/>
            <c:bubble3D val="0"/>
            <c:spPr>
              <a:solidFill>
                <a:schemeClr val="accent5"/>
              </a:solidFill>
              <a:ln w="19050">
                <a:solidFill>
                  <a:schemeClr val="lt1"/>
                </a:solidFill>
              </a:ln>
              <a:effectLst/>
            </c:spPr>
            <c:extLst>
              <c:ext xmlns:c16="http://schemas.microsoft.com/office/drawing/2014/chart" uri="{C3380CC4-5D6E-409C-BE32-E72D297353CC}">
                <c16:uniqueId val="{000000E1-6A3C-4E2A-9FDD-967773F1F4D1}"/>
              </c:ext>
            </c:extLst>
          </c:dPt>
          <c:dPt>
            <c:idx val="113"/>
            <c:bubble3D val="0"/>
            <c:spPr>
              <a:solidFill>
                <a:schemeClr val="accent6"/>
              </a:solidFill>
              <a:ln w="19050">
                <a:solidFill>
                  <a:schemeClr val="lt1"/>
                </a:solidFill>
              </a:ln>
              <a:effectLst/>
            </c:spPr>
            <c:extLst>
              <c:ext xmlns:c16="http://schemas.microsoft.com/office/drawing/2014/chart" uri="{C3380CC4-5D6E-409C-BE32-E72D297353CC}">
                <c16:uniqueId val="{000000E3-6A3C-4E2A-9FDD-967773F1F4D1}"/>
              </c:ext>
            </c:extLst>
          </c:dPt>
          <c:dPt>
            <c:idx val="114"/>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E5-6A3C-4E2A-9FDD-967773F1F4D1}"/>
              </c:ext>
            </c:extLst>
          </c:dPt>
          <c:dPt>
            <c:idx val="115"/>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E7-6A3C-4E2A-9FDD-967773F1F4D1}"/>
              </c:ext>
            </c:extLst>
          </c:dPt>
          <c:dPt>
            <c:idx val="116"/>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E9-6A3C-4E2A-9FDD-967773F1F4D1}"/>
              </c:ext>
            </c:extLst>
          </c:dPt>
          <c:dPt>
            <c:idx val="117"/>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EB-6A3C-4E2A-9FDD-967773F1F4D1}"/>
              </c:ext>
            </c:extLst>
          </c:dPt>
          <c:dPt>
            <c:idx val="118"/>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ED-6A3C-4E2A-9FDD-967773F1F4D1}"/>
              </c:ext>
            </c:extLst>
          </c:dPt>
          <c:dPt>
            <c:idx val="119"/>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EF-6A3C-4E2A-9FDD-967773F1F4D1}"/>
              </c:ext>
            </c:extLst>
          </c:dPt>
          <c:dPt>
            <c:idx val="120"/>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F1-6A3C-4E2A-9FDD-967773F1F4D1}"/>
              </c:ext>
            </c:extLst>
          </c:dPt>
          <c:dPt>
            <c:idx val="121"/>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F3-6A3C-4E2A-9FDD-967773F1F4D1}"/>
              </c:ext>
            </c:extLst>
          </c:dPt>
          <c:dPt>
            <c:idx val="122"/>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F5-6A3C-4E2A-9FDD-967773F1F4D1}"/>
              </c:ext>
            </c:extLst>
          </c:dPt>
          <c:dPt>
            <c:idx val="123"/>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F7-6A3C-4E2A-9FDD-967773F1F4D1}"/>
              </c:ext>
            </c:extLst>
          </c:dPt>
          <c:dPt>
            <c:idx val="124"/>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F9-6A3C-4E2A-9FDD-967773F1F4D1}"/>
              </c:ext>
            </c:extLst>
          </c:dPt>
          <c:dPt>
            <c:idx val="125"/>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FB-6A3C-4E2A-9FDD-967773F1F4D1}"/>
              </c:ext>
            </c:extLst>
          </c:dPt>
          <c:dPt>
            <c:idx val="126"/>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FD-6A3C-4E2A-9FDD-967773F1F4D1}"/>
              </c:ext>
            </c:extLst>
          </c:dPt>
          <c:dPt>
            <c:idx val="127"/>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FF-6A3C-4E2A-9FDD-967773F1F4D1}"/>
              </c:ext>
            </c:extLst>
          </c:dPt>
          <c:dPt>
            <c:idx val="128"/>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01-6A3C-4E2A-9FDD-967773F1F4D1}"/>
              </c:ext>
            </c:extLst>
          </c:dPt>
          <c:dPt>
            <c:idx val="129"/>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03-6A3C-4E2A-9FDD-967773F1F4D1}"/>
              </c:ext>
            </c:extLst>
          </c:dPt>
          <c:dPt>
            <c:idx val="130"/>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05-6A3C-4E2A-9FDD-967773F1F4D1}"/>
              </c:ext>
            </c:extLst>
          </c:dPt>
          <c:dPt>
            <c:idx val="131"/>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07-6A3C-4E2A-9FDD-967773F1F4D1}"/>
              </c:ext>
            </c:extLst>
          </c:dPt>
          <c:dPt>
            <c:idx val="13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09-6A3C-4E2A-9FDD-967773F1F4D1}"/>
              </c:ext>
            </c:extLst>
          </c:dPt>
          <c:dPt>
            <c:idx val="133"/>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0B-6A3C-4E2A-9FDD-967773F1F4D1}"/>
              </c:ext>
            </c:extLst>
          </c:dPt>
          <c:dPt>
            <c:idx val="134"/>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0D-6A3C-4E2A-9FDD-967773F1F4D1}"/>
              </c:ext>
            </c:extLst>
          </c:dPt>
          <c:dPt>
            <c:idx val="135"/>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0F-6A3C-4E2A-9FDD-967773F1F4D1}"/>
              </c:ext>
            </c:extLst>
          </c:dPt>
          <c:dPt>
            <c:idx val="136"/>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11-6A3C-4E2A-9FDD-967773F1F4D1}"/>
              </c:ext>
            </c:extLst>
          </c:dPt>
          <c:dPt>
            <c:idx val="137"/>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13-6A3C-4E2A-9FDD-967773F1F4D1}"/>
              </c:ext>
            </c:extLst>
          </c:dPt>
          <c:dPt>
            <c:idx val="138"/>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15-6A3C-4E2A-9FDD-967773F1F4D1}"/>
              </c:ext>
            </c:extLst>
          </c:dPt>
          <c:dPt>
            <c:idx val="139"/>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17-6A3C-4E2A-9FDD-967773F1F4D1}"/>
              </c:ext>
            </c:extLst>
          </c:dPt>
          <c:dPt>
            <c:idx val="140"/>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19-6A3C-4E2A-9FDD-967773F1F4D1}"/>
              </c:ext>
            </c:extLst>
          </c:dPt>
          <c:dPt>
            <c:idx val="141"/>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1B-6A3C-4E2A-9FDD-967773F1F4D1}"/>
              </c:ext>
            </c:extLst>
          </c:dPt>
          <c:dPt>
            <c:idx val="142"/>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1D-6A3C-4E2A-9FDD-967773F1F4D1}"/>
              </c:ext>
            </c:extLst>
          </c:dPt>
          <c:dPt>
            <c:idx val="143"/>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1F-6A3C-4E2A-9FDD-967773F1F4D1}"/>
              </c:ext>
            </c:extLst>
          </c:dPt>
          <c:dPt>
            <c:idx val="144"/>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21-6A3C-4E2A-9FDD-967773F1F4D1}"/>
              </c:ext>
            </c:extLst>
          </c:dPt>
          <c:dPt>
            <c:idx val="145"/>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23-6A3C-4E2A-9FDD-967773F1F4D1}"/>
              </c:ext>
            </c:extLst>
          </c:dPt>
          <c:dPt>
            <c:idx val="146"/>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25-6A3C-4E2A-9FDD-967773F1F4D1}"/>
              </c:ext>
            </c:extLst>
          </c:dPt>
          <c:dPt>
            <c:idx val="147"/>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27-6A3C-4E2A-9FDD-967773F1F4D1}"/>
              </c:ext>
            </c:extLst>
          </c:dPt>
          <c:dPt>
            <c:idx val="148"/>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129-6A3C-4E2A-9FDD-967773F1F4D1}"/>
              </c:ext>
            </c:extLst>
          </c:dPt>
          <c:dPt>
            <c:idx val="149"/>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12B-6A3C-4E2A-9FDD-967773F1F4D1}"/>
              </c:ext>
            </c:extLst>
          </c:dPt>
          <c:dPt>
            <c:idx val="150"/>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12D-6A3C-4E2A-9FDD-967773F1F4D1}"/>
              </c:ext>
            </c:extLst>
          </c:dPt>
          <c:dPt>
            <c:idx val="151"/>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12F-6A3C-4E2A-9FDD-967773F1F4D1}"/>
              </c:ext>
            </c:extLst>
          </c:dPt>
          <c:dPt>
            <c:idx val="152"/>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131-6A3C-4E2A-9FDD-967773F1F4D1}"/>
              </c:ext>
            </c:extLst>
          </c:dPt>
          <c:dPt>
            <c:idx val="153"/>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133-6A3C-4E2A-9FDD-967773F1F4D1}"/>
              </c:ext>
            </c:extLst>
          </c:dPt>
          <c:dPt>
            <c:idx val="154"/>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135-6A3C-4E2A-9FDD-967773F1F4D1}"/>
              </c:ext>
            </c:extLst>
          </c:dPt>
          <c:dPt>
            <c:idx val="155"/>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137-6A3C-4E2A-9FDD-967773F1F4D1}"/>
              </c:ext>
            </c:extLst>
          </c:dPt>
          <c:dPt>
            <c:idx val="156"/>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139-6A3C-4E2A-9FDD-967773F1F4D1}"/>
              </c:ext>
            </c:extLst>
          </c:dPt>
          <c:dPt>
            <c:idx val="157"/>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13B-6A3C-4E2A-9FDD-967773F1F4D1}"/>
              </c:ext>
            </c:extLst>
          </c:dPt>
          <c:dPt>
            <c:idx val="158"/>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13D-6A3C-4E2A-9FDD-967773F1F4D1}"/>
              </c:ext>
            </c:extLst>
          </c:dPt>
          <c:dPt>
            <c:idx val="159"/>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13F-6A3C-4E2A-9FDD-967773F1F4D1}"/>
              </c:ext>
            </c:extLst>
          </c:dPt>
          <c:dPt>
            <c:idx val="160"/>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141-6A3C-4E2A-9FDD-967773F1F4D1}"/>
              </c:ext>
            </c:extLst>
          </c:dPt>
          <c:dPt>
            <c:idx val="161"/>
            <c:bubble3D val="0"/>
            <c:spPr>
              <a:solidFill>
                <a:schemeClr val="accent6">
                  <a:lumMod val="50000"/>
                  <a:lumOff val="50000"/>
                </a:schemeClr>
              </a:solidFill>
              <a:ln w="19050">
                <a:solidFill>
                  <a:schemeClr val="lt1"/>
                </a:solidFill>
              </a:ln>
              <a:effectLst/>
            </c:spPr>
            <c:extLst>
              <c:ext xmlns:c16="http://schemas.microsoft.com/office/drawing/2014/chart" uri="{C3380CC4-5D6E-409C-BE32-E72D297353CC}">
                <c16:uniqueId val="{00000143-6A3C-4E2A-9FDD-967773F1F4D1}"/>
              </c:ext>
            </c:extLst>
          </c:dPt>
          <c:dPt>
            <c:idx val="162"/>
            <c:bubble3D val="0"/>
            <c:spPr>
              <a:solidFill>
                <a:schemeClr val="accent1"/>
              </a:solidFill>
              <a:ln w="19050">
                <a:solidFill>
                  <a:schemeClr val="lt1"/>
                </a:solidFill>
              </a:ln>
              <a:effectLst/>
            </c:spPr>
            <c:extLst>
              <c:ext xmlns:c16="http://schemas.microsoft.com/office/drawing/2014/chart" uri="{C3380CC4-5D6E-409C-BE32-E72D297353CC}">
                <c16:uniqueId val="{00000145-6A3C-4E2A-9FDD-967773F1F4D1}"/>
              </c:ext>
            </c:extLst>
          </c:dPt>
          <c:dPt>
            <c:idx val="163"/>
            <c:bubble3D val="0"/>
            <c:spPr>
              <a:solidFill>
                <a:schemeClr val="accent2"/>
              </a:solidFill>
              <a:ln w="19050">
                <a:solidFill>
                  <a:schemeClr val="lt1"/>
                </a:solidFill>
              </a:ln>
              <a:effectLst/>
            </c:spPr>
            <c:extLst>
              <c:ext xmlns:c16="http://schemas.microsoft.com/office/drawing/2014/chart" uri="{C3380CC4-5D6E-409C-BE32-E72D297353CC}">
                <c16:uniqueId val="{00000147-6A3C-4E2A-9FDD-967773F1F4D1}"/>
              </c:ext>
            </c:extLst>
          </c:dPt>
          <c:dPt>
            <c:idx val="164"/>
            <c:bubble3D val="0"/>
            <c:spPr>
              <a:solidFill>
                <a:schemeClr val="accent3"/>
              </a:solidFill>
              <a:ln w="19050">
                <a:solidFill>
                  <a:schemeClr val="lt1"/>
                </a:solidFill>
              </a:ln>
              <a:effectLst/>
            </c:spPr>
            <c:extLst>
              <c:ext xmlns:c16="http://schemas.microsoft.com/office/drawing/2014/chart" uri="{C3380CC4-5D6E-409C-BE32-E72D297353CC}">
                <c16:uniqueId val="{00000149-6A3C-4E2A-9FDD-967773F1F4D1}"/>
              </c:ext>
            </c:extLst>
          </c:dPt>
          <c:dPt>
            <c:idx val="165"/>
            <c:bubble3D val="0"/>
            <c:spPr>
              <a:solidFill>
                <a:schemeClr val="accent4"/>
              </a:solidFill>
              <a:ln w="19050">
                <a:solidFill>
                  <a:schemeClr val="lt1"/>
                </a:solidFill>
              </a:ln>
              <a:effectLst/>
            </c:spPr>
            <c:extLst>
              <c:ext xmlns:c16="http://schemas.microsoft.com/office/drawing/2014/chart" uri="{C3380CC4-5D6E-409C-BE32-E72D297353CC}">
                <c16:uniqueId val="{0000014B-6A3C-4E2A-9FDD-967773F1F4D1}"/>
              </c:ext>
            </c:extLst>
          </c:dPt>
          <c:dPt>
            <c:idx val="166"/>
            <c:bubble3D val="0"/>
            <c:spPr>
              <a:solidFill>
                <a:schemeClr val="accent5"/>
              </a:solidFill>
              <a:ln w="19050">
                <a:solidFill>
                  <a:schemeClr val="lt1"/>
                </a:solidFill>
              </a:ln>
              <a:effectLst/>
            </c:spPr>
            <c:extLst>
              <c:ext xmlns:c16="http://schemas.microsoft.com/office/drawing/2014/chart" uri="{C3380CC4-5D6E-409C-BE32-E72D297353CC}">
                <c16:uniqueId val="{0000014D-6A3C-4E2A-9FDD-967773F1F4D1}"/>
              </c:ext>
            </c:extLst>
          </c:dPt>
          <c:dPt>
            <c:idx val="167"/>
            <c:bubble3D val="0"/>
            <c:spPr>
              <a:solidFill>
                <a:schemeClr val="accent6"/>
              </a:solidFill>
              <a:ln w="19050">
                <a:solidFill>
                  <a:schemeClr val="lt1"/>
                </a:solidFill>
              </a:ln>
              <a:effectLst/>
            </c:spPr>
            <c:extLst>
              <c:ext xmlns:c16="http://schemas.microsoft.com/office/drawing/2014/chart" uri="{C3380CC4-5D6E-409C-BE32-E72D297353CC}">
                <c16:uniqueId val="{0000014F-6A3C-4E2A-9FDD-967773F1F4D1}"/>
              </c:ext>
            </c:extLst>
          </c:dPt>
          <c:dPt>
            <c:idx val="168"/>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151-6A3C-4E2A-9FDD-967773F1F4D1}"/>
              </c:ext>
            </c:extLst>
          </c:dPt>
          <c:dPt>
            <c:idx val="169"/>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153-6A3C-4E2A-9FDD-967773F1F4D1}"/>
              </c:ext>
            </c:extLst>
          </c:dPt>
          <c:dPt>
            <c:idx val="170"/>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155-6A3C-4E2A-9FDD-967773F1F4D1}"/>
              </c:ext>
            </c:extLst>
          </c:dPt>
          <c:dPt>
            <c:idx val="171"/>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157-6A3C-4E2A-9FDD-967773F1F4D1}"/>
              </c:ext>
            </c:extLst>
          </c:dPt>
          <c:dPt>
            <c:idx val="172"/>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159-6A3C-4E2A-9FDD-967773F1F4D1}"/>
              </c:ext>
            </c:extLst>
          </c:dPt>
          <c:dPt>
            <c:idx val="17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15B-6A3C-4E2A-9FDD-967773F1F4D1}"/>
              </c:ext>
            </c:extLst>
          </c:dPt>
          <c:dPt>
            <c:idx val="174"/>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15D-6A3C-4E2A-9FDD-967773F1F4D1}"/>
              </c:ext>
            </c:extLst>
          </c:dPt>
          <c:dPt>
            <c:idx val="175"/>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15F-6A3C-4E2A-9FDD-967773F1F4D1}"/>
              </c:ext>
            </c:extLst>
          </c:dPt>
          <c:dPt>
            <c:idx val="176"/>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161-6A3C-4E2A-9FDD-967773F1F4D1}"/>
              </c:ext>
            </c:extLst>
          </c:dPt>
          <c:dPt>
            <c:idx val="177"/>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163-6A3C-4E2A-9FDD-967773F1F4D1}"/>
              </c:ext>
            </c:extLst>
          </c:dPt>
          <c:dPt>
            <c:idx val="17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165-6A3C-4E2A-9FDD-967773F1F4D1}"/>
              </c:ext>
            </c:extLst>
          </c:dPt>
          <c:dPt>
            <c:idx val="179"/>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167-6A3C-4E2A-9FDD-967773F1F4D1}"/>
              </c:ext>
            </c:extLst>
          </c:dPt>
          <c:dPt>
            <c:idx val="180"/>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169-6A3C-4E2A-9FDD-967773F1F4D1}"/>
              </c:ext>
            </c:extLst>
          </c:dPt>
          <c:dPt>
            <c:idx val="181"/>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16B-6A3C-4E2A-9FDD-967773F1F4D1}"/>
              </c:ext>
            </c:extLst>
          </c:dPt>
          <c:dPt>
            <c:idx val="182"/>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16D-6A3C-4E2A-9FDD-967773F1F4D1}"/>
              </c:ext>
            </c:extLst>
          </c:dPt>
          <c:dPt>
            <c:idx val="183"/>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16F-6A3C-4E2A-9FDD-967773F1F4D1}"/>
              </c:ext>
            </c:extLst>
          </c:dPt>
          <c:dPt>
            <c:idx val="184"/>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171-6A3C-4E2A-9FDD-967773F1F4D1}"/>
              </c:ext>
            </c:extLst>
          </c:dPt>
          <c:dPt>
            <c:idx val="185"/>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173-6A3C-4E2A-9FDD-967773F1F4D1}"/>
              </c:ext>
            </c:extLst>
          </c:dPt>
          <c:dPt>
            <c:idx val="186"/>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175-6A3C-4E2A-9FDD-967773F1F4D1}"/>
              </c:ext>
            </c:extLst>
          </c:dPt>
          <c:dPt>
            <c:idx val="187"/>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177-6A3C-4E2A-9FDD-967773F1F4D1}"/>
              </c:ext>
            </c:extLst>
          </c:dPt>
          <c:dPt>
            <c:idx val="188"/>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179-6A3C-4E2A-9FDD-967773F1F4D1}"/>
              </c:ext>
            </c:extLst>
          </c:dPt>
          <c:dPt>
            <c:idx val="189"/>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17B-6A3C-4E2A-9FDD-967773F1F4D1}"/>
              </c:ext>
            </c:extLst>
          </c:dPt>
          <c:dPt>
            <c:idx val="190"/>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17D-6A3C-4E2A-9FDD-967773F1F4D1}"/>
              </c:ext>
            </c:extLst>
          </c:dPt>
          <c:dPt>
            <c:idx val="19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17F-6A3C-4E2A-9FDD-967773F1F4D1}"/>
              </c:ext>
            </c:extLst>
          </c:dPt>
          <c:dPt>
            <c:idx val="192"/>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181-6A3C-4E2A-9FDD-967773F1F4D1}"/>
              </c:ext>
            </c:extLst>
          </c:dPt>
          <c:dPt>
            <c:idx val="193"/>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183-6A3C-4E2A-9FDD-967773F1F4D1}"/>
              </c:ext>
            </c:extLst>
          </c:dPt>
          <c:dPt>
            <c:idx val="194"/>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185-6A3C-4E2A-9FDD-967773F1F4D1}"/>
              </c:ext>
            </c:extLst>
          </c:dPt>
          <c:dPt>
            <c:idx val="195"/>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187-6A3C-4E2A-9FDD-967773F1F4D1}"/>
              </c:ext>
            </c:extLst>
          </c:dPt>
          <c:dPt>
            <c:idx val="196"/>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189-6A3C-4E2A-9FDD-967773F1F4D1}"/>
              </c:ext>
            </c:extLst>
          </c:dPt>
          <c:dPt>
            <c:idx val="197"/>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18B-6A3C-4E2A-9FDD-967773F1F4D1}"/>
              </c:ext>
            </c:extLst>
          </c:dPt>
          <c:dPt>
            <c:idx val="198"/>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18D-6A3C-4E2A-9FDD-967773F1F4D1}"/>
              </c:ext>
            </c:extLst>
          </c:dPt>
          <c:dPt>
            <c:idx val="199"/>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18F-6A3C-4E2A-9FDD-967773F1F4D1}"/>
              </c:ext>
            </c:extLst>
          </c:dPt>
          <c:dPt>
            <c:idx val="200"/>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191-6A3C-4E2A-9FDD-967773F1F4D1}"/>
              </c:ext>
            </c:extLst>
          </c:dPt>
          <c:dPt>
            <c:idx val="201"/>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193-6A3C-4E2A-9FDD-967773F1F4D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'Player of match count'!$A$4:$A$206</c:f>
              <c:strCache>
                <c:ptCount val="202"/>
                <c:pt idx="0">
                  <c:v>CH Gayle</c:v>
                </c:pt>
                <c:pt idx="1">
                  <c:v>YK Pathan</c:v>
                </c:pt>
                <c:pt idx="2">
                  <c:v>AB de Villiers</c:v>
                </c:pt>
                <c:pt idx="3">
                  <c:v>DA Warner</c:v>
                </c:pt>
                <c:pt idx="4">
                  <c:v>SK Raina</c:v>
                </c:pt>
                <c:pt idx="5">
                  <c:v>RG Sharma</c:v>
                </c:pt>
                <c:pt idx="6">
                  <c:v>MS Dhoni</c:v>
                </c:pt>
                <c:pt idx="7">
                  <c:v>G Gambhir</c:v>
                </c:pt>
                <c:pt idx="8">
                  <c:v>AM Rahane</c:v>
                </c:pt>
                <c:pt idx="9">
                  <c:v>MEK Hussey</c:v>
                </c:pt>
                <c:pt idx="10">
                  <c:v>V Sehwag</c:v>
                </c:pt>
                <c:pt idx="11">
                  <c:v>V Kohli</c:v>
                </c:pt>
                <c:pt idx="12">
                  <c:v>DR Smith</c:v>
                </c:pt>
                <c:pt idx="13">
                  <c:v>SR Watson</c:v>
                </c:pt>
                <c:pt idx="14">
                  <c:v>JH Kallis</c:v>
                </c:pt>
                <c:pt idx="15">
                  <c:v>SE Marsh</c:v>
                </c:pt>
                <c:pt idx="16">
                  <c:v>A Mishra</c:v>
                </c:pt>
                <c:pt idx="17">
                  <c:v>KA Pollard</c:v>
                </c:pt>
                <c:pt idx="18">
                  <c:v>SR Tendulkar</c:v>
                </c:pt>
                <c:pt idx="19">
                  <c:v>AC Gilchrist</c:v>
                </c:pt>
                <c:pt idx="20">
                  <c:v>RV Uthappa</c:v>
                </c:pt>
                <c:pt idx="21">
                  <c:v>AT Rayudu</c:v>
                </c:pt>
                <c:pt idx="22">
                  <c:v>RA Jadeja</c:v>
                </c:pt>
                <c:pt idx="23">
                  <c:v>AD Russell</c:v>
                </c:pt>
                <c:pt idx="24">
                  <c:v>A Nehra</c:v>
                </c:pt>
                <c:pt idx="25">
                  <c:v>SP Narine</c:v>
                </c:pt>
                <c:pt idx="26">
                  <c:v>Harbhajan Singh</c:v>
                </c:pt>
                <c:pt idx="27">
                  <c:v>UT Yadav</c:v>
                </c:pt>
                <c:pt idx="28">
                  <c:v>M Vijay</c:v>
                </c:pt>
                <c:pt idx="29">
                  <c:v>BJ Hodge</c:v>
                </c:pt>
                <c:pt idx="30">
                  <c:v>SL Malinga</c:v>
                </c:pt>
                <c:pt idx="31">
                  <c:v>DW Steyn</c:v>
                </c:pt>
                <c:pt idx="32">
                  <c:v>AJ Finch</c:v>
                </c:pt>
                <c:pt idx="33">
                  <c:v>BB McCullum</c:v>
                </c:pt>
                <c:pt idx="34">
                  <c:v>DPMD Jayawardene</c:v>
                </c:pt>
                <c:pt idx="35">
                  <c:v>JP Faulkner</c:v>
                </c:pt>
                <c:pt idx="36">
                  <c:v>B Kumar</c:v>
                </c:pt>
                <c:pt idx="37">
                  <c:v>GJ Maxwell</c:v>
                </c:pt>
                <c:pt idx="38">
                  <c:v>Yuvraj Singh</c:v>
                </c:pt>
                <c:pt idx="39">
                  <c:v>SC Ganguly</c:v>
                </c:pt>
                <c:pt idx="40">
                  <c:v>KC Sangakkara</c:v>
                </c:pt>
                <c:pt idx="41">
                  <c:v>Sandeep Sharma</c:v>
                </c:pt>
                <c:pt idx="42">
                  <c:v>ML Hayden</c:v>
                </c:pt>
                <c:pt idx="43">
                  <c:v>SPD Smith</c:v>
                </c:pt>
                <c:pt idx="44">
                  <c:v>AR Patel</c:v>
                </c:pt>
                <c:pt idx="45">
                  <c:v>PA Patel</c:v>
                </c:pt>
                <c:pt idx="46">
                  <c:v>MK Pandey</c:v>
                </c:pt>
                <c:pt idx="47">
                  <c:v>SK Warne</c:v>
                </c:pt>
                <c:pt idx="48">
                  <c:v>JD Unadkat</c:v>
                </c:pt>
                <c:pt idx="49">
                  <c:v>JP Duminy</c:v>
                </c:pt>
                <c:pt idx="50">
                  <c:v>NM Coulter-Nile</c:v>
                </c:pt>
                <c:pt idx="51">
                  <c:v>KD Karthik</c:v>
                </c:pt>
                <c:pt idx="52">
                  <c:v>KH Pandya</c:v>
                </c:pt>
                <c:pt idx="53">
                  <c:v>Mandeep Singh</c:v>
                </c:pt>
                <c:pt idx="54">
                  <c:v>LMP Simmons</c:v>
                </c:pt>
                <c:pt idx="55">
                  <c:v>R Vinay Kumar</c:v>
                </c:pt>
                <c:pt idx="56">
                  <c:v>BA Stokes</c:v>
                </c:pt>
                <c:pt idx="57">
                  <c:v>A Symonds</c:v>
                </c:pt>
                <c:pt idx="58">
                  <c:v>CJ Anderson</c:v>
                </c:pt>
                <c:pt idx="59">
                  <c:v>PP Chawla</c:v>
                </c:pt>
                <c:pt idx="60">
                  <c:v>MK Tiwary</c:v>
                </c:pt>
                <c:pt idx="61">
                  <c:v>SV Samson</c:v>
                </c:pt>
                <c:pt idx="62">
                  <c:v>DA Miller</c:v>
                </c:pt>
                <c:pt idx="63">
                  <c:v>LRPL Taylor</c:v>
                </c:pt>
                <c:pt idx="64">
                  <c:v>A Kumble</c:v>
                </c:pt>
                <c:pt idx="65">
                  <c:v>WP Saha</c:v>
                </c:pt>
                <c:pt idx="66">
                  <c:v>KP Pietersen</c:v>
                </c:pt>
                <c:pt idx="67">
                  <c:v>L Balaji</c:v>
                </c:pt>
                <c:pt idx="68">
                  <c:v>KK Nair</c:v>
                </c:pt>
                <c:pt idx="69">
                  <c:v>M Vohra</c:v>
                </c:pt>
                <c:pt idx="70">
                  <c:v>GC Smith</c:v>
                </c:pt>
                <c:pt idx="71">
                  <c:v>Azhar Mahmood</c:v>
                </c:pt>
                <c:pt idx="72">
                  <c:v>HH Pandya</c:v>
                </c:pt>
                <c:pt idx="73">
                  <c:v>BW Hilfenhaus</c:v>
                </c:pt>
                <c:pt idx="74">
                  <c:v>F du Plessis</c:v>
                </c:pt>
                <c:pt idx="75">
                  <c:v>CA Lynn</c:v>
                </c:pt>
                <c:pt idx="76">
                  <c:v>SK Trivedi</c:v>
                </c:pt>
                <c:pt idx="77">
                  <c:v>AJ Tye</c:v>
                </c:pt>
                <c:pt idx="78">
                  <c:v>I Sharma</c:v>
                </c:pt>
                <c:pt idx="79">
                  <c:v>CH Morris</c:v>
                </c:pt>
                <c:pt idx="80">
                  <c:v>R Dravid</c:v>
                </c:pt>
                <c:pt idx="81">
                  <c:v>AB Dinda</c:v>
                </c:pt>
                <c:pt idx="82">
                  <c:v>B Lee</c:v>
                </c:pt>
                <c:pt idx="83">
                  <c:v>KM Jadhav</c:v>
                </c:pt>
                <c:pt idx="84">
                  <c:v>GH Vihari</c:v>
                </c:pt>
                <c:pt idx="85">
                  <c:v>M Morkel</c:v>
                </c:pt>
                <c:pt idx="86">
                  <c:v>SM Pollock</c:v>
                </c:pt>
                <c:pt idx="87">
                  <c:v>M Muralitharan</c:v>
                </c:pt>
                <c:pt idx="88">
                  <c:v>SS Iyer</c:v>
                </c:pt>
                <c:pt idx="89">
                  <c:v>M Ntini</c:v>
                </c:pt>
                <c:pt idx="90">
                  <c:v>Iqbal Abdulla</c:v>
                </c:pt>
                <c:pt idx="91">
                  <c:v>DE Bollinger</c:v>
                </c:pt>
                <c:pt idx="92">
                  <c:v>PV Tambe</c:v>
                </c:pt>
                <c:pt idx="93">
                  <c:v>DJ Bravo</c:v>
                </c:pt>
                <c:pt idx="94">
                  <c:v>R Sharma</c:v>
                </c:pt>
                <c:pt idx="95">
                  <c:v>MC Henriques</c:v>
                </c:pt>
                <c:pt idx="96">
                  <c:v>Rashid Khan</c:v>
                </c:pt>
                <c:pt idx="97">
                  <c:v>MG Johnson</c:v>
                </c:pt>
                <c:pt idx="98">
                  <c:v>RR Pant</c:v>
                </c:pt>
                <c:pt idx="99">
                  <c:v>MJ McClenaghan</c:v>
                </c:pt>
                <c:pt idx="100">
                  <c:v>S Dhawan</c:v>
                </c:pt>
                <c:pt idx="101">
                  <c:v>DJ Hussey</c:v>
                </c:pt>
                <c:pt idx="102">
                  <c:v>Shakib Al Hasan</c:v>
                </c:pt>
                <c:pt idx="103">
                  <c:v>MM Patel</c:v>
                </c:pt>
                <c:pt idx="104">
                  <c:v>Harmeet Singh</c:v>
                </c:pt>
                <c:pt idx="105">
                  <c:v>MM Sharma</c:v>
                </c:pt>
                <c:pt idx="106">
                  <c:v>Sohail Tanvir</c:v>
                </c:pt>
                <c:pt idx="107">
                  <c:v>MP Stoinis</c:v>
                </c:pt>
                <c:pt idx="108">
                  <c:v>HM Amla</c:v>
                </c:pt>
                <c:pt idx="109">
                  <c:v>MV Boucher</c:v>
                </c:pt>
                <c:pt idx="110">
                  <c:v>ST Jayasuriya</c:v>
                </c:pt>
                <c:pt idx="111">
                  <c:v>N Rana</c:v>
                </c:pt>
                <c:pt idx="112">
                  <c:v>IK Pathan</c:v>
                </c:pt>
                <c:pt idx="113">
                  <c:v>P Kumar</c:v>
                </c:pt>
                <c:pt idx="114">
                  <c:v>JA Morkel</c:v>
                </c:pt>
                <c:pt idx="115">
                  <c:v>P Negi</c:v>
                </c:pt>
                <c:pt idx="116">
                  <c:v>PC Valthaty</c:v>
                </c:pt>
                <c:pt idx="117">
                  <c:v>MJ Lumb</c:v>
                </c:pt>
                <c:pt idx="118">
                  <c:v>GD McGrath</c:v>
                </c:pt>
                <c:pt idx="119">
                  <c:v>WPUJC Vaas</c:v>
                </c:pt>
                <c:pt idx="120">
                  <c:v>Mohammed Siraj</c:v>
                </c:pt>
                <c:pt idx="121">
                  <c:v>MD Mishra</c:v>
                </c:pt>
                <c:pt idx="122">
                  <c:v>KV Sharma</c:v>
                </c:pt>
                <c:pt idx="123">
                  <c:v>TM Dilshan</c:v>
                </c:pt>
                <c:pt idx="124">
                  <c:v>MR Marsh</c:v>
                </c:pt>
                <c:pt idx="125">
                  <c:v>S Sohal</c:v>
                </c:pt>
                <c:pt idx="126">
                  <c:v>MS Bisla</c:v>
                </c:pt>
                <c:pt idx="127">
                  <c:v>GJ Bailey</c:v>
                </c:pt>
                <c:pt idx="128">
                  <c:v>DP Nannes</c:v>
                </c:pt>
                <c:pt idx="129">
                  <c:v>MF Maharoof</c:v>
                </c:pt>
                <c:pt idx="130">
                  <c:v>MS Gony</c:v>
                </c:pt>
                <c:pt idx="131">
                  <c:v>DJG Sammy</c:v>
                </c:pt>
                <c:pt idx="132">
                  <c:v>Mustafizur Rahman</c:v>
                </c:pt>
                <c:pt idx="133">
                  <c:v>J Botha</c:v>
                </c:pt>
                <c:pt idx="134">
                  <c:v>CRD Fernando</c:v>
                </c:pt>
                <c:pt idx="135">
                  <c:v>MA Starc</c:v>
                </c:pt>
                <c:pt idx="136">
                  <c:v>LH Ferguson</c:v>
                </c:pt>
                <c:pt idx="137">
                  <c:v>SA Asnodkar</c:v>
                </c:pt>
                <c:pt idx="138">
                  <c:v>AC Voges</c:v>
                </c:pt>
                <c:pt idx="139">
                  <c:v>SB Wagh</c:v>
                </c:pt>
                <c:pt idx="140">
                  <c:v>NV Ojha</c:v>
                </c:pt>
                <c:pt idx="141">
                  <c:v>Shoaib Akhtar</c:v>
                </c:pt>
                <c:pt idx="142">
                  <c:v>LJ Wright</c:v>
                </c:pt>
                <c:pt idx="143">
                  <c:v>DJ Hooda</c:v>
                </c:pt>
                <c:pt idx="144">
                  <c:v>AP Tare</c:v>
                </c:pt>
                <c:pt idx="145">
                  <c:v>SP Goswami</c:v>
                </c:pt>
                <c:pt idx="146">
                  <c:v>P Parameswaran</c:v>
                </c:pt>
                <c:pt idx="147">
                  <c:v>HV Patel</c:v>
                </c:pt>
                <c:pt idx="148">
                  <c:v>LR Shukla</c:v>
                </c:pt>
                <c:pt idx="149">
                  <c:v>TA Boult</c:v>
                </c:pt>
                <c:pt idx="150">
                  <c:v>YS Chahal</c:v>
                </c:pt>
                <c:pt idx="151">
                  <c:v>CR Brathwaite</c:v>
                </c:pt>
                <c:pt idx="152">
                  <c:v>JC Buttler</c:v>
                </c:pt>
                <c:pt idx="153">
                  <c:v>Washington Sundar</c:v>
                </c:pt>
                <c:pt idx="154">
                  <c:v>JD Ryder</c:v>
                </c:pt>
                <c:pt idx="155">
                  <c:v>Mohammed Shami</c:v>
                </c:pt>
                <c:pt idx="156">
                  <c:v>PP Ojha</c:v>
                </c:pt>
                <c:pt idx="157">
                  <c:v>S Nadeem</c:v>
                </c:pt>
                <c:pt idx="158">
                  <c:v>A Zampa</c:v>
                </c:pt>
                <c:pt idx="159">
                  <c:v>S Sreesanth</c:v>
                </c:pt>
                <c:pt idx="160">
                  <c:v>Q de Kock</c:v>
                </c:pt>
                <c:pt idx="161">
                  <c:v>SA Yadav</c:v>
                </c:pt>
                <c:pt idx="162">
                  <c:v>R Ashwin</c:v>
                </c:pt>
                <c:pt idx="163">
                  <c:v>SB Jakati</c:v>
                </c:pt>
                <c:pt idx="164">
                  <c:v>R Bhatia</c:v>
                </c:pt>
                <c:pt idx="165">
                  <c:v>JJ Bumrah</c:v>
                </c:pt>
                <c:pt idx="166">
                  <c:v>M Kartik</c:v>
                </c:pt>
                <c:pt idx="167">
                  <c:v>KK Cooper</c:v>
                </c:pt>
                <c:pt idx="168">
                  <c:v>R McLaren</c:v>
                </c:pt>
                <c:pt idx="169">
                  <c:v>BA Bhatt</c:v>
                </c:pt>
                <c:pt idx="170">
                  <c:v>AA Jhunjhunwala</c:v>
                </c:pt>
                <c:pt idx="171">
                  <c:v>AD Mathews</c:v>
                </c:pt>
                <c:pt idx="172">
                  <c:v>EJG Morgan</c:v>
                </c:pt>
                <c:pt idx="173">
                  <c:v>SM Katich</c:v>
                </c:pt>
                <c:pt idx="174">
                  <c:v>JDP Oram</c:v>
                </c:pt>
                <c:pt idx="175">
                  <c:v>CL White</c:v>
                </c:pt>
                <c:pt idx="176">
                  <c:v>RA Tripathi</c:v>
                </c:pt>
                <c:pt idx="177">
                  <c:v>HH Gibbs</c:v>
                </c:pt>
                <c:pt idx="178">
                  <c:v>JEC Franklin</c:v>
                </c:pt>
                <c:pt idx="179">
                  <c:v>A Singh</c:v>
                </c:pt>
                <c:pt idx="180">
                  <c:v>RE Levi</c:v>
                </c:pt>
                <c:pt idx="181">
                  <c:v>KMDN Kulasekara</c:v>
                </c:pt>
                <c:pt idx="182">
                  <c:v>BCJ Cutting</c:v>
                </c:pt>
                <c:pt idx="183">
                  <c:v>DL Vettori</c:v>
                </c:pt>
                <c:pt idx="184">
                  <c:v>RJ Harris</c:v>
                </c:pt>
                <c:pt idx="185">
                  <c:v>TL Suman</c:v>
                </c:pt>
                <c:pt idx="186">
                  <c:v>RP Singh</c:v>
                </c:pt>
                <c:pt idx="187">
                  <c:v>Umar Gul</c:v>
                </c:pt>
                <c:pt idx="188">
                  <c:v>A Chandila</c:v>
                </c:pt>
                <c:pt idx="189">
                  <c:v>KS Williamson</c:v>
                </c:pt>
                <c:pt idx="190">
                  <c:v>RS Bopara</c:v>
                </c:pt>
                <c:pt idx="191">
                  <c:v>VR Aaron</c:v>
                </c:pt>
                <c:pt idx="192">
                  <c:v>MA Agarwal</c:v>
                </c:pt>
                <c:pt idx="193">
                  <c:v>J Theron</c:v>
                </c:pt>
                <c:pt idx="194">
                  <c:v>S Anirudha</c:v>
                </c:pt>
                <c:pt idx="195">
                  <c:v>MN Samuels</c:v>
                </c:pt>
                <c:pt idx="196">
                  <c:v>S Aravind</c:v>
                </c:pt>
                <c:pt idx="197">
                  <c:v>S Badrinath</c:v>
                </c:pt>
                <c:pt idx="198">
                  <c:v>Z Khan</c:v>
                </c:pt>
                <c:pt idx="199">
                  <c:v>PD Collingwood</c:v>
                </c:pt>
                <c:pt idx="200">
                  <c:v>AD Mascarenhas</c:v>
                </c:pt>
                <c:pt idx="201">
                  <c:v>(blank)</c:v>
                </c:pt>
              </c:strCache>
            </c:strRef>
          </c:cat>
          <c:val>
            <c:numRef>
              <c:f>'Player of match count'!$B$4:$B$206</c:f>
              <c:numCache>
                <c:formatCode>General</c:formatCode>
                <c:ptCount val="202"/>
                <c:pt idx="0">
                  <c:v>18</c:v>
                </c:pt>
                <c:pt idx="1">
                  <c:v>16</c:v>
                </c:pt>
                <c:pt idx="2">
                  <c:v>15</c:v>
                </c:pt>
                <c:pt idx="3">
                  <c:v>15</c:v>
                </c:pt>
                <c:pt idx="4">
                  <c:v>14</c:v>
                </c:pt>
                <c:pt idx="5">
                  <c:v>14</c:v>
                </c:pt>
                <c:pt idx="6">
                  <c:v>13</c:v>
                </c:pt>
                <c:pt idx="7">
                  <c:v>13</c:v>
                </c:pt>
                <c:pt idx="8">
                  <c:v>12</c:v>
                </c:pt>
                <c:pt idx="9">
                  <c:v>12</c:v>
                </c:pt>
                <c:pt idx="10">
                  <c:v>11</c:v>
                </c:pt>
                <c:pt idx="11">
                  <c:v>11</c:v>
                </c:pt>
                <c:pt idx="12">
                  <c:v>11</c:v>
                </c:pt>
                <c:pt idx="13">
                  <c:v>10</c:v>
                </c:pt>
                <c:pt idx="14">
                  <c:v>10</c:v>
                </c:pt>
                <c:pt idx="15">
                  <c:v>9</c:v>
                </c:pt>
                <c:pt idx="16">
                  <c:v>9</c:v>
                </c:pt>
                <c:pt idx="17">
                  <c:v>9</c:v>
                </c:pt>
                <c:pt idx="18">
                  <c:v>8</c:v>
                </c:pt>
                <c:pt idx="19">
                  <c:v>7</c:v>
                </c:pt>
                <c:pt idx="20">
                  <c:v>7</c:v>
                </c:pt>
                <c:pt idx="21">
                  <c:v>7</c:v>
                </c:pt>
                <c:pt idx="22">
                  <c:v>7</c:v>
                </c:pt>
                <c:pt idx="23">
                  <c:v>6</c:v>
                </c:pt>
                <c:pt idx="24">
                  <c:v>6</c:v>
                </c:pt>
                <c:pt idx="25">
                  <c:v>6</c:v>
                </c:pt>
                <c:pt idx="26">
                  <c:v>6</c:v>
                </c:pt>
                <c:pt idx="27">
                  <c:v>6</c:v>
                </c:pt>
                <c:pt idx="28">
                  <c:v>6</c:v>
                </c:pt>
                <c:pt idx="29">
                  <c:v>6</c:v>
                </c:pt>
                <c:pt idx="30">
                  <c:v>5</c:v>
                </c:pt>
                <c:pt idx="31">
                  <c:v>5</c:v>
                </c:pt>
                <c:pt idx="32">
                  <c:v>5</c:v>
                </c:pt>
                <c:pt idx="33">
                  <c:v>5</c:v>
                </c:pt>
                <c:pt idx="34">
                  <c:v>5</c:v>
                </c:pt>
                <c:pt idx="35">
                  <c:v>5</c:v>
                </c:pt>
                <c:pt idx="36">
                  <c:v>5</c:v>
                </c:pt>
                <c:pt idx="37">
                  <c:v>5</c:v>
                </c:pt>
                <c:pt idx="38">
                  <c:v>5</c:v>
                </c:pt>
                <c:pt idx="39">
                  <c:v>5</c:v>
                </c:pt>
                <c:pt idx="40">
                  <c:v>5</c:v>
                </c:pt>
                <c:pt idx="41">
                  <c:v>5</c:v>
                </c:pt>
                <c:pt idx="42">
                  <c:v>4</c:v>
                </c:pt>
                <c:pt idx="43">
                  <c:v>4</c:v>
                </c:pt>
                <c:pt idx="44">
                  <c:v>4</c:v>
                </c:pt>
                <c:pt idx="45">
                  <c:v>4</c:v>
                </c:pt>
                <c:pt idx="46">
                  <c:v>4</c:v>
                </c:pt>
                <c:pt idx="47">
                  <c:v>4</c:v>
                </c:pt>
                <c:pt idx="48">
                  <c:v>4</c:v>
                </c:pt>
                <c:pt idx="49">
                  <c:v>4</c:v>
                </c:pt>
                <c:pt idx="50">
                  <c:v>4</c:v>
                </c:pt>
                <c:pt idx="51">
                  <c:v>4</c:v>
                </c:pt>
                <c:pt idx="52">
                  <c:v>4</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pt idx="69">
                  <c:v>3</c:v>
                </c:pt>
                <c:pt idx="70">
                  <c:v>2</c:v>
                </c:pt>
                <c:pt idx="71">
                  <c:v>2</c:v>
                </c:pt>
                <c:pt idx="72">
                  <c:v>2</c:v>
                </c:pt>
                <c:pt idx="73">
                  <c:v>2</c:v>
                </c:pt>
                <c:pt idx="74">
                  <c:v>2</c:v>
                </c:pt>
                <c:pt idx="75">
                  <c:v>2</c:v>
                </c:pt>
                <c:pt idx="76">
                  <c:v>2</c:v>
                </c:pt>
                <c:pt idx="77">
                  <c:v>2</c:v>
                </c:pt>
                <c:pt idx="78">
                  <c:v>2</c:v>
                </c:pt>
                <c:pt idx="79">
                  <c:v>2</c:v>
                </c:pt>
                <c:pt idx="80">
                  <c:v>2</c:v>
                </c:pt>
                <c:pt idx="81">
                  <c:v>2</c:v>
                </c:pt>
                <c:pt idx="82">
                  <c:v>2</c:v>
                </c:pt>
                <c:pt idx="83">
                  <c:v>2</c:v>
                </c:pt>
                <c:pt idx="84">
                  <c:v>2</c:v>
                </c:pt>
                <c:pt idx="85">
                  <c:v>2</c:v>
                </c:pt>
                <c:pt idx="86">
                  <c:v>2</c:v>
                </c:pt>
                <c:pt idx="87">
                  <c:v>2</c:v>
                </c:pt>
                <c:pt idx="88">
                  <c:v>2</c:v>
                </c:pt>
                <c:pt idx="89">
                  <c:v>2</c:v>
                </c:pt>
                <c:pt idx="90">
                  <c:v>2</c:v>
                </c:pt>
                <c:pt idx="91">
                  <c:v>2</c:v>
                </c:pt>
                <c:pt idx="92">
                  <c:v>2</c:v>
                </c:pt>
                <c:pt idx="93">
                  <c:v>2</c:v>
                </c:pt>
                <c:pt idx="94">
                  <c:v>2</c:v>
                </c:pt>
                <c:pt idx="95">
                  <c:v>2</c:v>
                </c:pt>
                <c:pt idx="96">
                  <c:v>2</c:v>
                </c:pt>
                <c:pt idx="97">
                  <c:v>2</c:v>
                </c:pt>
                <c:pt idx="98">
                  <c:v>2</c:v>
                </c:pt>
                <c:pt idx="99">
                  <c:v>2</c:v>
                </c:pt>
                <c:pt idx="100">
                  <c:v>2</c:v>
                </c:pt>
                <c:pt idx="101">
                  <c:v>2</c:v>
                </c:pt>
                <c:pt idx="102">
                  <c:v>2</c:v>
                </c:pt>
                <c:pt idx="103">
                  <c:v>2</c:v>
                </c:pt>
                <c:pt idx="104">
                  <c:v>2</c:v>
                </c:pt>
                <c:pt idx="105">
                  <c:v>2</c:v>
                </c:pt>
                <c:pt idx="106">
                  <c:v>2</c:v>
                </c:pt>
                <c:pt idx="107">
                  <c:v>2</c:v>
                </c:pt>
                <c:pt idx="108">
                  <c:v>2</c:v>
                </c:pt>
                <c:pt idx="109">
                  <c:v>2</c:v>
                </c:pt>
                <c:pt idx="110">
                  <c:v>2</c:v>
                </c:pt>
                <c:pt idx="111">
                  <c:v>2</c:v>
                </c:pt>
                <c:pt idx="112">
                  <c:v>2</c:v>
                </c:pt>
                <c:pt idx="113">
                  <c:v>2</c:v>
                </c:pt>
                <c:pt idx="114">
                  <c:v>2</c:v>
                </c:pt>
                <c:pt idx="115">
                  <c:v>2</c:v>
                </c:pt>
                <c:pt idx="116">
                  <c:v>2</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numCache>
            </c:numRef>
          </c:val>
          <c:extLst>
            <c:ext xmlns:c16="http://schemas.microsoft.com/office/drawing/2014/chart" uri="{C3380CC4-5D6E-409C-BE32-E72D297353CC}">
              <c16:uniqueId val="{00000194-6A3C-4E2A-9FDD-967773F1F4D1}"/>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86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514483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6502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77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5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282930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99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4744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432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2201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5B47D6-DAD7-40A6-BD10-CD2FABB13213}"/>
              </a:ext>
            </a:extLst>
          </p:cNvPr>
          <p:cNvSpPr/>
          <p:nvPr userDrawn="1"/>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32094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27960874-3F9B-4D3F-855A-5669B09C929B}"/>
              </a:ext>
            </a:extLst>
          </p:cNvPr>
          <p:cNvSpPr>
            <a:spLocks noGrp="1"/>
          </p:cNvSpPr>
          <p:nvPr>
            <p:ph type="pic" idx="12" hasCustomPrompt="1"/>
          </p:nvPr>
        </p:nvSpPr>
        <p:spPr>
          <a:xfrm>
            <a:off x="0" y="0"/>
            <a:ext cx="12192000" cy="3135087"/>
          </a:xfrm>
          <a:prstGeom prst="rect">
            <a:avLst/>
          </a:prstGeom>
          <a:solidFill>
            <a:schemeClr val="bg1">
              <a:lumMod val="95000"/>
            </a:schemeClr>
          </a:solidFill>
          <a:ln w="12700">
            <a:noFill/>
          </a:ln>
        </p:spPr>
        <p:txBody>
          <a:bodyPr anchor="ctr"/>
          <a:lstStyle>
            <a:lvl1pPr marL="0" indent="0" algn="ctr">
              <a:buNone/>
              <a:defRPr sz="18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5" name="Picture Placeholder 2">
            <a:extLst>
              <a:ext uri="{FF2B5EF4-FFF2-40B4-BE49-F238E27FC236}">
                <a16:creationId xmlns:a16="http://schemas.microsoft.com/office/drawing/2014/main" id="{2B1140DE-B7EF-4821-92DB-87F8292871AB}"/>
              </a:ext>
            </a:extLst>
          </p:cNvPr>
          <p:cNvSpPr>
            <a:spLocks noGrp="1"/>
          </p:cNvSpPr>
          <p:nvPr>
            <p:ph type="pic" idx="13" hasCustomPrompt="1"/>
          </p:nvPr>
        </p:nvSpPr>
        <p:spPr>
          <a:xfrm>
            <a:off x="905623" y="2078266"/>
            <a:ext cx="2298160" cy="208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p>
          <a:p>
            <a:r>
              <a:rPr lang="en-US" altLang="ko-KR" dirty="0"/>
              <a:t>And Send To Back </a:t>
            </a:r>
            <a:endParaRPr lang="ko-KR" altLang="en-US" dirty="0"/>
          </a:p>
        </p:txBody>
      </p:sp>
      <p:sp>
        <p:nvSpPr>
          <p:cNvPr id="6" name="Picture Placeholder 2">
            <a:extLst>
              <a:ext uri="{FF2B5EF4-FFF2-40B4-BE49-F238E27FC236}">
                <a16:creationId xmlns:a16="http://schemas.microsoft.com/office/drawing/2014/main" id="{72D1BE3B-CE32-4F45-9E7C-3CF4C5DACDCA}"/>
              </a:ext>
            </a:extLst>
          </p:cNvPr>
          <p:cNvSpPr>
            <a:spLocks noGrp="1"/>
          </p:cNvSpPr>
          <p:nvPr>
            <p:ph type="pic" idx="14" hasCustomPrompt="1"/>
          </p:nvPr>
        </p:nvSpPr>
        <p:spPr>
          <a:xfrm>
            <a:off x="6282361" y="2078266"/>
            <a:ext cx="2298160" cy="208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p>
          <a:p>
            <a:r>
              <a:rPr lang="en-US" altLang="ko-KR" dirty="0"/>
              <a:t>And Send To Back </a:t>
            </a:r>
            <a:endParaRPr lang="ko-KR" altLang="en-US" dirty="0"/>
          </a:p>
        </p:txBody>
      </p:sp>
      <p:sp>
        <p:nvSpPr>
          <p:cNvPr id="7" name="Picture Placeholder 2">
            <a:extLst>
              <a:ext uri="{FF2B5EF4-FFF2-40B4-BE49-F238E27FC236}">
                <a16:creationId xmlns:a16="http://schemas.microsoft.com/office/drawing/2014/main" id="{6F1FA09A-98C2-4BC7-A032-43C843531C64}"/>
              </a:ext>
            </a:extLst>
          </p:cNvPr>
          <p:cNvSpPr>
            <a:spLocks noGrp="1"/>
          </p:cNvSpPr>
          <p:nvPr>
            <p:ph type="pic" idx="15" hasCustomPrompt="1"/>
          </p:nvPr>
        </p:nvSpPr>
        <p:spPr>
          <a:xfrm>
            <a:off x="3593992" y="2078266"/>
            <a:ext cx="2298160" cy="208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p>
          <a:p>
            <a:r>
              <a:rPr lang="en-US" altLang="ko-KR" dirty="0"/>
              <a:t>And Send To Back </a:t>
            </a:r>
            <a:endParaRPr lang="ko-KR" altLang="en-US" dirty="0"/>
          </a:p>
        </p:txBody>
      </p:sp>
      <p:sp>
        <p:nvSpPr>
          <p:cNvPr id="8" name="Picture Placeholder 2">
            <a:extLst>
              <a:ext uri="{FF2B5EF4-FFF2-40B4-BE49-F238E27FC236}">
                <a16:creationId xmlns:a16="http://schemas.microsoft.com/office/drawing/2014/main" id="{28718837-365D-4859-B99D-1C4C5BB7E508}"/>
              </a:ext>
            </a:extLst>
          </p:cNvPr>
          <p:cNvSpPr>
            <a:spLocks noGrp="1"/>
          </p:cNvSpPr>
          <p:nvPr>
            <p:ph type="pic" idx="16" hasCustomPrompt="1"/>
          </p:nvPr>
        </p:nvSpPr>
        <p:spPr>
          <a:xfrm>
            <a:off x="8970731" y="2078266"/>
            <a:ext cx="2298160" cy="208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p>
          <a:p>
            <a:r>
              <a:rPr lang="en-US" altLang="ko-KR" dirty="0"/>
              <a:t>And Send To Back </a:t>
            </a:r>
            <a:endParaRPr lang="ko-KR" altLang="en-US" dirty="0"/>
          </a:p>
        </p:txBody>
      </p:sp>
      <p:sp>
        <p:nvSpPr>
          <p:cNvPr id="22" name="Text Placeholder 9">
            <a:extLst>
              <a:ext uri="{FF2B5EF4-FFF2-40B4-BE49-F238E27FC236}">
                <a16:creationId xmlns:a16="http://schemas.microsoft.com/office/drawing/2014/main" id="{4111A57B-317A-41FC-8D5B-458B4DA86DA4}"/>
              </a:ext>
            </a:extLst>
          </p:cNvPr>
          <p:cNvSpPr>
            <a:spLocks noGrp="1"/>
          </p:cNvSpPr>
          <p:nvPr>
            <p:ph type="body" sz="quarter" idx="10" hasCustomPrompt="1"/>
          </p:nvPr>
        </p:nvSpPr>
        <p:spPr>
          <a:xfrm>
            <a:off x="323529" y="740105"/>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87088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
        <p:nvSpPr>
          <p:cNvPr id="22" name="Text Placeholder 9">
            <a:extLst>
              <a:ext uri="{FF2B5EF4-FFF2-40B4-BE49-F238E27FC236}">
                <a16:creationId xmlns:a16="http://schemas.microsoft.com/office/drawing/2014/main" id="{4111A57B-317A-41FC-8D5B-458B4DA86DA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4" name="Picture Placeholder 2">
            <a:extLst>
              <a:ext uri="{FF2B5EF4-FFF2-40B4-BE49-F238E27FC236}">
                <a16:creationId xmlns:a16="http://schemas.microsoft.com/office/drawing/2014/main" id="{8E24A2BE-80CE-4B79-BF31-91FA62C04420}"/>
              </a:ext>
            </a:extLst>
          </p:cNvPr>
          <p:cNvSpPr>
            <a:spLocks noGrp="1"/>
          </p:cNvSpPr>
          <p:nvPr>
            <p:ph type="pic" idx="13" hasCustomPrompt="1"/>
          </p:nvPr>
        </p:nvSpPr>
        <p:spPr>
          <a:xfrm>
            <a:off x="0" y="2160665"/>
            <a:ext cx="12192000" cy="2502762"/>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 </a:t>
            </a:r>
            <a:endParaRPr lang="ko-KR" altLang="en-US" dirty="0"/>
          </a:p>
        </p:txBody>
      </p:sp>
      <p:sp>
        <p:nvSpPr>
          <p:cNvPr id="5" name="Rectangle 4">
            <a:extLst>
              <a:ext uri="{FF2B5EF4-FFF2-40B4-BE49-F238E27FC236}">
                <a16:creationId xmlns:a16="http://schemas.microsoft.com/office/drawing/2014/main" id="{B2F51014-6E90-4769-BCD9-A06A9FC17AC8}"/>
              </a:ext>
            </a:extLst>
          </p:cNvPr>
          <p:cNvSpPr/>
          <p:nvPr userDrawn="1"/>
        </p:nvSpPr>
        <p:spPr>
          <a:xfrm>
            <a:off x="0" y="2026940"/>
            <a:ext cx="12192000" cy="72008"/>
          </a:xfrm>
          <a:prstGeom prst="rect">
            <a:avLst/>
          </a:prstGeom>
          <a:solidFill>
            <a:schemeClr val="accent6">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6" name="Rectangle 5">
            <a:extLst>
              <a:ext uri="{FF2B5EF4-FFF2-40B4-BE49-F238E27FC236}">
                <a16:creationId xmlns:a16="http://schemas.microsoft.com/office/drawing/2014/main" id="{D8BC926F-7282-4E00-BF8A-8D24B274039B}"/>
              </a:ext>
            </a:extLst>
          </p:cNvPr>
          <p:cNvSpPr/>
          <p:nvPr userDrawn="1"/>
        </p:nvSpPr>
        <p:spPr>
          <a:xfrm>
            <a:off x="0" y="4725144"/>
            <a:ext cx="12192000" cy="72008"/>
          </a:xfrm>
          <a:prstGeom prst="rect">
            <a:avLst/>
          </a:prstGeom>
          <a:solidFill>
            <a:schemeClr val="accent6">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3150336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0_Images &amp; Contents Layout">
    <p:spTree>
      <p:nvGrpSpPr>
        <p:cNvPr id="1" name=""/>
        <p:cNvGrpSpPr/>
        <p:nvPr/>
      </p:nvGrpSpPr>
      <p:grpSpPr>
        <a:xfrm>
          <a:off x="0" y="0"/>
          <a:ext cx="0" cy="0"/>
          <a:chOff x="0" y="0"/>
          <a:chExt cx="0" cy="0"/>
        </a:xfrm>
      </p:grpSpPr>
      <p:sp>
        <p:nvSpPr>
          <p:cNvPr id="4" name="Picture Placeholder 2"/>
          <p:cNvSpPr>
            <a:spLocks noGrp="1"/>
          </p:cNvSpPr>
          <p:nvPr>
            <p:ph type="pic" idx="10" hasCustomPrompt="1"/>
          </p:nvPr>
        </p:nvSpPr>
        <p:spPr>
          <a:xfrm>
            <a:off x="4092000" y="545824"/>
            <a:ext cx="8100000" cy="2736000"/>
          </a:xfrm>
          <a:prstGeom prst="rect">
            <a:avLst/>
          </a:prstGeom>
          <a:solidFill>
            <a:schemeClr val="bg1">
              <a:lumMod val="95000"/>
            </a:schemeClr>
          </a:solidFill>
        </p:spPr>
        <p:txBody>
          <a:bodyPr anchor="ctr"/>
          <a:lstStyle>
            <a:lvl1pPr marL="0" indent="0" algn="ctr">
              <a:buNone/>
              <a:defRPr sz="1200" baseline="0">
                <a:effectLst/>
                <a:latin typeface="+mn-lt"/>
                <a:ea typeface="+mj-ea"/>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1" hasCustomPrompt="1"/>
          </p:nvPr>
        </p:nvSpPr>
        <p:spPr>
          <a:xfrm>
            <a:off x="0" y="3575404"/>
            <a:ext cx="8100000" cy="2736000"/>
          </a:xfrm>
          <a:prstGeom prst="rect">
            <a:avLst/>
          </a:prstGeom>
          <a:solidFill>
            <a:schemeClr val="bg1">
              <a:lumMod val="95000"/>
            </a:schemeClr>
          </a:solidFill>
        </p:spPr>
        <p:txBody>
          <a:bodyPr anchor="ctr"/>
          <a:lstStyle>
            <a:lvl1pPr marL="0" indent="0" algn="ctr">
              <a:buNone/>
              <a:defRPr sz="1200" baseline="0">
                <a:effectLst/>
                <a:latin typeface="+mn-lt"/>
                <a:ea typeface="+mj-ea"/>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4138116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_Images &amp; Contents Layout">
    <p:spTree>
      <p:nvGrpSpPr>
        <p:cNvPr id="1" name=""/>
        <p:cNvGrpSpPr/>
        <p:nvPr/>
      </p:nvGrpSpPr>
      <p:grpSpPr>
        <a:xfrm>
          <a:off x="0" y="0"/>
          <a:ext cx="0" cy="0"/>
          <a:chOff x="0" y="0"/>
          <a:chExt cx="0" cy="0"/>
        </a:xfrm>
      </p:grpSpPr>
      <p:sp>
        <p:nvSpPr>
          <p:cNvPr id="6" name="그림 개체 틀 12">
            <a:extLst>
              <a:ext uri="{FF2B5EF4-FFF2-40B4-BE49-F238E27FC236}">
                <a16:creationId xmlns:a16="http://schemas.microsoft.com/office/drawing/2014/main" id="{A7A44CD1-8791-4411-9DCF-BE8F9EB9EB13}"/>
              </a:ext>
            </a:extLst>
          </p:cNvPr>
          <p:cNvSpPr>
            <a:spLocks noGrp="1"/>
          </p:cNvSpPr>
          <p:nvPr>
            <p:ph type="pic" sz="quarter" idx="10" hasCustomPrompt="1"/>
          </p:nvPr>
        </p:nvSpPr>
        <p:spPr>
          <a:xfrm>
            <a:off x="799070" y="1223317"/>
            <a:ext cx="5441094" cy="4721980"/>
          </a:xfrm>
          <a:custGeom>
            <a:avLst/>
            <a:gdLst>
              <a:gd name="connsiteX0" fmla="*/ 2090352 w 5441094"/>
              <a:gd name="connsiteY0" fmla="*/ 2977952 h 4721980"/>
              <a:gd name="connsiteX1" fmla="*/ 3101888 w 5441094"/>
              <a:gd name="connsiteY1" fmla="*/ 4721980 h 4721980"/>
              <a:gd name="connsiteX2" fmla="*/ 1078816 w 5441094"/>
              <a:gd name="connsiteY2" fmla="*/ 4721980 h 4721980"/>
              <a:gd name="connsiteX3" fmla="*/ 2191267 w 5441094"/>
              <a:gd name="connsiteY3" fmla="*/ 2940880 h 4721980"/>
              <a:gd name="connsiteX4" fmla="*/ 4155992 w 5441094"/>
              <a:gd name="connsiteY4" fmla="*/ 2940880 h 4721980"/>
              <a:gd name="connsiteX5" fmla="*/ 3173629 w 5441094"/>
              <a:gd name="connsiteY5" fmla="*/ 4634609 h 4721980"/>
              <a:gd name="connsiteX6" fmla="*/ 0 w 5441094"/>
              <a:gd name="connsiteY6" fmla="*/ 2928524 h 4721980"/>
              <a:gd name="connsiteX7" fmla="*/ 2023072 w 5441094"/>
              <a:gd name="connsiteY7" fmla="*/ 2928524 h 4721980"/>
              <a:gd name="connsiteX8" fmla="*/ 1011536 w 5441094"/>
              <a:gd name="connsiteY8" fmla="*/ 4672552 h 4721980"/>
              <a:gd name="connsiteX9" fmla="*/ 982363 w 5441094"/>
              <a:gd name="connsiteY9" fmla="*/ 1120204 h 4721980"/>
              <a:gd name="connsiteX10" fmla="*/ 1964725 w 5441094"/>
              <a:gd name="connsiteY10" fmla="*/ 2813933 h 4721980"/>
              <a:gd name="connsiteX11" fmla="*/ 0 w 5441094"/>
              <a:gd name="connsiteY11" fmla="*/ 2813933 h 4721980"/>
              <a:gd name="connsiteX12" fmla="*/ 3816180 w 5441094"/>
              <a:gd name="connsiteY12" fmla="*/ 12357 h 4721980"/>
              <a:gd name="connsiteX13" fmla="*/ 5441094 w 5441094"/>
              <a:gd name="connsiteY13" fmla="*/ 2813933 h 4721980"/>
              <a:gd name="connsiteX14" fmla="*/ 2191266 w 5441094"/>
              <a:gd name="connsiteY14" fmla="*/ 2813933 h 4721980"/>
              <a:gd name="connsiteX15" fmla="*/ 465439 w 5441094"/>
              <a:gd name="connsiteY15" fmla="*/ 0 h 4721980"/>
              <a:gd name="connsiteX16" fmla="*/ 3715267 w 5441094"/>
              <a:gd name="connsiteY16" fmla="*/ 0 h 4721980"/>
              <a:gd name="connsiteX17" fmla="*/ 2090353 w 5441094"/>
              <a:gd name="connsiteY17" fmla="*/ 2801576 h 472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41094" h="4721980">
                <a:moveTo>
                  <a:pt x="2090352" y="2977952"/>
                </a:moveTo>
                <a:lnTo>
                  <a:pt x="3101888" y="4721980"/>
                </a:lnTo>
                <a:lnTo>
                  <a:pt x="1078816" y="4721980"/>
                </a:lnTo>
                <a:close/>
                <a:moveTo>
                  <a:pt x="2191267" y="2940880"/>
                </a:moveTo>
                <a:lnTo>
                  <a:pt x="4155992" y="2940880"/>
                </a:lnTo>
                <a:lnTo>
                  <a:pt x="3173629" y="4634609"/>
                </a:lnTo>
                <a:close/>
                <a:moveTo>
                  <a:pt x="0" y="2928524"/>
                </a:moveTo>
                <a:lnTo>
                  <a:pt x="2023072" y="2928524"/>
                </a:lnTo>
                <a:lnTo>
                  <a:pt x="1011536" y="4672552"/>
                </a:lnTo>
                <a:close/>
                <a:moveTo>
                  <a:pt x="982363" y="1120204"/>
                </a:moveTo>
                <a:lnTo>
                  <a:pt x="1964725" y="2813933"/>
                </a:lnTo>
                <a:lnTo>
                  <a:pt x="0" y="2813933"/>
                </a:lnTo>
                <a:close/>
                <a:moveTo>
                  <a:pt x="3816180" y="12357"/>
                </a:moveTo>
                <a:lnTo>
                  <a:pt x="5441094" y="2813933"/>
                </a:lnTo>
                <a:lnTo>
                  <a:pt x="2191266" y="2813933"/>
                </a:lnTo>
                <a:close/>
                <a:moveTo>
                  <a:pt x="465439" y="0"/>
                </a:moveTo>
                <a:lnTo>
                  <a:pt x="3715267" y="0"/>
                </a:lnTo>
                <a:lnTo>
                  <a:pt x="2090353" y="2801576"/>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8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22045845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Image slide layout">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C73A78E6-F71D-4312-BDB2-FA26CAF574B4}"/>
              </a:ext>
            </a:extLst>
          </p:cNvPr>
          <p:cNvSpPr/>
          <p:nvPr userDrawn="1"/>
        </p:nvSpPr>
        <p:spPr>
          <a:xfrm flipH="1" flipV="1">
            <a:off x="5119026" y="0"/>
            <a:ext cx="7072972" cy="6858000"/>
          </a:xfrm>
          <a:custGeom>
            <a:avLst/>
            <a:gdLst>
              <a:gd name="connsiteX0" fmla="*/ 0 w 7072972"/>
              <a:gd name="connsiteY0" fmla="*/ 0 h 6858000"/>
              <a:gd name="connsiteX1" fmla="*/ 7072972 w 7072972"/>
              <a:gd name="connsiteY1" fmla="*/ 1890052 h 6858000"/>
              <a:gd name="connsiteX2" fmla="*/ 3307176 w 7072972"/>
              <a:gd name="connsiteY2" fmla="*/ 6858000 h 6858000"/>
              <a:gd name="connsiteX3" fmla="*/ 0 w 70729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072972" h="6858000">
                <a:moveTo>
                  <a:pt x="0" y="0"/>
                </a:moveTo>
                <a:lnTo>
                  <a:pt x="7072972" y="1890052"/>
                </a:lnTo>
                <a:lnTo>
                  <a:pt x="330717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FC75BF01-2621-417D-9B96-39DD8D086708}"/>
              </a:ext>
            </a:extLst>
          </p:cNvPr>
          <p:cNvSpPr>
            <a:spLocks noGrp="1"/>
          </p:cNvSpPr>
          <p:nvPr>
            <p:ph type="pic" sz="quarter" idx="14" hasCustomPrompt="1"/>
          </p:nvPr>
        </p:nvSpPr>
        <p:spPr>
          <a:xfrm>
            <a:off x="2" y="0"/>
            <a:ext cx="7072972" cy="6858000"/>
          </a:xfrm>
          <a:custGeom>
            <a:avLst/>
            <a:gdLst>
              <a:gd name="connsiteX0" fmla="*/ 0 w 6200775"/>
              <a:gd name="connsiteY0" fmla="*/ 0 h 6858000"/>
              <a:gd name="connsiteX1" fmla="*/ 2158503 w 6200775"/>
              <a:gd name="connsiteY1" fmla="*/ 0 h 6858000"/>
              <a:gd name="connsiteX2" fmla="*/ 6200775 w 6200775"/>
              <a:gd name="connsiteY2" fmla="*/ 3676650 h 6858000"/>
              <a:gd name="connsiteX3" fmla="*/ 3307176 w 6200775"/>
              <a:gd name="connsiteY3" fmla="*/ 6858000 h 6858000"/>
              <a:gd name="connsiteX4" fmla="*/ 0 w 6200775"/>
              <a:gd name="connsiteY4" fmla="*/ 6858000 h 6858000"/>
              <a:gd name="connsiteX0" fmla="*/ 0 w 7424664"/>
              <a:gd name="connsiteY0" fmla="*/ 0 h 6858000"/>
              <a:gd name="connsiteX1" fmla="*/ 2158503 w 7424664"/>
              <a:gd name="connsiteY1" fmla="*/ 0 h 6858000"/>
              <a:gd name="connsiteX2" fmla="*/ 7424664 w 7424664"/>
              <a:gd name="connsiteY2" fmla="*/ 2326151 h 6858000"/>
              <a:gd name="connsiteX3" fmla="*/ 3307176 w 7424664"/>
              <a:gd name="connsiteY3" fmla="*/ 6858000 h 6858000"/>
              <a:gd name="connsiteX4" fmla="*/ 0 w 7424664"/>
              <a:gd name="connsiteY4" fmla="*/ 6858000 h 6858000"/>
              <a:gd name="connsiteX5" fmla="*/ 0 w 7424664"/>
              <a:gd name="connsiteY5" fmla="*/ 0 h 6858000"/>
              <a:gd name="connsiteX0" fmla="*/ 0 w 7424664"/>
              <a:gd name="connsiteY0" fmla="*/ 0 h 6858000"/>
              <a:gd name="connsiteX1" fmla="*/ 7424664 w 7424664"/>
              <a:gd name="connsiteY1" fmla="*/ 2326151 h 6858000"/>
              <a:gd name="connsiteX2" fmla="*/ 3307176 w 7424664"/>
              <a:gd name="connsiteY2" fmla="*/ 6858000 h 6858000"/>
              <a:gd name="connsiteX3" fmla="*/ 0 w 7424664"/>
              <a:gd name="connsiteY3" fmla="*/ 6858000 h 6858000"/>
              <a:gd name="connsiteX4" fmla="*/ 0 w 7424664"/>
              <a:gd name="connsiteY4" fmla="*/ 0 h 6858000"/>
              <a:gd name="connsiteX0" fmla="*/ 0 w 6904159"/>
              <a:gd name="connsiteY0" fmla="*/ 0 h 6858000"/>
              <a:gd name="connsiteX1" fmla="*/ 6904159 w 6904159"/>
              <a:gd name="connsiteY1" fmla="*/ 1805646 h 6858000"/>
              <a:gd name="connsiteX2" fmla="*/ 3307176 w 6904159"/>
              <a:gd name="connsiteY2" fmla="*/ 6858000 h 6858000"/>
              <a:gd name="connsiteX3" fmla="*/ 0 w 6904159"/>
              <a:gd name="connsiteY3" fmla="*/ 6858000 h 6858000"/>
              <a:gd name="connsiteX4" fmla="*/ 0 w 6904159"/>
              <a:gd name="connsiteY4" fmla="*/ 0 h 6858000"/>
              <a:gd name="connsiteX0" fmla="*/ 0 w 7072972"/>
              <a:gd name="connsiteY0" fmla="*/ 0 h 6858000"/>
              <a:gd name="connsiteX1" fmla="*/ 7072972 w 7072972"/>
              <a:gd name="connsiteY1" fmla="*/ 1890052 h 6858000"/>
              <a:gd name="connsiteX2" fmla="*/ 3307176 w 7072972"/>
              <a:gd name="connsiteY2" fmla="*/ 6858000 h 6858000"/>
              <a:gd name="connsiteX3" fmla="*/ 0 w 7072972"/>
              <a:gd name="connsiteY3" fmla="*/ 6858000 h 6858000"/>
              <a:gd name="connsiteX4" fmla="*/ 0 w 70729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2972" h="6858000">
                <a:moveTo>
                  <a:pt x="0" y="0"/>
                </a:moveTo>
                <a:lnTo>
                  <a:pt x="7072972" y="1890052"/>
                </a:lnTo>
                <a:lnTo>
                  <a:pt x="3307176" y="6858000"/>
                </a:lnTo>
                <a:lnTo>
                  <a:pt x="0" y="6858000"/>
                </a:lnTo>
                <a:lnTo>
                  <a:pt x="0" y="0"/>
                </a:ln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050348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22" name="Text Placeholder 9">
            <a:extLst>
              <a:ext uri="{FF2B5EF4-FFF2-40B4-BE49-F238E27FC236}">
                <a16:creationId xmlns:a16="http://schemas.microsoft.com/office/drawing/2014/main" id="{4111A57B-317A-41FC-8D5B-458B4DA86DA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4" name="Rectangle 3">
            <a:extLst>
              <a:ext uri="{FF2B5EF4-FFF2-40B4-BE49-F238E27FC236}">
                <a16:creationId xmlns:a16="http://schemas.microsoft.com/office/drawing/2014/main" id="{67C24402-8447-448E-89E3-183EBB1DA00D}"/>
              </a:ext>
            </a:extLst>
          </p:cNvPr>
          <p:cNvSpPr/>
          <p:nvPr userDrawn="1"/>
        </p:nvSpPr>
        <p:spPr>
          <a:xfrm>
            <a:off x="0" y="2996952"/>
            <a:ext cx="12192000" cy="18722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5" name="Group 6">
            <a:extLst>
              <a:ext uri="{FF2B5EF4-FFF2-40B4-BE49-F238E27FC236}">
                <a16:creationId xmlns:a16="http://schemas.microsoft.com/office/drawing/2014/main" id="{E4CF9D97-FAE0-4B0A-A30C-8936E46C66B2}"/>
              </a:ext>
            </a:extLst>
          </p:cNvPr>
          <p:cNvGrpSpPr/>
          <p:nvPr userDrawn="1"/>
        </p:nvGrpSpPr>
        <p:grpSpPr>
          <a:xfrm>
            <a:off x="4763852" y="1553600"/>
            <a:ext cx="2664296" cy="4683693"/>
            <a:chOff x="445712" y="1449040"/>
            <a:chExt cx="2113018" cy="3924176"/>
          </a:xfrm>
        </p:grpSpPr>
        <p:sp>
          <p:nvSpPr>
            <p:cNvPr id="6" name="Rounded Rectangle 7">
              <a:extLst>
                <a:ext uri="{FF2B5EF4-FFF2-40B4-BE49-F238E27FC236}">
                  <a16:creationId xmlns:a16="http://schemas.microsoft.com/office/drawing/2014/main" id="{A665FA86-6430-4D7E-ABCB-4F8C3E52E09B}"/>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7" name="Rectangle 8">
              <a:extLst>
                <a:ext uri="{FF2B5EF4-FFF2-40B4-BE49-F238E27FC236}">
                  <a16:creationId xmlns:a16="http://schemas.microsoft.com/office/drawing/2014/main" id="{53DAFBD2-84EC-4D6B-80BE-DA2118509069}"/>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8" name="Group 10">
              <a:extLst>
                <a:ext uri="{FF2B5EF4-FFF2-40B4-BE49-F238E27FC236}">
                  <a16:creationId xmlns:a16="http://schemas.microsoft.com/office/drawing/2014/main" id="{78866A3A-5A93-49E6-8DE2-C98FC661D430}"/>
                </a:ext>
              </a:extLst>
            </p:cNvPr>
            <p:cNvGrpSpPr/>
            <p:nvPr userDrawn="1"/>
          </p:nvGrpSpPr>
          <p:grpSpPr>
            <a:xfrm>
              <a:off x="1407705" y="5045834"/>
              <a:ext cx="211967" cy="211967"/>
              <a:chOff x="1549420" y="5712364"/>
              <a:chExt cx="312583" cy="312583"/>
            </a:xfrm>
          </p:grpSpPr>
          <p:sp>
            <p:nvSpPr>
              <p:cNvPr id="9" name="Oval 11">
                <a:extLst>
                  <a:ext uri="{FF2B5EF4-FFF2-40B4-BE49-F238E27FC236}">
                    <a16:creationId xmlns:a16="http://schemas.microsoft.com/office/drawing/2014/main" id="{EB10029A-074D-4812-8AB6-62EF3ED73579}"/>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Rounded Rectangle 12">
                <a:extLst>
                  <a:ext uri="{FF2B5EF4-FFF2-40B4-BE49-F238E27FC236}">
                    <a16:creationId xmlns:a16="http://schemas.microsoft.com/office/drawing/2014/main" id="{BE572564-2A3A-45E0-93B7-2FB78757998F}"/>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11" name="Picture Placeholder 2">
            <a:extLst>
              <a:ext uri="{FF2B5EF4-FFF2-40B4-BE49-F238E27FC236}">
                <a16:creationId xmlns:a16="http://schemas.microsoft.com/office/drawing/2014/main" id="{242F8FDE-91AA-45DB-A05E-7507C27F30F6}"/>
              </a:ext>
            </a:extLst>
          </p:cNvPr>
          <p:cNvSpPr>
            <a:spLocks noGrp="1"/>
          </p:cNvSpPr>
          <p:nvPr>
            <p:ph type="pic" idx="11" hasCustomPrompt="1"/>
          </p:nvPr>
        </p:nvSpPr>
        <p:spPr>
          <a:xfrm>
            <a:off x="4951770" y="1965170"/>
            <a:ext cx="2288460" cy="3753075"/>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765389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7_Contents slide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112FC24-B0BB-43AE-AB6F-2F8A6318C976}"/>
              </a:ext>
            </a:extLst>
          </p:cNvPr>
          <p:cNvGrpSpPr/>
          <p:nvPr userDrawn="1"/>
        </p:nvGrpSpPr>
        <p:grpSpPr>
          <a:xfrm flipH="1">
            <a:off x="486250" y="477136"/>
            <a:ext cx="11704320" cy="5935130"/>
            <a:chOff x="-161213" y="477136"/>
            <a:chExt cx="11704320" cy="5935130"/>
          </a:xfrm>
        </p:grpSpPr>
        <p:cxnSp>
          <p:nvCxnSpPr>
            <p:cNvPr id="5" name="Straight Connector 4">
              <a:extLst>
                <a:ext uri="{FF2B5EF4-FFF2-40B4-BE49-F238E27FC236}">
                  <a16:creationId xmlns:a16="http://schemas.microsoft.com/office/drawing/2014/main" id="{202B0099-32CD-4A9E-A010-EB75F1B7ADBC}"/>
                </a:ext>
              </a:extLst>
            </p:cNvPr>
            <p:cNvCxnSpPr>
              <a:cxnSpLocks/>
            </p:cNvCxnSpPr>
            <p:nvPr userDrawn="1"/>
          </p:nvCxnSpPr>
          <p:spPr>
            <a:xfrm flipH="1">
              <a:off x="-161213" y="477136"/>
              <a:ext cx="11704320"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FFECB2-D63A-4DED-B565-1B5EC1C6DBCE}"/>
                </a:ext>
              </a:extLst>
            </p:cNvPr>
            <p:cNvCxnSpPr>
              <a:cxnSpLocks/>
            </p:cNvCxnSpPr>
            <p:nvPr userDrawn="1"/>
          </p:nvCxnSpPr>
          <p:spPr>
            <a:xfrm flipV="1">
              <a:off x="11543107" y="477136"/>
              <a:ext cx="0" cy="593513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23856D-6F4B-428C-8039-92BC2469A811}"/>
                </a:ext>
              </a:extLst>
            </p:cNvPr>
            <p:cNvCxnSpPr>
              <a:cxnSpLocks/>
            </p:cNvCxnSpPr>
            <p:nvPr userDrawn="1"/>
          </p:nvCxnSpPr>
          <p:spPr>
            <a:xfrm flipH="1">
              <a:off x="-161213" y="6392850"/>
              <a:ext cx="11704320" cy="13272"/>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Picture Placeholder 3">
            <a:extLst>
              <a:ext uri="{FF2B5EF4-FFF2-40B4-BE49-F238E27FC236}">
                <a16:creationId xmlns:a16="http://schemas.microsoft.com/office/drawing/2014/main" id="{2913480D-83E6-465D-B9EC-FA0799699FB0}"/>
              </a:ext>
            </a:extLst>
          </p:cNvPr>
          <p:cNvSpPr>
            <a:spLocks noGrp="1"/>
          </p:cNvSpPr>
          <p:nvPr>
            <p:ph type="pic" sz="quarter" idx="41" hasCustomPrompt="1"/>
          </p:nvPr>
        </p:nvSpPr>
        <p:spPr>
          <a:xfrm>
            <a:off x="5268686" y="0"/>
            <a:ext cx="6923314" cy="6858000"/>
          </a:xfrm>
          <a:custGeom>
            <a:avLst/>
            <a:gdLst>
              <a:gd name="connsiteX0" fmla="*/ 1714500 w 6923314"/>
              <a:gd name="connsiteY0" fmla="*/ 0 h 6858000"/>
              <a:gd name="connsiteX1" fmla="*/ 6923314 w 6923314"/>
              <a:gd name="connsiteY1" fmla="*/ 0 h 6858000"/>
              <a:gd name="connsiteX2" fmla="*/ 6923314 w 6923314"/>
              <a:gd name="connsiteY2" fmla="*/ 1637212 h 6858000"/>
              <a:gd name="connsiteX3" fmla="*/ 5618117 w 6923314"/>
              <a:gd name="connsiteY3" fmla="*/ 6858000 h 6858000"/>
              <a:gd name="connsiteX4" fmla="*/ 0 w 692331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3314" h="6858000">
                <a:moveTo>
                  <a:pt x="1714500" y="0"/>
                </a:moveTo>
                <a:lnTo>
                  <a:pt x="6923314" y="0"/>
                </a:lnTo>
                <a:lnTo>
                  <a:pt x="6923314" y="1637212"/>
                </a:lnTo>
                <a:lnTo>
                  <a:pt x="5618117" y="6858000"/>
                </a:lnTo>
                <a:lnTo>
                  <a:pt x="0" y="6858000"/>
                </a:lnTo>
                <a:close/>
              </a:path>
            </a:pathLst>
          </a:custGeom>
          <a:solidFill>
            <a:schemeClr val="bg1">
              <a:lumMod val="95000"/>
            </a:schemeClr>
          </a:solidFill>
        </p:spPr>
        <p:txBody>
          <a:bodyPr wrap="square" anchor="ctr">
            <a:noAutofit/>
          </a:bodyP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199869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66" r:id="rId2"/>
    <p:sldLayoutId id="2147483668" r:id="rId3"/>
    <p:sldLayoutId id="2147483669" r:id="rId4"/>
    <p:sldLayoutId id="2147483675" r:id="rId5"/>
    <p:sldLayoutId id="2147483671" r:id="rId6"/>
    <p:sldLayoutId id="2147483672" r:id="rId7"/>
    <p:sldLayoutId id="2147483673" r:id="rId8"/>
    <p:sldLayoutId id="2147483674" r:id="rId9"/>
    <p:sldLayoutId id="2147483676" r:id="rId10"/>
    <p:sldLayoutId id="2147483665" r:id="rId11"/>
    <p:sldLayoutId id="2147483677" r:id="rId12"/>
    <p:sldLayoutId id="2147483679" r:id="rId13"/>
    <p:sldLayoutId id="2147483681" r:id="rId14"/>
    <p:sldLayoutId id="2147483680" r:id="rId15"/>
    <p:sldLayoutId id="2147483678" r:id="rId16"/>
    <p:sldLayoutId id="2147483682"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rive.google.com/file/d/1NRElQm8hfGxAFJs6LtlF_fpf2CvOKmUg/view?usp=sharing"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3D30138-1E9C-4667-8AA2-AA752475FE21}"/>
              </a:ext>
            </a:extLst>
          </p:cNvPr>
          <p:cNvSpPr/>
          <p:nvPr/>
        </p:nvSpPr>
        <p:spPr>
          <a:xfrm>
            <a:off x="5630985" y="4423853"/>
            <a:ext cx="6414053" cy="112643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r>
              <a:rPr lang="en-IN"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DATA ANALYSIS OF IPL MATCHES</a:t>
            </a:r>
          </a:p>
          <a:p>
            <a:pPr algn="ct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7" name="Rectangle: Rounded Corners 6">
            <a:extLst>
              <a:ext uri="{FF2B5EF4-FFF2-40B4-BE49-F238E27FC236}">
                <a16:creationId xmlns:a16="http://schemas.microsoft.com/office/drawing/2014/main" id="{60D0AFD3-8BA1-4A7E-864F-55F8FBB009A9}"/>
              </a:ext>
            </a:extLst>
          </p:cNvPr>
          <p:cNvSpPr/>
          <p:nvPr/>
        </p:nvSpPr>
        <p:spPr>
          <a:xfrm>
            <a:off x="9395793" y="5711687"/>
            <a:ext cx="2637182" cy="87464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a:solidFill>
                  <a:schemeClr val="accent1">
                    <a:lumMod val="75000"/>
                  </a:schemeClr>
                </a:solidFill>
              </a:rPr>
              <a:t>SUBMITTED BY:</a:t>
            </a:r>
          </a:p>
          <a:p>
            <a:pPr algn="ctr"/>
            <a:r>
              <a:rPr lang="en-IN" b="1" dirty="0">
                <a:solidFill>
                  <a:schemeClr val="accent1">
                    <a:lumMod val="75000"/>
                  </a:schemeClr>
                </a:solidFill>
              </a:rPr>
              <a:t>SACHIN GHANTEPPAGOL</a:t>
            </a:r>
          </a:p>
        </p:txBody>
      </p:sp>
    </p:spTree>
    <p:extLst>
      <p:ext uri="{BB962C8B-B14F-4D97-AF65-F5344CB8AC3E}">
        <p14:creationId xmlns:p14="http://schemas.microsoft.com/office/powerpoint/2010/main" val="3086685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3A0F0CE4-1AA4-4781-A459-F01954AE5FAA}"/>
              </a:ext>
            </a:extLst>
          </p:cNvPr>
          <p:cNvSpPr txBox="1">
            <a:spLocks/>
          </p:cNvSpPr>
          <p:nvPr/>
        </p:nvSpPr>
        <p:spPr>
          <a:xfrm>
            <a:off x="8478623" y="873746"/>
            <a:ext cx="638713" cy="590719"/>
          </a:xfrm>
          <a:custGeom>
            <a:avLst/>
            <a:gdLst/>
            <a:ahLst/>
            <a:cxnLst/>
            <a:rect l="l" t="t" r="r" b="b"/>
            <a:pathLst>
              <a:path w="127932" h="118319">
                <a:moveTo>
                  <a:pt x="117086" y="0"/>
                </a:moveTo>
                <a:lnTo>
                  <a:pt x="127932" y="17255"/>
                </a:lnTo>
                <a:cubicBezTo>
                  <a:pt x="118894" y="21035"/>
                  <a:pt x="112238" y="26663"/>
                  <a:pt x="107966" y="34140"/>
                </a:cubicBezTo>
                <a:cubicBezTo>
                  <a:pt x="103693" y="41617"/>
                  <a:pt x="101310" y="52504"/>
                  <a:pt x="100817" y="66801"/>
                </a:cubicBezTo>
                <a:lnTo>
                  <a:pt x="123988" y="66801"/>
                </a:lnTo>
                <a:lnTo>
                  <a:pt x="123988" y="118319"/>
                </a:lnTo>
                <a:lnTo>
                  <a:pt x="76414" y="118319"/>
                </a:lnTo>
                <a:lnTo>
                  <a:pt x="76414" y="77647"/>
                </a:lnTo>
                <a:cubicBezTo>
                  <a:pt x="76414" y="55626"/>
                  <a:pt x="79043" y="39686"/>
                  <a:pt x="84302" y="29826"/>
                </a:cubicBezTo>
                <a:cubicBezTo>
                  <a:pt x="91204" y="16680"/>
                  <a:pt x="102132" y="6738"/>
                  <a:pt x="117086" y="0"/>
                </a:cubicBezTo>
                <a:close/>
                <a:moveTo>
                  <a:pt x="40672" y="0"/>
                </a:moveTo>
                <a:lnTo>
                  <a:pt x="51518" y="17255"/>
                </a:lnTo>
                <a:cubicBezTo>
                  <a:pt x="42480" y="21035"/>
                  <a:pt x="35824" y="26663"/>
                  <a:pt x="31552" y="34140"/>
                </a:cubicBezTo>
                <a:cubicBezTo>
                  <a:pt x="27279" y="41617"/>
                  <a:pt x="24896" y="52504"/>
                  <a:pt x="24403" y="66801"/>
                </a:cubicBezTo>
                <a:lnTo>
                  <a:pt x="47574" y="66801"/>
                </a:lnTo>
                <a:lnTo>
                  <a:pt x="47574" y="118319"/>
                </a:lnTo>
                <a:lnTo>
                  <a:pt x="0" y="118319"/>
                </a:lnTo>
                <a:lnTo>
                  <a:pt x="0" y="77647"/>
                </a:lnTo>
                <a:cubicBezTo>
                  <a:pt x="0" y="55626"/>
                  <a:pt x="2630" y="39686"/>
                  <a:pt x="7888" y="29826"/>
                </a:cubicBezTo>
                <a:cubicBezTo>
                  <a:pt x="14790" y="16680"/>
                  <a:pt x="25718" y="6738"/>
                  <a:pt x="40672"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endParaRPr lang="en-US" sz="4000" spc="300" dirty="0">
              <a:solidFill>
                <a:schemeClr val="accent5"/>
              </a:solidFill>
            </a:endParaRPr>
          </a:p>
        </p:txBody>
      </p:sp>
      <p:sp>
        <p:nvSpPr>
          <p:cNvPr id="15" name="TextBox 14">
            <a:extLst>
              <a:ext uri="{FF2B5EF4-FFF2-40B4-BE49-F238E27FC236}">
                <a16:creationId xmlns:a16="http://schemas.microsoft.com/office/drawing/2014/main" id="{5936A26A-2E3A-47AE-954E-9DF5BBE68113}"/>
              </a:ext>
            </a:extLst>
          </p:cNvPr>
          <p:cNvSpPr txBox="1">
            <a:spLocks/>
          </p:cNvSpPr>
          <p:nvPr/>
        </p:nvSpPr>
        <p:spPr>
          <a:xfrm rot="10800000">
            <a:off x="11172000" y="4824423"/>
            <a:ext cx="638713" cy="590719"/>
          </a:xfrm>
          <a:custGeom>
            <a:avLst/>
            <a:gdLst/>
            <a:ahLst/>
            <a:cxnLst/>
            <a:rect l="l" t="t" r="r" b="b"/>
            <a:pathLst>
              <a:path w="127932" h="118319">
                <a:moveTo>
                  <a:pt x="117086" y="0"/>
                </a:moveTo>
                <a:lnTo>
                  <a:pt x="127932" y="17255"/>
                </a:lnTo>
                <a:cubicBezTo>
                  <a:pt x="118894" y="21035"/>
                  <a:pt x="112238" y="26663"/>
                  <a:pt x="107966" y="34140"/>
                </a:cubicBezTo>
                <a:cubicBezTo>
                  <a:pt x="103693" y="41617"/>
                  <a:pt x="101310" y="52504"/>
                  <a:pt x="100817" y="66801"/>
                </a:cubicBezTo>
                <a:lnTo>
                  <a:pt x="123988" y="66801"/>
                </a:lnTo>
                <a:lnTo>
                  <a:pt x="123988" y="118319"/>
                </a:lnTo>
                <a:lnTo>
                  <a:pt x="76414" y="118319"/>
                </a:lnTo>
                <a:lnTo>
                  <a:pt x="76414" y="77647"/>
                </a:lnTo>
                <a:cubicBezTo>
                  <a:pt x="76414" y="55626"/>
                  <a:pt x="79043" y="39686"/>
                  <a:pt x="84302" y="29826"/>
                </a:cubicBezTo>
                <a:cubicBezTo>
                  <a:pt x="91204" y="16680"/>
                  <a:pt x="102132" y="6738"/>
                  <a:pt x="117086" y="0"/>
                </a:cubicBezTo>
                <a:close/>
                <a:moveTo>
                  <a:pt x="40672" y="0"/>
                </a:moveTo>
                <a:lnTo>
                  <a:pt x="51518" y="17255"/>
                </a:lnTo>
                <a:cubicBezTo>
                  <a:pt x="42480" y="21035"/>
                  <a:pt x="35824" y="26663"/>
                  <a:pt x="31552" y="34140"/>
                </a:cubicBezTo>
                <a:cubicBezTo>
                  <a:pt x="27279" y="41617"/>
                  <a:pt x="24896" y="52504"/>
                  <a:pt x="24403" y="66801"/>
                </a:cubicBezTo>
                <a:lnTo>
                  <a:pt x="47574" y="66801"/>
                </a:lnTo>
                <a:lnTo>
                  <a:pt x="47574" y="118319"/>
                </a:lnTo>
                <a:lnTo>
                  <a:pt x="0" y="118319"/>
                </a:lnTo>
                <a:lnTo>
                  <a:pt x="0" y="77647"/>
                </a:lnTo>
                <a:cubicBezTo>
                  <a:pt x="0" y="55626"/>
                  <a:pt x="2630" y="39686"/>
                  <a:pt x="7888" y="29826"/>
                </a:cubicBezTo>
                <a:cubicBezTo>
                  <a:pt x="14790" y="16680"/>
                  <a:pt x="25718" y="6738"/>
                  <a:pt x="40672"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endParaRPr lang="en-US" sz="4000" spc="300" dirty="0">
              <a:solidFill>
                <a:schemeClr val="accent5"/>
              </a:solidFill>
            </a:endParaRPr>
          </a:p>
        </p:txBody>
      </p:sp>
      <p:pic>
        <p:nvPicPr>
          <p:cNvPr id="4" name="Picture Placeholder 3" descr="A picture containing fabric&#10;&#10;Description automatically generated">
            <a:extLst>
              <a:ext uri="{FF2B5EF4-FFF2-40B4-BE49-F238E27FC236}">
                <a16:creationId xmlns:a16="http://schemas.microsoft.com/office/drawing/2014/main" id="{693F618E-331A-45C0-A5E8-93EB96345044}"/>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5577" r="5577"/>
          <a:stretch>
            <a:fillRect/>
          </a:stretch>
        </p:blipFill>
        <p:spPr>
          <a:xfrm>
            <a:off x="318054" y="0"/>
            <a:ext cx="7072972" cy="6858000"/>
          </a:xfrm>
        </p:spPr>
      </p:pic>
      <p:sp>
        <p:nvSpPr>
          <p:cNvPr id="10" name="Text Placeholder 1">
            <a:extLst>
              <a:ext uri="{FF2B5EF4-FFF2-40B4-BE49-F238E27FC236}">
                <a16:creationId xmlns:a16="http://schemas.microsoft.com/office/drawing/2014/main" id="{6A5EAA5D-13F4-4EF3-B639-5ED18FEE5E29}"/>
              </a:ext>
            </a:extLst>
          </p:cNvPr>
          <p:cNvSpPr txBox="1">
            <a:spLocks/>
          </p:cNvSpPr>
          <p:nvPr/>
        </p:nvSpPr>
        <p:spPr>
          <a:xfrm>
            <a:off x="4399147" y="5893602"/>
            <a:ext cx="4216440" cy="595901"/>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en-US" sz="4000" spc="300" dirty="0">
                <a:solidFill>
                  <a:schemeClr val="accent2"/>
                </a:solidFill>
                <a:latin typeface="+mj-lt"/>
              </a:rPr>
              <a:t>DATA SOURCE</a:t>
            </a:r>
            <a:endParaRPr lang="en-US" sz="4000" spc="300" dirty="0">
              <a:solidFill>
                <a:schemeClr val="bg1"/>
              </a:solidFill>
              <a:latin typeface="+mj-lt"/>
            </a:endParaRPr>
          </a:p>
        </p:txBody>
      </p:sp>
      <p:sp>
        <p:nvSpPr>
          <p:cNvPr id="2" name="TextBox 1">
            <a:extLst>
              <a:ext uri="{FF2B5EF4-FFF2-40B4-BE49-F238E27FC236}">
                <a16:creationId xmlns:a16="http://schemas.microsoft.com/office/drawing/2014/main" id="{305F29BB-E31F-4B8C-81D9-71839FD33ABE}"/>
              </a:ext>
            </a:extLst>
          </p:cNvPr>
          <p:cNvSpPr txBox="1"/>
          <p:nvPr/>
        </p:nvSpPr>
        <p:spPr>
          <a:xfrm>
            <a:off x="8763639" y="1608413"/>
            <a:ext cx="3301191" cy="3416320"/>
          </a:xfrm>
          <a:prstGeom prst="rect">
            <a:avLst/>
          </a:prstGeom>
          <a:noFill/>
        </p:spPr>
        <p:txBody>
          <a:bodyPr wrap="square" rtlCol="0">
            <a:spAutoFit/>
          </a:bodyPr>
          <a:lstStyle/>
          <a:p>
            <a:pPr algn="ctr"/>
            <a:r>
              <a:rPr lang="en-US" altLang="ko-KR" sz="2400" b="1" dirty="0">
                <a:solidFill>
                  <a:schemeClr val="bg1"/>
                </a:solidFill>
                <a:cs typeface="Arial" pitchFamily="34" charset="0"/>
              </a:rPr>
              <a:t>Every team has a dream of winning the trophy ,but the dream becomes their goal and the goal is only achieved by planned action for unfavorable scenarios </a:t>
            </a:r>
            <a:endParaRPr lang="ko-KR" altLang="en-US" sz="2400" b="1" dirty="0">
              <a:solidFill>
                <a:schemeClr val="bg1"/>
              </a:solidFill>
              <a:cs typeface="Arial" pitchFamily="34" charset="0"/>
            </a:endParaRPr>
          </a:p>
        </p:txBody>
      </p:sp>
      <p:sp>
        <p:nvSpPr>
          <p:cNvPr id="9" name="TextBox 8">
            <a:extLst>
              <a:ext uri="{FF2B5EF4-FFF2-40B4-BE49-F238E27FC236}">
                <a16:creationId xmlns:a16="http://schemas.microsoft.com/office/drawing/2014/main" id="{F15D1E29-20A9-4D40-9E64-DA1D8C0B9E76}"/>
              </a:ext>
            </a:extLst>
          </p:cNvPr>
          <p:cNvSpPr txBox="1"/>
          <p:nvPr/>
        </p:nvSpPr>
        <p:spPr>
          <a:xfrm>
            <a:off x="4300331" y="6488668"/>
            <a:ext cx="6109252" cy="369332"/>
          </a:xfrm>
          <a:prstGeom prst="rect">
            <a:avLst/>
          </a:prstGeom>
          <a:noFill/>
        </p:spPr>
        <p:txBody>
          <a:bodyPr wrap="square">
            <a:spAutoFit/>
          </a:bodyPr>
          <a:lstStyle/>
          <a:p>
            <a:r>
              <a:rPr lang="en-IN" dirty="0"/>
              <a:t>https://www.kaggle.com/manasgarg/ipl/tasks</a:t>
            </a:r>
          </a:p>
        </p:txBody>
      </p:sp>
    </p:spTree>
    <p:extLst>
      <p:ext uri="{BB962C8B-B14F-4D97-AF65-F5344CB8AC3E}">
        <p14:creationId xmlns:p14="http://schemas.microsoft.com/office/powerpoint/2010/main" val="1742988478"/>
      </p:ext>
    </p:extLst>
  </p:cSld>
  <p:clrMapOvr>
    <a:masterClrMapping/>
  </p:clrMapOvr>
  <mc:AlternateContent xmlns:mc="http://schemas.openxmlformats.org/markup-compatibility/2006" xmlns:p14="http://schemas.microsoft.com/office/powerpoint/2010/main">
    <mc:Choice Requires="p14">
      <p:transition spd="slow" p14:dur="2000" advTm="4607"/>
    </mc:Choice>
    <mc:Fallback xmlns="">
      <p:transition spd="slow" advTm="460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dirty="0">
                <a:solidFill>
                  <a:schemeClr val="tx1">
                    <a:lumMod val="75000"/>
                    <a:lumOff val="25000"/>
                  </a:schemeClr>
                </a:solidFill>
              </a:rPr>
              <a:t>Introduction</a:t>
            </a:r>
          </a:p>
        </p:txBody>
      </p:sp>
      <p:grpSp>
        <p:nvGrpSpPr>
          <p:cNvPr id="13" name="Group 12">
            <a:extLst>
              <a:ext uri="{FF2B5EF4-FFF2-40B4-BE49-F238E27FC236}">
                <a16:creationId xmlns:a16="http://schemas.microsoft.com/office/drawing/2014/main" id="{6FA48F04-F4BB-4A19-954B-B653A54B7464}"/>
              </a:ext>
            </a:extLst>
          </p:cNvPr>
          <p:cNvGrpSpPr/>
          <p:nvPr/>
        </p:nvGrpSpPr>
        <p:grpSpPr>
          <a:xfrm>
            <a:off x="7763321" y="1860133"/>
            <a:ext cx="3423488" cy="678692"/>
            <a:chOff x="803640" y="3362835"/>
            <a:chExt cx="2059657" cy="678692"/>
          </a:xfrm>
        </p:grpSpPr>
        <p:sp>
          <p:nvSpPr>
            <p:cNvPr id="14" name="TextBox 13">
              <a:extLst>
                <a:ext uri="{FF2B5EF4-FFF2-40B4-BE49-F238E27FC236}">
                  <a16:creationId xmlns:a16="http://schemas.microsoft.com/office/drawing/2014/main" id="{827A4BEC-A3AD-4A46-991E-AE3853C45F07}"/>
                </a:ext>
              </a:extLst>
            </p:cNvPr>
            <p:cNvSpPr txBox="1"/>
            <p:nvPr/>
          </p:nvSpPr>
          <p:spPr>
            <a:xfrm>
              <a:off x="803640" y="3579862"/>
              <a:ext cx="2059657" cy="461665"/>
            </a:xfrm>
            <a:prstGeom prst="rect">
              <a:avLst/>
            </a:prstGeom>
            <a:noFill/>
          </p:spPr>
          <p:txBody>
            <a:bodyPr wrap="square" rtlCol="0">
              <a:spAutoFit/>
            </a:bodyPr>
            <a:lstStyle/>
            <a:p>
              <a:r>
                <a:rPr lang="en-US" altLang="ko-KR" sz="1200" dirty="0">
                  <a:solidFill>
                    <a:schemeClr val="bg1"/>
                  </a:solidFill>
                  <a:cs typeface="Arial" pitchFamily="34" charset="0"/>
                </a:rPr>
                <a:t>During Quarter 4, third party tie up can help to reduce the shipping cost.</a:t>
              </a:r>
              <a:endParaRPr lang="ko-KR" altLang="en-US" sz="1200" dirty="0">
                <a:solidFill>
                  <a:schemeClr val="bg1"/>
                </a:solidFill>
                <a:cs typeface="Arial" pitchFamily="34" charset="0"/>
              </a:endParaRPr>
            </a:p>
          </p:txBody>
        </p:sp>
        <p:sp>
          <p:nvSpPr>
            <p:cNvPr id="15" name="TextBox 14">
              <a:extLst>
                <a:ext uri="{FF2B5EF4-FFF2-40B4-BE49-F238E27FC236}">
                  <a16:creationId xmlns:a16="http://schemas.microsoft.com/office/drawing/2014/main" id="{614F66A3-08E8-4943-98FA-4A7C0AFCFD7B}"/>
                </a:ext>
              </a:extLst>
            </p:cNvPr>
            <p:cNvSpPr txBox="1"/>
            <p:nvPr/>
          </p:nvSpPr>
          <p:spPr>
            <a:xfrm>
              <a:off x="803640" y="3362835"/>
              <a:ext cx="2059657" cy="276999"/>
            </a:xfrm>
            <a:prstGeom prst="rect">
              <a:avLst/>
            </a:prstGeom>
            <a:noFill/>
          </p:spPr>
          <p:txBody>
            <a:bodyPr wrap="square" rtlCol="0">
              <a:spAutoFit/>
            </a:bodyPr>
            <a:lstStyle/>
            <a:p>
              <a:r>
                <a:rPr lang="en-US" altLang="ko-KR" sz="1200" b="1" dirty="0">
                  <a:solidFill>
                    <a:schemeClr val="bg1"/>
                  </a:solidFill>
                  <a:cs typeface="Arial" pitchFamily="34" charset="0"/>
                </a:rPr>
                <a:t>Third Party Tie Up.</a:t>
              </a:r>
              <a:endParaRPr lang="ko-KR" altLang="en-US" sz="1200" b="1" dirty="0">
                <a:solidFill>
                  <a:schemeClr val="bg1"/>
                </a:solidFill>
                <a:cs typeface="Arial" pitchFamily="34" charset="0"/>
              </a:endParaRPr>
            </a:p>
          </p:txBody>
        </p:sp>
      </p:grpSp>
      <p:grpSp>
        <p:nvGrpSpPr>
          <p:cNvPr id="16" name="Group 15">
            <a:extLst>
              <a:ext uri="{FF2B5EF4-FFF2-40B4-BE49-F238E27FC236}">
                <a16:creationId xmlns:a16="http://schemas.microsoft.com/office/drawing/2014/main" id="{4D2C38AC-1FD1-4956-92E7-F028406A4A5D}"/>
              </a:ext>
            </a:extLst>
          </p:cNvPr>
          <p:cNvGrpSpPr/>
          <p:nvPr/>
        </p:nvGrpSpPr>
        <p:grpSpPr>
          <a:xfrm>
            <a:off x="7763321" y="3218621"/>
            <a:ext cx="3423488" cy="678692"/>
            <a:chOff x="803640" y="3362835"/>
            <a:chExt cx="2059657" cy="678692"/>
          </a:xfrm>
        </p:grpSpPr>
        <p:sp>
          <p:nvSpPr>
            <p:cNvPr id="17" name="TextBox 16">
              <a:extLst>
                <a:ext uri="{FF2B5EF4-FFF2-40B4-BE49-F238E27FC236}">
                  <a16:creationId xmlns:a16="http://schemas.microsoft.com/office/drawing/2014/main" id="{055AE912-F285-42C6-8C5E-51C3F127AB50}"/>
                </a:ext>
              </a:extLst>
            </p:cNvPr>
            <p:cNvSpPr txBox="1"/>
            <p:nvPr/>
          </p:nvSpPr>
          <p:spPr>
            <a:xfrm>
              <a:off x="803640" y="3579862"/>
              <a:ext cx="2059657" cy="461665"/>
            </a:xfrm>
            <a:prstGeom prst="rect">
              <a:avLst/>
            </a:prstGeom>
            <a:noFill/>
          </p:spPr>
          <p:txBody>
            <a:bodyPr wrap="square" rtlCol="0">
              <a:spAutoFit/>
            </a:bodyPr>
            <a:lstStyle/>
            <a:p>
              <a:r>
                <a:rPr lang="en-US" altLang="ko-KR" sz="1200" dirty="0">
                  <a:solidFill>
                    <a:schemeClr val="bg1"/>
                  </a:solidFill>
                  <a:cs typeface="Arial" pitchFamily="34" charset="0"/>
                </a:rPr>
                <a:t>Bundled product needs to be introduced for increase in sales of low selling products.</a:t>
              </a:r>
              <a:endParaRPr lang="ko-KR" altLang="en-US" sz="1200" dirty="0">
                <a:solidFill>
                  <a:schemeClr val="bg1"/>
                </a:solidFill>
                <a:cs typeface="Arial" pitchFamily="34" charset="0"/>
              </a:endParaRPr>
            </a:p>
          </p:txBody>
        </p:sp>
        <p:sp>
          <p:nvSpPr>
            <p:cNvPr id="18" name="TextBox 17">
              <a:extLst>
                <a:ext uri="{FF2B5EF4-FFF2-40B4-BE49-F238E27FC236}">
                  <a16:creationId xmlns:a16="http://schemas.microsoft.com/office/drawing/2014/main" id="{B6CABBB1-3A56-4AB5-9BD5-9921FA7385CE}"/>
                </a:ext>
              </a:extLst>
            </p:cNvPr>
            <p:cNvSpPr txBox="1"/>
            <p:nvPr/>
          </p:nvSpPr>
          <p:spPr>
            <a:xfrm>
              <a:off x="803640" y="3362835"/>
              <a:ext cx="2059657" cy="276999"/>
            </a:xfrm>
            <a:prstGeom prst="rect">
              <a:avLst/>
            </a:prstGeom>
            <a:noFill/>
          </p:spPr>
          <p:txBody>
            <a:bodyPr wrap="square" rtlCol="0">
              <a:spAutoFit/>
            </a:bodyPr>
            <a:lstStyle/>
            <a:p>
              <a:r>
                <a:rPr lang="en-US" altLang="ko-KR" sz="1200" b="1" dirty="0">
                  <a:solidFill>
                    <a:schemeClr val="bg1"/>
                  </a:solidFill>
                  <a:cs typeface="Arial" pitchFamily="34" charset="0"/>
                </a:rPr>
                <a:t>Product Categories</a:t>
              </a:r>
              <a:endParaRPr lang="ko-KR" altLang="en-US" sz="1200" b="1" dirty="0">
                <a:solidFill>
                  <a:schemeClr val="bg1"/>
                </a:solidFill>
                <a:cs typeface="Arial" pitchFamily="34" charset="0"/>
              </a:endParaRPr>
            </a:p>
          </p:txBody>
        </p:sp>
      </p:grpSp>
      <p:grpSp>
        <p:nvGrpSpPr>
          <p:cNvPr id="19" name="Group 18">
            <a:extLst>
              <a:ext uri="{FF2B5EF4-FFF2-40B4-BE49-F238E27FC236}">
                <a16:creationId xmlns:a16="http://schemas.microsoft.com/office/drawing/2014/main" id="{32A65EC0-3D31-4947-A323-09C791F9065F}"/>
              </a:ext>
            </a:extLst>
          </p:cNvPr>
          <p:cNvGrpSpPr/>
          <p:nvPr/>
        </p:nvGrpSpPr>
        <p:grpSpPr>
          <a:xfrm>
            <a:off x="1070045" y="3858074"/>
            <a:ext cx="3473288" cy="610112"/>
            <a:chOff x="803640" y="3339975"/>
            <a:chExt cx="2059657" cy="610112"/>
          </a:xfrm>
        </p:grpSpPr>
        <p:sp>
          <p:nvSpPr>
            <p:cNvPr id="20" name="TextBox 19">
              <a:extLst>
                <a:ext uri="{FF2B5EF4-FFF2-40B4-BE49-F238E27FC236}">
                  <a16:creationId xmlns:a16="http://schemas.microsoft.com/office/drawing/2014/main" id="{5F909C35-3746-419A-8BEC-2F6F95C53356}"/>
                </a:ext>
              </a:extLst>
            </p:cNvPr>
            <p:cNvSpPr txBox="1"/>
            <p:nvPr/>
          </p:nvSpPr>
          <p:spPr>
            <a:xfrm>
              <a:off x="803640" y="3488422"/>
              <a:ext cx="2059657" cy="461665"/>
            </a:xfrm>
            <a:prstGeom prst="rect">
              <a:avLst/>
            </a:prstGeom>
            <a:noFill/>
          </p:spPr>
          <p:txBody>
            <a:bodyPr wrap="square" rtlCol="0">
              <a:spAutoFit/>
            </a:bodyPr>
            <a:lstStyle/>
            <a:p>
              <a:pPr algn="r"/>
              <a:r>
                <a:rPr lang="en-US" altLang="ko-KR" sz="1200" dirty="0">
                  <a:solidFill>
                    <a:schemeClr val="bg1"/>
                  </a:solidFill>
                  <a:cs typeface="Arial" pitchFamily="34" charset="0"/>
                </a:rPr>
                <a:t>Non-Profitable customers can be looks upon to make them profitable.</a:t>
              </a:r>
              <a:endParaRPr lang="ko-KR" altLang="en-US" sz="1200" dirty="0">
                <a:solidFill>
                  <a:schemeClr val="bg1"/>
                </a:solidFill>
                <a:cs typeface="Arial" pitchFamily="34" charset="0"/>
              </a:endParaRPr>
            </a:p>
          </p:txBody>
        </p:sp>
        <p:sp>
          <p:nvSpPr>
            <p:cNvPr id="21" name="TextBox 20">
              <a:extLst>
                <a:ext uri="{FF2B5EF4-FFF2-40B4-BE49-F238E27FC236}">
                  <a16:creationId xmlns:a16="http://schemas.microsoft.com/office/drawing/2014/main" id="{851F3588-0C02-46AD-89C4-FF490ED3C57A}"/>
                </a:ext>
              </a:extLst>
            </p:cNvPr>
            <p:cNvSpPr txBox="1"/>
            <p:nvPr/>
          </p:nvSpPr>
          <p:spPr>
            <a:xfrm>
              <a:off x="803640" y="3339975"/>
              <a:ext cx="2059657" cy="276999"/>
            </a:xfrm>
            <a:prstGeom prst="rect">
              <a:avLst/>
            </a:prstGeom>
            <a:noFill/>
          </p:spPr>
          <p:txBody>
            <a:bodyPr wrap="square" rtlCol="0">
              <a:spAutoFit/>
            </a:bodyPr>
            <a:lstStyle/>
            <a:p>
              <a:pPr algn="r"/>
              <a:r>
                <a:rPr lang="en-US" altLang="ko-KR" sz="1200" b="1" dirty="0">
                  <a:solidFill>
                    <a:schemeClr val="bg1"/>
                  </a:solidFill>
                  <a:cs typeface="Arial" pitchFamily="34" charset="0"/>
                </a:rPr>
                <a:t>Segments</a:t>
              </a:r>
              <a:endParaRPr lang="ko-KR" altLang="en-US" sz="1200" b="1" dirty="0">
                <a:solidFill>
                  <a:schemeClr val="bg1"/>
                </a:solidFill>
                <a:cs typeface="Arial" pitchFamily="34" charset="0"/>
              </a:endParaRPr>
            </a:p>
          </p:txBody>
        </p:sp>
      </p:grpSp>
      <p:grpSp>
        <p:nvGrpSpPr>
          <p:cNvPr id="22" name="Group 21">
            <a:extLst>
              <a:ext uri="{FF2B5EF4-FFF2-40B4-BE49-F238E27FC236}">
                <a16:creationId xmlns:a16="http://schemas.microsoft.com/office/drawing/2014/main" id="{058AA8E9-AC13-4714-8ADC-19408F77B10C}"/>
              </a:ext>
            </a:extLst>
          </p:cNvPr>
          <p:cNvGrpSpPr/>
          <p:nvPr/>
        </p:nvGrpSpPr>
        <p:grpSpPr>
          <a:xfrm>
            <a:off x="863906" y="2540606"/>
            <a:ext cx="3642843" cy="678692"/>
            <a:chOff x="703094" y="3362835"/>
            <a:chExt cx="2160203" cy="678692"/>
          </a:xfrm>
        </p:grpSpPr>
        <p:sp>
          <p:nvSpPr>
            <p:cNvPr id="23" name="TextBox 22">
              <a:extLst>
                <a:ext uri="{FF2B5EF4-FFF2-40B4-BE49-F238E27FC236}">
                  <a16:creationId xmlns:a16="http://schemas.microsoft.com/office/drawing/2014/main" id="{FE4B151B-5B54-4415-8FCE-78F6E838E3E4}"/>
                </a:ext>
              </a:extLst>
            </p:cNvPr>
            <p:cNvSpPr txBox="1"/>
            <p:nvPr/>
          </p:nvSpPr>
          <p:spPr>
            <a:xfrm>
              <a:off x="703094" y="3579862"/>
              <a:ext cx="2160203" cy="461665"/>
            </a:xfrm>
            <a:prstGeom prst="rect">
              <a:avLst/>
            </a:prstGeom>
            <a:noFill/>
          </p:spPr>
          <p:txBody>
            <a:bodyPr wrap="square" rtlCol="0">
              <a:spAutoFit/>
            </a:bodyPr>
            <a:lstStyle/>
            <a:p>
              <a:pPr algn="r"/>
              <a:r>
                <a:rPr lang="en-US" altLang="ko-KR" sz="1200" dirty="0">
                  <a:solidFill>
                    <a:schemeClr val="bg1"/>
                  </a:solidFill>
                  <a:cs typeface="Arial" pitchFamily="34" charset="0"/>
                </a:rPr>
                <a:t>Quarter 4 is proven to be the best quarter for sales so by focus on many offers can help increase sales.</a:t>
              </a:r>
              <a:endParaRPr lang="ko-KR" altLang="en-US" sz="1200" dirty="0">
                <a:solidFill>
                  <a:schemeClr val="bg1"/>
                </a:solidFill>
                <a:cs typeface="Arial" pitchFamily="34" charset="0"/>
              </a:endParaRPr>
            </a:p>
          </p:txBody>
        </p:sp>
        <p:sp>
          <p:nvSpPr>
            <p:cNvPr id="24" name="TextBox 23">
              <a:extLst>
                <a:ext uri="{FF2B5EF4-FFF2-40B4-BE49-F238E27FC236}">
                  <a16:creationId xmlns:a16="http://schemas.microsoft.com/office/drawing/2014/main" id="{FE9A0CAB-620E-48B4-90E6-C4ACFDB29A19}"/>
                </a:ext>
              </a:extLst>
            </p:cNvPr>
            <p:cNvSpPr txBox="1"/>
            <p:nvPr/>
          </p:nvSpPr>
          <p:spPr>
            <a:xfrm>
              <a:off x="803640" y="3362835"/>
              <a:ext cx="2059657" cy="276999"/>
            </a:xfrm>
            <a:prstGeom prst="rect">
              <a:avLst/>
            </a:prstGeom>
            <a:noFill/>
          </p:spPr>
          <p:txBody>
            <a:bodyPr wrap="square" rtlCol="0">
              <a:spAutoFit/>
            </a:bodyPr>
            <a:lstStyle/>
            <a:p>
              <a:pPr algn="r"/>
              <a:r>
                <a:rPr lang="en-US" altLang="ko-KR" sz="1200" b="1" dirty="0">
                  <a:solidFill>
                    <a:schemeClr val="bg1"/>
                  </a:solidFill>
                  <a:cs typeface="Arial" pitchFamily="34" charset="0"/>
                </a:rPr>
                <a:t>Quarter Sales</a:t>
              </a:r>
              <a:endParaRPr lang="ko-KR" altLang="en-US" sz="1200" b="1" dirty="0">
                <a:solidFill>
                  <a:schemeClr val="bg1"/>
                </a:solidFill>
                <a:cs typeface="Arial" pitchFamily="34" charset="0"/>
              </a:endParaRPr>
            </a:p>
          </p:txBody>
        </p:sp>
      </p:grpSp>
      <p:sp>
        <p:nvSpPr>
          <p:cNvPr id="25" name="Text Placeholder 1">
            <a:extLst>
              <a:ext uri="{FF2B5EF4-FFF2-40B4-BE49-F238E27FC236}">
                <a16:creationId xmlns:a16="http://schemas.microsoft.com/office/drawing/2014/main" id="{0E1EC7FF-58A5-4224-AA2B-DCDCAB4D65C8}"/>
              </a:ext>
            </a:extLst>
          </p:cNvPr>
          <p:cNvSpPr txBox="1">
            <a:spLocks/>
          </p:cNvSpPr>
          <p:nvPr/>
        </p:nvSpPr>
        <p:spPr>
          <a:xfrm>
            <a:off x="875490" y="5623710"/>
            <a:ext cx="1913930" cy="595901"/>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en-US" spc="-150" dirty="0">
                <a:solidFill>
                  <a:schemeClr val="accent2"/>
                </a:solidFill>
                <a:latin typeface="+mj-lt"/>
              </a:rPr>
              <a:t>Video Link</a:t>
            </a:r>
            <a:endParaRPr lang="en-US" spc="-150" dirty="0">
              <a:solidFill>
                <a:schemeClr val="bg1"/>
              </a:solidFill>
              <a:latin typeface="+mj-lt"/>
            </a:endParaRPr>
          </a:p>
        </p:txBody>
      </p:sp>
      <p:pic>
        <p:nvPicPr>
          <p:cNvPr id="26" name="Picture 25" descr="A close up of a sign&#10;&#10;Description automatically generated">
            <a:hlinkClick r:id="rId2"/>
            <a:extLst>
              <a:ext uri="{FF2B5EF4-FFF2-40B4-BE49-F238E27FC236}">
                <a16:creationId xmlns:a16="http://schemas.microsoft.com/office/drawing/2014/main" id="{615BCDEF-E87A-4E14-BF84-ADAB915961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0233" y="5459897"/>
            <a:ext cx="1129503" cy="785194"/>
          </a:xfrm>
          <a:prstGeom prst="rect">
            <a:avLst/>
          </a:prstGeom>
        </p:spPr>
      </p:pic>
      <p:sp>
        <p:nvSpPr>
          <p:cNvPr id="3" name="TextBox 2">
            <a:extLst>
              <a:ext uri="{FF2B5EF4-FFF2-40B4-BE49-F238E27FC236}">
                <a16:creationId xmlns:a16="http://schemas.microsoft.com/office/drawing/2014/main" id="{BE1C5C5D-1178-435F-AECC-A581FA1AF4F0}"/>
              </a:ext>
            </a:extLst>
          </p:cNvPr>
          <p:cNvSpPr txBox="1"/>
          <p:nvPr/>
        </p:nvSpPr>
        <p:spPr>
          <a:xfrm>
            <a:off x="1046922" y="1550504"/>
            <a:ext cx="10230678" cy="2677656"/>
          </a:xfrm>
          <a:prstGeom prst="rect">
            <a:avLst/>
          </a:prstGeom>
          <a:noFill/>
        </p:spPr>
        <p:txBody>
          <a:bodyPr wrap="square" rtlCol="0">
            <a:spAutoFit/>
          </a:bodyPr>
          <a:lstStyle/>
          <a:p>
            <a:pPr marL="285750" indent="-285750">
              <a:buFont typeface="Arial" panose="020B0604020202020204" pitchFamily="34" charset="0"/>
              <a:buChar char="•"/>
            </a:pPr>
            <a:r>
              <a:rPr lang="en-IN" sz="2800" dirty="0"/>
              <a:t>The Project gives the clear insights of the performance of teams in the Indian Premier League.</a:t>
            </a:r>
          </a:p>
          <a:p>
            <a:pPr marL="285750" indent="-285750">
              <a:buFont typeface="Arial" panose="020B0604020202020204" pitchFamily="34" charset="0"/>
              <a:buChar char="•"/>
            </a:pPr>
            <a:r>
              <a:rPr lang="en-IN" sz="2800" dirty="0"/>
              <a:t>The dataset that is been used includes the data </a:t>
            </a:r>
            <a:r>
              <a:rPr lang="en-IN" sz="2800" dirty="0" err="1"/>
              <a:t>Upto</a:t>
            </a:r>
            <a:r>
              <a:rPr lang="en-IN" sz="2800" dirty="0"/>
              <a:t> 2017.</a:t>
            </a:r>
          </a:p>
          <a:p>
            <a:pPr marL="285750" indent="-285750">
              <a:buFont typeface="Arial" panose="020B0604020202020204" pitchFamily="34" charset="0"/>
              <a:buChar char="•"/>
            </a:pPr>
            <a:r>
              <a:rPr lang="en-IN" sz="2800" dirty="0"/>
              <a:t>This includes the statistics of the runs scored by the </a:t>
            </a:r>
            <a:r>
              <a:rPr lang="en-IN" sz="2800" dirty="0" err="1"/>
              <a:t>batsman,wickets</a:t>
            </a:r>
            <a:r>
              <a:rPr lang="en-IN" sz="2800" dirty="0"/>
              <a:t> taken by the bowler and extra runs visuals etc.</a:t>
            </a:r>
          </a:p>
        </p:txBody>
      </p:sp>
    </p:spTree>
    <p:extLst>
      <p:ext uri="{BB962C8B-B14F-4D97-AF65-F5344CB8AC3E}">
        <p14:creationId xmlns:p14="http://schemas.microsoft.com/office/powerpoint/2010/main" val="679750258"/>
      </p:ext>
    </p:extLst>
  </p:cSld>
  <p:clrMapOvr>
    <a:masterClrMapping/>
  </p:clrMapOvr>
  <mc:AlternateContent xmlns:mc="http://schemas.openxmlformats.org/markup-compatibility/2006" xmlns:p14="http://schemas.microsoft.com/office/powerpoint/2010/main">
    <mc:Choice Requires="p14">
      <p:transition spd="slow" p14:dur="2000" advTm="2977"/>
    </mc:Choice>
    <mc:Fallback xmlns="">
      <p:transition spd="slow" advTm="297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1 – </a:t>
            </a:r>
          </a:p>
          <a:p>
            <a:pPr>
              <a:lnSpc>
                <a:spcPct val="90000"/>
              </a:lnSpc>
              <a:spcBef>
                <a:spcPct val="0"/>
              </a:spcBef>
              <a:spcAft>
                <a:spcPts val="600"/>
              </a:spcAft>
            </a:pPr>
            <a:r>
              <a:rPr lang="en-US" altLang="ko-KR" sz="4400" dirty="0">
                <a:solidFill>
                  <a:srgbClr val="FFFFFF"/>
                </a:solidFill>
                <a:latin typeface="+mj-lt"/>
                <a:ea typeface="+mj-ea"/>
                <a:cs typeface="+mj-cs"/>
              </a:rPr>
              <a:t>Total wins by each Team</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699818" y="5049340"/>
            <a:ext cx="6848715" cy="1378327"/>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chart it has been observed that Mumbai Indians has won the most of the </a:t>
            </a:r>
            <a:r>
              <a:rPr lang="en-US" altLang="ko-KR" sz="2000" dirty="0" err="1"/>
              <a:t>matches,this</a:t>
            </a:r>
            <a:r>
              <a:rPr lang="en-US" altLang="ko-KR" sz="2000" dirty="0"/>
              <a:t> makes it is the most successful </a:t>
            </a:r>
            <a:r>
              <a:rPr lang="en-US" altLang="ko-KR" sz="2000" dirty="0" err="1"/>
              <a:t>ipl</a:t>
            </a:r>
            <a:r>
              <a:rPr lang="en-US" altLang="ko-KR" sz="2000" dirty="0"/>
              <a:t> team.</a:t>
            </a:r>
          </a:p>
        </p:txBody>
      </p:sp>
      <p:sp>
        <p:nvSpPr>
          <p:cNvPr id="36" name="TextBox 35">
            <a:extLst>
              <a:ext uri="{FF2B5EF4-FFF2-40B4-BE49-F238E27FC236}">
                <a16:creationId xmlns:a16="http://schemas.microsoft.com/office/drawing/2014/main" id="{DAE8B6C6-9CCF-427E-9985-9DDF2B7BE3D9}"/>
              </a:ext>
            </a:extLst>
          </p:cNvPr>
          <p:cNvSpPr txBox="1"/>
          <p:nvPr/>
        </p:nvSpPr>
        <p:spPr>
          <a:xfrm>
            <a:off x="4112944" y="4695422"/>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7" name="Chart 6">
            <a:extLst>
              <a:ext uri="{FF2B5EF4-FFF2-40B4-BE49-F238E27FC236}">
                <a16:creationId xmlns:a16="http://schemas.microsoft.com/office/drawing/2014/main" id="{8E9642C1-FC18-409F-9232-137E97B6DAC7}"/>
              </a:ext>
            </a:extLst>
          </p:cNvPr>
          <p:cNvGraphicFramePr>
            <a:graphicFrameLocks/>
          </p:cNvGraphicFramePr>
          <p:nvPr>
            <p:extLst>
              <p:ext uri="{D42A27DB-BD31-4B8C-83A1-F6EECF244321}">
                <p14:modId xmlns:p14="http://schemas.microsoft.com/office/powerpoint/2010/main" val="2607861492"/>
              </p:ext>
            </p:extLst>
          </p:nvPr>
        </p:nvGraphicFramePr>
        <p:xfrm>
          <a:off x="4633498" y="238332"/>
          <a:ext cx="6816380" cy="37903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96856416"/>
      </p:ext>
    </p:extLst>
  </p:cSld>
  <p:clrMapOvr>
    <a:masterClrMapping/>
  </p:clrMapOvr>
  <mc:AlternateContent xmlns:mc="http://schemas.openxmlformats.org/markup-compatibility/2006" xmlns:p14="http://schemas.microsoft.com/office/powerpoint/2010/main">
    <mc:Choice Requires="p14">
      <p:transition spd="slow" p14:dur="2000" advTm="6226"/>
    </mc:Choice>
    <mc:Fallback xmlns="">
      <p:transition spd="slow" advTm="622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2 – </a:t>
            </a:r>
          </a:p>
          <a:p>
            <a:pPr>
              <a:lnSpc>
                <a:spcPct val="90000"/>
              </a:lnSpc>
              <a:spcBef>
                <a:spcPct val="0"/>
              </a:spcBef>
              <a:spcAft>
                <a:spcPts val="600"/>
              </a:spcAft>
            </a:pPr>
            <a:r>
              <a:rPr lang="en-US" altLang="ko-KR" sz="4400" kern="1200" dirty="0">
                <a:solidFill>
                  <a:srgbClr val="FFFFFF"/>
                </a:solidFill>
                <a:latin typeface="+mj-lt"/>
                <a:ea typeface="+mj-ea"/>
                <a:cs typeface="+mj-cs"/>
              </a:rPr>
              <a:t>Matches hosted at the venues</a:t>
            </a:r>
          </a:p>
        </p:txBody>
      </p:sp>
      <p:sp>
        <p:nvSpPr>
          <p:cNvPr id="16" name="TextBox 15">
            <a:extLst>
              <a:ext uri="{FF2B5EF4-FFF2-40B4-BE49-F238E27FC236}">
                <a16:creationId xmlns:a16="http://schemas.microsoft.com/office/drawing/2014/main" id="{7CBC0B2E-833E-4307-8B5A-8DA1F937CBC0}"/>
              </a:ext>
            </a:extLst>
          </p:cNvPr>
          <p:cNvSpPr txBox="1"/>
          <p:nvPr/>
        </p:nvSpPr>
        <p:spPr>
          <a:xfrm>
            <a:off x="4699818" y="5049340"/>
            <a:ext cx="6848715" cy="1378327"/>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Most of the matches has been hosted at the Mumbai city</a:t>
            </a:r>
          </a:p>
          <a:p>
            <a:pPr>
              <a:lnSpc>
                <a:spcPct val="90000"/>
              </a:lnSpc>
              <a:spcAft>
                <a:spcPts val="600"/>
              </a:spcAft>
            </a:pPr>
            <a:r>
              <a:rPr lang="en-US" altLang="ko-KR" sz="2000" dirty="0" err="1"/>
              <a:t>i.e</a:t>
            </a:r>
            <a:r>
              <a:rPr lang="en-US" altLang="ko-KR" sz="2000" dirty="0"/>
              <a:t> 85 matches has been hosted at the Mumbai.  </a:t>
            </a:r>
          </a:p>
        </p:txBody>
      </p:sp>
      <p:sp>
        <p:nvSpPr>
          <p:cNvPr id="36" name="TextBox 35">
            <a:extLst>
              <a:ext uri="{FF2B5EF4-FFF2-40B4-BE49-F238E27FC236}">
                <a16:creationId xmlns:a16="http://schemas.microsoft.com/office/drawing/2014/main" id="{DAE8B6C6-9CCF-427E-9985-9DDF2B7BE3D9}"/>
              </a:ext>
            </a:extLst>
          </p:cNvPr>
          <p:cNvSpPr txBox="1"/>
          <p:nvPr/>
        </p:nvSpPr>
        <p:spPr>
          <a:xfrm>
            <a:off x="4059935" y="4695422"/>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7" name="Chart 6">
            <a:extLst>
              <a:ext uri="{FF2B5EF4-FFF2-40B4-BE49-F238E27FC236}">
                <a16:creationId xmlns:a16="http://schemas.microsoft.com/office/drawing/2014/main" id="{4B0E45B1-2827-4785-B365-8E489A0CFADD}"/>
              </a:ext>
            </a:extLst>
          </p:cNvPr>
          <p:cNvGraphicFramePr>
            <a:graphicFrameLocks/>
          </p:cNvGraphicFramePr>
          <p:nvPr>
            <p:extLst>
              <p:ext uri="{D42A27DB-BD31-4B8C-83A1-F6EECF244321}">
                <p14:modId xmlns:p14="http://schemas.microsoft.com/office/powerpoint/2010/main" val="677682703"/>
              </p:ext>
            </p:extLst>
          </p:nvPr>
        </p:nvGraphicFramePr>
        <p:xfrm>
          <a:off x="4330541" y="359587"/>
          <a:ext cx="6790952" cy="32763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41237158"/>
      </p:ext>
    </p:extLst>
  </p:cSld>
  <p:clrMapOvr>
    <a:masterClrMapping/>
  </p:clrMapOvr>
  <mc:AlternateContent xmlns:mc="http://schemas.openxmlformats.org/markup-compatibility/2006" xmlns:p14="http://schemas.microsoft.com/office/powerpoint/2010/main">
    <mc:Choice Requires="p14">
      <p:transition spd="slow" p14:dur="2000" advTm="2096"/>
    </mc:Choice>
    <mc:Fallback xmlns="">
      <p:transition spd="slow" advTm="209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3 – </a:t>
            </a:r>
          </a:p>
          <a:p>
            <a:pPr>
              <a:lnSpc>
                <a:spcPct val="90000"/>
              </a:lnSpc>
              <a:spcBef>
                <a:spcPct val="0"/>
              </a:spcBef>
              <a:spcAft>
                <a:spcPts val="600"/>
              </a:spcAft>
            </a:pPr>
            <a:r>
              <a:rPr lang="en-US" altLang="ko-KR" sz="4400" dirty="0">
                <a:solidFill>
                  <a:srgbClr val="FFFFFF"/>
                </a:solidFill>
                <a:latin typeface="+mj-lt"/>
                <a:ea typeface="+mj-ea"/>
                <a:cs typeface="+mj-cs"/>
              </a:rPr>
              <a:t>Team Wise Extra runs</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699818" y="5049340"/>
            <a:ext cx="6848715" cy="1378327"/>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Bar chart, we could see the total extra runs by each </a:t>
            </a:r>
            <a:r>
              <a:rPr lang="en-US" altLang="ko-KR" sz="2000" dirty="0" err="1"/>
              <a:t>team.Here</a:t>
            </a:r>
            <a:r>
              <a:rPr lang="en-US" altLang="ko-KR" sz="2000" dirty="0"/>
              <a:t> Mumbai Indians has awarded most extra runs.</a:t>
            </a:r>
          </a:p>
        </p:txBody>
      </p:sp>
      <p:sp>
        <p:nvSpPr>
          <p:cNvPr id="36" name="TextBox 35">
            <a:extLst>
              <a:ext uri="{FF2B5EF4-FFF2-40B4-BE49-F238E27FC236}">
                <a16:creationId xmlns:a16="http://schemas.microsoft.com/office/drawing/2014/main" id="{DAE8B6C6-9CCF-427E-9985-9DDF2B7BE3D9}"/>
              </a:ext>
            </a:extLst>
          </p:cNvPr>
          <p:cNvSpPr txBox="1"/>
          <p:nvPr/>
        </p:nvSpPr>
        <p:spPr>
          <a:xfrm>
            <a:off x="4059935" y="4695422"/>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7" name="Chart 6">
            <a:extLst>
              <a:ext uri="{FF2B5EF4-FFF2-40B4-BE49-F238E27FC236}">
                <a16:creationId xmlns:a16="http://schemas.microsoft.com/office/drawing/2014/main" id="{A30DFC03-63D2-43BC-BC83-5DEB6186534B}"/>
              </a:ext>
            </a:extLst>
          </p:cNvPr>
          <p:cNvGraphicFramePr>
            <a:graphicFrameLocks/>
          </p:cNvGraphicFramePr>
          <p:nvPr>
            <p:extLst>
              <p:ext uri="{D42A27DB-BD31-4B8C-83A1-F6EECF244321}">
                <p14:modId xmlns:p14="http://schemas.microsoft.com/office/powerpoint/2010/main" val="2519554190"/>
              </p:ext>
            </p:extLst>
          </p:nvPr>
        </p:nvGraphicFramePr>
        <p:xfrm>
          <a:off x="5307496" y="102373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25554344"/>
      </p:ext>
    </p:extLst>
  </p:cSld>
  <p:clrMapOvr>
    <a:masterClrMapping/>
  </p:clrMapOvr>
  <mc:AlternateContent xmlns:mc="http://schemas.openxmlformats.org/markup-compatibility/2006" xmlns:p14="http://schemas.microsoft.com/office/powerpoint/2010/main">
    <mc:Choice Requires="p14">
      <p:transition spd="slow" p14:dur="2000" advTm="1606"/>
    </mc:Choice>
    <mc:Fallback xmlns="">
      <p:transition spd="slow" advTm="160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4 – </a:t>
            </a:r>
          </a:p>
          <a:p>
            <a:pPr>
              <a:lnSpc>
                <a:spcPct val="90000"/>
              </a:lnSpc>
              <a:spcBef>
                <a:spcPct val="0"/>
              </a:spcBef>
              <a:spcAft>
                <a:spcPts val="600"/>
              </a:spcAft>
            </a:pPr>
            <a:r>
              <a:rPr lang="en-US" altLang="ko-KR" sz="4400" kern="1200" dirty="0">
                <a:solidFill>
                  <a:srgbClr val="FFFFFF"/>
                </a:solidFill>
                <a:latin typeface="+mj-lt"/>
                <a:ea typeface="+mj-ea"/>
                <a:cs typeface="+mj-cs"/>
              </a:rPr>
              <a:t>Toss decision</a:t>
            </a:r>
            <a:r>
              <a:rPr lang="en-US" altLang="ko-KR" sz="4400" dirty="0">
                <a:solidFill>
                  <a:srgbClr val="FFFFFF"/>
                </a:solidFill>
                <a:latin typeface="+mj-lt"/>
                <a:ea typeface="+mj-ea"/>
                <a:cs typeface="+mj-cs"/>
              </a:rPr>
              <a:t>s</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699818" y="5049340"/>
            <a:ext cx="6848715" cy="1364711"/>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column </a:t>
            </a:r>
            <a:r>
              <a:rPr lang="en-US" altLang="ko-KR" sz="2000" dirty="0" err="1"/>
              <a:t>chart,we</a:t>
            </a:r>
            <a:r>
              <a:rPr lang="en-US" altLang="ko-KR" sz="2000" dirty="0"/>
              <a:t> could </a:t>
            </a:r>
            <a:r>
              <a:rPr lang="en-US" altLang="ko-KR" sz="2000" dirty="0" err="1"/>
              <a:t>analyse</a:t>
            </a:r>
            <a:r>
              <a:rPr lang="en-US" altLang="ko-KR" sz="2000" dirty="0"/>
              <a:t> that every time the team wins the toss , the team chooses  to field at the most of the times and the teams has chosen to field rather to bat at first.</a:t>
            </a:r>
          </a:p>
        </p:txBody>
      </p:sp>
      <p:sp>
        <p:nvSpPr>
          <p:cNvPr id="36" name="TextBox 35">
            <a:extLst>
              <a:ext uri="{FF2B5EF4-FFF2-40B4-BE49-F238E27FC236}">
                <a16:creationId xmlns:a16="http://schemas.microsoft.com/office/drawing/2014/main" id="{DAE8B6C6-9CCF-427E-9985-9DDF2B7BE3D9}"/>
              </a:ext>
            </a:extLst>
          </p:cNvPr>
          <p:cNvSpPr txBox="1"/>
          <p:nvPr/>
        </p:nvSpPr>
        <p:spPr>
          <a:xfrm>
            <a:off x="4059935" y="4695422"/>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7" name="Chart 6">
            <a:extLst>
              <a:ext uri="{FF2B5EF4-FFF2-40B4-BE49-F238E27FC236}">
                <a16:creationId xmlns:a16="http://schemas.microsoft.com/office/drawing/2014/main" id="{955D1810-DC2F-4309-AC16-799B41A7722D}"/>
              </a:ext>
            </a:extLst>
          </p:cNvPr>
          <p:cNvGraphicFramePr>
            <a:graphicFrameLocks/>
          </p:cNvGraphicFramePr>
          <p:nvPr>
            <p:extLst>
              <p:ext uri="{D42A27DB-BD31-4B8C-83A1-F6EECF244321}">
                <p14:modId xmlns:p14="http://schemas.microsoft.com/office/powerpoint/2010/main" val="114967976"/>
              </p:ext>
            </p:extLst>
          </p:nvPr>
        </p:nvGraphicFramePr>
        <p:xfrm>
          <a:off x="5082208" y="321365"/>
          <a:ext cx="5280991" cy="38000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2626933"/>
      </p:ext>
    </p:extLst>
  </p:cSld>
  <p:clrMapOvr>
    <a:masterClrMapping/>
  </p:clrMapOvr>
  <mc:AlternateContent xmlns:mc="http://schemas.openxmlformats.org/markup-compatibility/2006" xmlns:p14="http://schemas.microsoft.com/office/powerpoint/2010/main">
    <mc:Choice Requires="p14">
      <p:transition spd="slow" p14:dur="2000" advTm="2062"/>
    </mc:Choice>
    <mc:Fallback xmlns="">
      <p:transition spd="slow" advTm="206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5 – </a:t>
            </a:r>
          </a:p>
          <a:p>
            <a:pPr>
              <a:lnSpc>
                <a:spcPct val="90000"/>
              </a:lnSpc>
              <a:spcBef>
                <a:spcPct val="0"/>
              </a:spcBef>
              <a:spcAft>
                <a:spcPts val="600"/>
              </a:spcAft>
            </a:pPr>
            <a:r>
              <a:rPr lang="en-US" altLang="ko-KR" sz="4400" dirty="0">
                <a:solidFill>
                  <a:srgbClr val="FFFFFF"/>
                </a:solidFill>
                <a:latin typeface="+mj-lt"/>
                <a:ea typeface="+mj-ea"/>
                <a:cs typeface="+mj-cs"/>
              </a:rPr>
              <a:t>Runs scored by batsman.</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699818" y="5049340"/>
            <a:ext cx="6848715" cy="1378327"/>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pie </a:t>
            </a:r>
            <a:r>
              <a:rPr lang="en-US" altLang="ko-KR" sz="2000" dirty="0" err="1"/>
              <a:t>chart,we</a:t>
            </a:r>
            <a:r>
              <a:rPr lang="en-US" altLang="ko-KR" sz="2000" dirty="0"/>
              <a:t> could see the most runs are scored by Suresh </a:t>
            </a:r>
            <a:r>
              <a:rPr lang="en-US" altLang="ko-KR" sz="2000" dirty="0" err="1"/>
              <a:t>raina,V</a:t>
            </a:r>
            <a:r>
              <a:rPr lang="en-US" altLang="ko-KR" sz="2000" dirty="0"/>
              <a:t> </a:t>
            </a:r>
            <a:r>
              <a:rPr lang="en-US" altLang="ko-KR" sz="2000" dirty="0" err="1"/>
              <a:t>Kohli,R</a:t>
            </a:r>
            <a:r>
              <a:rPr lang="en-US" altLang="ko-KR" sz="2000" dirty="0"/>
              <a:t> Sharma </a:t>
            </a:r>
            <a:r>
              <a:rPr lang="en-US" altLang="ko-KR" sz="2000" dirty="0" err="1"/>
              <a:t>respectively.Here</a:t>
            </a:r>
            <a:r>
              <a:rPr lang="en-US" altLang="ko-KR" sz="2000" dirty="0"/>
              <a:t> we could see the share of the each batsman  when compared to combined runs of all the batsman.</a:t>
            </a:r>
          </a:p>
        </p:txBody>
      </p:sp>
      <p:sp>
        <p:nvSpPr>
          <p:cNvPr id="36" name="TextBox 35">
            <a:extLst>
              <a:ext uri="{FF2B5EF4-FFF2-40B4-BE49-F238E27FC236}">
                <a16:creationId xmlns:a16="http://schemas.microsoft.com/office/drawing/2014/main" id="{DAE8B6C6-9CCF-427E-9985-9DDF2B7BE3D9}"/>
              </a:ext>
            </a:extLst>
          </p:cNvPr>
          <p:cNvSpPr txBox="1"/>
          <p:nvPr/>
        </p:nvSpPr>
        <p:spPr>
          <a:xfrm>
            <a:off x="4059935" y="4695422"/>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8" name="Chart 7">
            <a:extLst>
              <a:ext uri="{FF2B5EF4-FFF2-40B4-BE49-F238E27FC236}">
                <a16:creationId xmlns:a16="http://schemas.microsoft.com/office/drawing/2014/main" id="{68E06350-F930-42FC-9F45-EBD77B19C904}"/>
              </a:ext>
            </a:extLst>
          </p:cNvPr>
          <p:cNvGraphicFramePr>
            <a:graphicFrameLocks/>
          </p:cNvGraphicFramePr>
          <p:nvPr>
            <p:extLst>
              <p:ext uri="{D42A27DB-BD31-4B8C-83A1-F6EECF244321}">
                <p14:modId xmlns:p14="http://schemas.microsoft.com/office/powerpoint/2010/main" val="3458055032"/>
              </p:ext>
            </p:extLst>
          </p:nvPr>
        </p:nvGraphicFramePr>
        <p:xfrm>
          <a:off x="4532242" y="291548"/>
          <a:ext cx="7076661" cy="40154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8336139"/>
      </p:ext>
    </p:extLst>
  </p:cSld>
  <p:clrMapOvr>
    <a:masterClrMapping/>
  </p:clrMapOvr>
  <mc:AlternateContent xmlns:mc="http://schemas.openxmlformats.org/markup-compatibility/2006" xmlns:p14="http://schemas.microsoft.com/office/powerpoint/2010/main">
    <mc:Choice Requires="p14">
      <p:transition spd="slow" p14:dur="2000" advTm="3119"/>
    </mc:Choice>
    <mc:Fallback xmlns="">
      <p:transition spd="slow" advTm="311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6 – </a:t>
            </a:r>
          </a:p>
          <a:p>
            <a:pPr>
              <a:lnSpc>
                <a:spcPct val="90000"/>
              </a:lnSpc>
              <a:spcBef>
                <a:spcPct val="0"/>
              </a:spcBef>
              <a:spcAft>
                <a:spcPts val="600"/>
              </a:spcAft>
            </a:pPr>
            <a:r>
              <a:rPr lang="en-US" altLang="ko-KR" sz="4400" dirty="0">
                <a:solidFill>
                  <a:srgbClr val="FFFFFF"/>
                </a:solidFill>
                <a:latin typeface="+mj-lt"/>
                <a:ea typeface="+mj-ea"/>
                <a:cs typeface="+mj-cs"/>
              </a:rPr>
              <a:t>Bowler</a:t>
            </a:r>
            <a:r>
              <a:rPr lang="en-US" altLang="ko-KR" sz="4400" kern="1200" dirty="0">
                <a:solidFill>
                  <a:srgbClr val="FFFFFF"/>
                </a:solidFill>
                <a:latin typeface="+mj-lt"/>
                <a:ea typeface="+mj-ea"/>
                <a:cs typeface="+mj-cs"/>
              </a:rPr>
              <a:t> wise </a:t>
            </a:r>
            <a:r>
              <a:rPr lang="en-US" altLang="ko-KR" sz="4400" dirty="0">
                <a:solidFill>
                  <a:srgbClr val="FFFFFF"/>
                </a:solidFill>
                <a:latin typeface="+mj-lt"/>
                <a:ea typeface="+mj-ea"/>
                <a:cs typeface="+mj-cs"/>
              </a:rPr>
              <a:t>Extra runs.</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393362" y="5691964"/>
            <a:ext cx="6848715" cy="932836"/>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pie </a:t>
            </a:r>
            <a:r>
              <a:rPr lang="en-US" altLang="ko-KR" sz="2000" dirty="0" err="1"/>
              <a:t>chart,we</a:t>
            </a:r>
            <a:r>
              <a:rPr lang="en-US" altLang="ko-KR" sz="2000" dirty="0"/>
              <a:t> can see the most of the extra runs awarded by the bowler.it is also observed that Umesh Yadav has given most extra runs.</a:t>
            </a:r>
          </a:p>
        </p:txBody>
      </p:sp>
      <p:sp>
        <p:nvSpPr>
          <p:cNvPr id="36" name="TextBox 35">
            <a:extLst>
              <a:ext uri="{FF2B5EF4-FFF2-40B4-BE49-F238E27FC236}">
                <a16:creationId xmlns:a16="http://schemas.microsoft.com/office/drawing/2014/main" id="{DAE8B6C6-9CCF-427E-9985-9DDF2B7BE3D9}"/>
              </a:ext>
            </a:extLst>
          </p:cNvPr>
          <p:cNvSpPr txBox="1"/>
          <p:nvPr/>
        </p:nvSpPr>
        <p:spPr>
          <a:xfrm>
            <a:off x="3644117" y="5141091"/>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7" name="Chart 6">
            <a:extLst>
              <a:ext uri="{FF2B5EF4-FFF2-40B4-BE49-F238E27FC236}">
                <a16:creationId xmlns:a16="http://schemas.microsoft.com/office/drawing/2014/main" id="{FE855FE5-E9DE-433D-BEE1-34244840E7F8}"/>
              </a:ext>
            </a:extLst>
          </p:cNvPr>
          <p:cNvGraphicFramePr>
            <a:graphicFrameLocks/>
          </p:cNvGraphicFramePr>
          <p:nvPr>
            <p:extLst>
              <p:ext uri="{D42A27DB-BD31-4B8C-83A1-F6EECF244321}">
                <p14:modId xmlns:p14="http://schemas.microsoft.com/office/powerpoint/2010/main" val="1663187098"/>
              </p:ext>
            </p:extLst>
          </p:nvPr>
        </p:nvGraphicFramePr>
        <p:xfrm>
          <a:off x="4704523" y="265044"/>
          <a:ext cx="5883964" cy="38298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7252908"/>
      </p:ext>
    </p:extLst>
  </p:cSld>
  <p:clrMapOvr>
    <a:masterClrMapping/>
  </p:clrMapOvr>
  <mc:AlternateContent xmlns:mc="http://schemas.openxmlformats.org/markup-compatibility/2006" xmlns:p14="http://schemas.microsoft.com/office/powerpoint/2010/main">
    <mc:Choice Requires="p14">
      <p:transition spd="slow" p14:dur="2000" advTm="942"/>
    </mc:Choice>
    <mc:Fallback xmlns="">
      <p:transition spd="slow" advTm="94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096427"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7 – </a:t>
            </a:r>
          </a:p>
          <a:p>
            <a:pPr>
              <a:lnSpc>
                <a:spcPct val="90000"/>
              </a:lnSpc>
              <a:spcBef>
                <a:spcPct val="0"/>
              </a:spcBef>
              <a:spcAft>
                <a:spcPts val="600"/>
              </a:spcAft>
            </a:pPr>
            <a:r>
              <a:rPr lang="en-US" altLang="ko-KR" sz="4400" dirty="0">
                <a:solidFill>
                  <a:srgbClr val="FFFFFF"/>
                </a:solidFill>
                <a:latin typeface="+mj-lt"/>
                <a:ea typeface="+mj-ea"/>
                <a:cs typeface="+mj-cs"/>
              </a:rPr>
              <a:t>Winner </a:t>
            </a:r>
            <a:r>
              <a:rPr lang="en-US" altLang="ko-KR" sz="4400" kern="1200" dirty="0">
                <a:solidFill>
                  <a:srgbClr val="FFFFFF"/>
                </a:solidFill>
                <a:latin typeface="+mj-lt"/>
                <a:ea typeface="+mj-ea"/>
                <a:cs typeface="+mj-cs"/>
              </a:rPr>
              <a:t> vs </a:t>
            </a:r>
            <a:r>
              <a:rPr lang="en-US" altLang="ko-KR" sz="4400" dirty="0">
                <a:solidFill>
                  <a:srgbClr val="FFFFFF"/>
                </a:solidFill>
                <a:latin typeface="+mj-lt"/>
                <a:ea typeface="+mj-ea"/>
                <a:cs typeface="+mj-cs"/>
              </a:rPr>
              <a:t>Toss winners</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393362" y="5666788"/>
            <a:ext cx="6848715" cy="932836"/>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bar chart it is observed that in most of times the toss winner have won the match too . There is more probability that the toss winner will win the match.</a:t>
            </a:r>
          </a:p>
        </p:txBody>
      </p:sp>
      <p:sp>
        <p:nvSpPr>
          <p:cNvPr id="36" name="TextBox 35">
            <a:extLst>
              <a:ext uri="{FF2B5EF4-FFF2-40B4-BE49-F238E27FC236}">
                <a16:creationId xmlns:a16="http://schemas.microsoft.com/office/drawing/2014/main" id="{DAE8B6C6-9CCF-427E-9985-9DDF2B7BE3D9}"/>
              </a:ext>
            </a:extLst>
          </p:cNvPr>
          <p:cNvSpPr txBox="1"/>
          <p:nvPr/>
        </p:nvSpPr>
        <p:spPr>
          <a:xfrm>
            <a:off x="3655568" y="5211185"/>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8" name="Chart 7">
            <a:extLst>
              <a:ext uri="{FF2B5EF4-FFF2-40B4-BE49-F238E27FC236}">
                <a16:creationId xmlns:a16="http://schemas.microsoft.com/office/drawing/2014/main" id="{D838EB1B-C9FC-4260-A471-E6BA63C394D6}"/>
              </a:ext>
            </a:extLst>
          </p:cNvPr>
          <p:cNvGraphicFramePr>
            <a:graphicFrameLocks/>
          </p:cNvGraphicFramePr>
          <p:nvPr>
            <p:extLst>
              <p:ext uri="{D42A27DB-BD31-4B8C-83A1-F6EECF244321}">
                <p14:modId xmlns:p14="http://schemas.microsoft.com/office/powerpoint/2010/main" val="2320264491"/>
              </p:ext>
            </p:extLst>
          </p:nvPr>
        </p:nvGraphicFramePr>
        <p:xfrm>
          <a:off x="4545496" y="185530"/>
          <a:ext cx="6361043" cy="37238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0864694"/>
      </p:ext>
    </p:extLst>
  </p:cSld>
  <p:clrMapOvr>
    <a:masterClrMapping/>
  </p:clrMapOvr>
  <mc:AlternateContent xmlns:mc="http://schemas.openxmlformats.org/markup-compatibility/2006" xmlns:p14="http://schemas.microsoft.com/office/powerpoint/2010/main">
    <mc:Choice Requires="p14">
      <p:transition spd="slow" p14:dur="2000" advTm="618"/>
    </mc:Choice>
    <mc:Fallback xmlns="">
      <p:transition spd="slow" advTm="61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6EB7FEC-F556-4876-B33D-13364C55A78A}"/>
              </a:ext>
            </a:extLst>
          </p:cNvPr>
          <p:cNvSpPr txBox="1"/>
          <p:nvPr/>
        </p:nvSpPr>
        <p:spPr>
          <a:xfrm>
            <a:off x="643467" y="640080"/>
            <a:ext cx="3246608" cy="56132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Objective </a:t>
            </a:r>
            <a:r>
              <a:rPr lang="en-US" altLang="ko-KR" sz="4000" dirty="0">
                <a:solidFill>
                  <a:srgbClr val="FFFFFF"/>
                </a:solidFill>
                <a:latin typeface="+mj-lt"/>
                <a:ea typeface="+mj-ea"/>
                <a:cs typeface="+mj-cs"/>
              </a:rPr>
              <a:t>8</a:t>
            </a:r>
            <a:r>
              <a:rPr lang="en-US" altLang="ko-KR" sz="4400" kern="1200" dirty="0">
                <a:solidFill>
                  <a:srgbClr val="FFFFFF"/>
                </a:solidFill>
                <a:latin typeface="+mj-lt"/>
                <a:ea typeface="+mj-ea"/>
                <a:cs typeface="+mj-cs"/>
              </a:rPr>
              <a:t> – </a:t>
            </a:r>
          </a:p>
          <a:p>
            <a:pPr>
              <a:lnSpc>
                <a:spcPct val="90000"/>
              </a:lnSpc>
              <a:spcBef>
                <a:spcPct val="0"/>
              </a:spcBef>
              <a:spcAft>
                <a:spcPts val="600"/>
              </a:spcAft>
            </a:pPr>
            <a:r>
              <a:rPr lang="en-US" altLang="ko-KR" sz="4400" kern="1200" dirty="0">
                <a:solidFill>
                  <a:srgbClr val="FFFFFF"/>
                </a:solidFill>
                <a:latin typeface="+mj-lt"/>
                <a:ea typeface="+mj-ea"/>
                <a:cs typeface="+mj-cs"/>
              </a:rPr>
              <a:t>Player o</a:t>
            </a:r>
            <a:r>
              <a:rPr lang="en-US" altLang="ko-KR" sz="4400" dirty="0">
                <a:solidFill>
                  <a:srgbClr val="FFFFFF"/>
                </a:solidFill>
                <a:latin typeface="+mj-lt"/>
                <a:ea typeface="+mj-ea"/>
                <a:cs typeface="+mj-cs"/>
              </a:rPr>
              <a:t>f the match</a:t>
            </a:r>
            <a:endParaRPr lang="en-US" altLang="ko-KR" sz="4400" kern="1200" dirty="0">
              <a:solidFill>
                <a:srgbClr val="FFFFFF"/>
              </a:solidFill>
              <a:latin typeface="+mj-lt"/>
              <a:ea typeface="+mj-ea"/>
              <a:cs typeface="+mj-cs"/>
            </a:endParaRPr>
          </a:p>
        </p:txBody>
      </p:sp>
      <p:sp>
        <p:nvSpPr>
          <p:cNvPr id="16" name="TextBox 15">
            <a:extLst>
              <a:ext uri="{FF2B5EF4-FFF2-40B4-BE49-F238E27FC236}">
                <a16:creationId xmlns:a16="http://schemas.microsoft.com/office/drawing/2014/main" id="{7CBC0B2E-833E-4307-8B5A-8DA1F937CBC0}"/>
              </a:ext>
            </a:extLst>
          </p:cNvPr>
          <p:cNvSpPr txBox="1"/>
          <p:nvPr/>
        </p:nvSpPr>
        <p:spPr>
          <a:xfrm>
            <a:off x="4393362" y="5666788"/>
            <a:ext cx="6848715" cy="932836"/>
          </a:xfrm>
          <a:prstGeom prst="rect">
            <a:avLst/>
          </a:prstGeom>
        </p:spPr>
        <p:txBody>
          <a:bodyPr vert="horz" lIns="91440" tIns="45720" rIns="91440" bIns="45720" rtlCol="0" anchor="ctr">
            <a:normAutofit/>
          </a:bodyPr>
          <a:lstStyle/>
          <a:p>
            <a:pPr>
              <a:lnSpc>
                <a:spcPct val="90000"/>
              </a:lnSpc>
              <a:spcAft>
                <a:spcPts val="600"/>
              </a:spcAft>
            </a:pPr>
            <a:r>
              <a:rPr lang="en-US" altLang="ko-KR" sz="2000" dirty="0"/>
              <a:t>In this pie chart, we could see the player wise player of the match. We could see the number of times the player has become the player of the match most of the times.</a:t>
            </a:r>
          </a:p>
        </p:txBody>
      </p:sp>
      <p:sp>
        <p:nvSpPr>
          <p:cNvPr id="36" name="TextBox 35">
            <a:extLst>
              <a:ext uri="{FF2B5EF4-FFF2-40B4-BE49-F238E27FC236}">
                <a16:creationId xmlns:a16="http://schemas.microsoft.com/office/drawing/2014/main" id="{DAE8B6C6-9CCF-427E-9985-9DDF2B7BE3D9}"/>
              </a:ext>
            </a:extLst>
          </p:cNvPr>
          <p:cNvSpPr txBox="1"/>
          <p:nvPr/>
        </p:nvSpPr>
        <p:spPr>
          <a:xfrm>
            <a:off x="3655568" y="5211185"/>
            <a:ext cx="4633491" cy="461665"/>
          </a:xfrm>
          <a:prstGeom prst="rect">
            <a:avLst/>
          </a:prstGeom>
          <a:noFill/>
        </p:spPr>
        <p:txBody>
          <a:bodyPr wrap="square" rtlCol="0">
            <a:spAutoFit/>
          </a:bodyPr>
          <a:lstStyle/>
          <a:p>
            <a:pPr algn="ctr">
              <a:spcAft>
                <a:spcPts val="600"/>
              </a:spcAft>
            </a:pPr>
            <a:r>
              <a:rPr lang="en-US" altLang="ko-KR" sz="2400" b="1" dirty="0">
                <a:solidFill>
                  <a:schemeClr val="tx1">
                    <a:lumMod val="75000"/>
                    <a:lumOff val="25000"/>
                  </a:schemeClr>
                </a:solidFill>
                <a:cs typeface="Arial" pitchFamily="34" charset="0"/>
              </a:rPr>
              <a:t>Results and Analysis</a:t>
            </a:r>
          </a:p>
        </p:txBody>
      </p:sp>
      <p:graphicFrame>
        <p:nvGraphicFramePr>
          <p:cNvPr id="7" name="Chart 6">
            <a:extLst>
              <a:ext uri="{FF2B5EF4-FFF2-40B4-BE49-F238E27FC236}">
                <a16:creationId xmlns:a16="http://schemas.microsoft.com/office/drawing/2014/main" id="{B5E8335F-874A-44B6-81CB-F5B4BF168086}"/>
              </a:ext>
            </a:extLst>
          </p:cNvPr>
          <p:cNvGraphicFramePr>
            <a:graphicFrameLocks/>
          </p:cNvGraphicFramePr>
          <p:nvPr>
            <p:extLst>
              <p:ext uri="{D42A27DB-BD31-4B8C-83A1-F6EECF244321}">
                <p14:modId xmlns:p14="http://schemas.microsoft.com/office/powerpoint/2010/main" val="2213242868"/>
              </p:ext>
            </p:extLst>
          </p:nvPr>
        </p:nvGraphicFramePr>
        <p:xfrm>
          <a:off x="5325924" y="309459"/>
          <a:ext cx="4429126" cy="39862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3909300"/>
      </p:ext>
    </p:extLst>
  </p:cSld>
  <p:clrMapOvr>
    <a:masterClrMapping/>
  </p:clrMapOvr>
  <mc:AlternateContent xmlns:mc="http://schemas.openxmlformats.org/markup-compatibility/2006" xmlns:p14="http://schemas.microsoft.com/office/powerpoint/2010/main">
    <mc:Choice Requires="p14">
      <p:transition spd="slow" p14:dur="2000" advTm="527"/>
    </mc:Choice>
    <mc:Fallback xmlns="">
      <p:transition spd="slow" advTm="52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E2E1DA-9B21-498A-B22A-8343F108A17C}"/>
              </a:ext>
            </a:extLst>
          </p:cNvPr>
          <p:cNvSpPr/>
          <p:nvPr/>
        </p:nvSpPr>
        <p:spPr>
          <a:xfrm>
            <a:off x="0" y="0"/>
            <a:ext cx="12229600" cy="8971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70F39EA-F22B-4EED-B3DF-BE6FE6E18744}"/>
              </a:ext>
            </a:extLst>
          </p:cNvPr>
          <p:cNvSpPr txBox="1"/>
          <p:nvPr/>
        </p:nvSpPr>
        <p:spPr>
          <a:xfrm>
            <a:off x="4565686" y="-32731"/>
            <a:ext cx="3060628" cy="105215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ko-KR" sz="4400" kern="1200" dirty="0">
                <a:solidFill>
                  <a:srgbClr val="FFFFFF"/>
                </a:solidFill>
                <a:latin typeface="+mj-lt"/>
                <a:ea typeface="+mj-ea"/>
                <a:cs typeface="+mj-cs"/>
              </a:rPr>
              <a:t>Dashboard</a:t>
            </a:r>
          </a:p>
        </p:txBody>
      </p:sp>
      <p:pic>
        <p:nvPicPr>
          <p:cNvPr id="3" name="Picture 2">
            <a:extLst>
              <a:ext uri="{FF2B5EF4-FFF2-40B4-BE49-F238E27FC236}">
                <a16:creationId xmlns:a16="http://schemas.microsoft.com/office/drawing/2014/main" id="{48C7CA39-BC09-4B7E-A222-8C96F9B0D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14400"/>
            <a:ext cx="12242873" cy="5943599"/>
          </a:xfrm>
          <a:prstGeom prst="rect">
            <a:avLst/>
          </a:prstGeom>
        </p:spPr>
      </p:pic>
    </p:spTree>
    <p:extLst>
      <p:ext uri="{BB962C8B-B14F-4D97-AF65-F5344CB8AC3E}">
        <p14:creationId xmlns:p14="http://schemas.microsoft.com/office/powerpoint/2010/main" val="42516733"/>
      </p:ext>
    </p:extLst>
  </p:cSld>
  <p:clrMapOvr>
    <a:masterClrMapping/>
  </p:clrMapOvr>
  <mc:AlternateContent xmlns:mc="http://schemas.openxmlformats.org/markup-compatibility/2006" xmlns:p14="http://schemas.microsoft.com/office/powerpoint/2010/main">
    <mc:Choice Requires="p14">
      <p:transition spd="slow" p14:dur="2000" advTm="694"/>
    </mc:Choice>
    <mc:Fallback xmlns="">
      <p:transition spd="slow" advTm="69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8DE8812-BB9C-4C25-9375-FF3A3613B908}"/>
              </a:ext>
            </a:extLst>
          </p:cNvPr>
          <p:cNvSpPr txBox="1"/>
          <p:nvPr/>
        </p:nvSpPr>
        <p:spPr>
          <a:xfrm>
            <a:off x="411480" y="987552"/>
            <a:ext cx="4485861" cy="108813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altLang="ko-KR" sz="4800" b="1" dirty="0">
                <a:latin typeface="+mj-lt"/>
                <a:ea typeface="+mj-ea"/>
                <a:cs typeface="+mj-cs"/>
              </a:rPr>
              <a:t>CONCLUSION</a:t>
            </a:r>
          </a:p>
        </p:txBody>
      </p:sp>
      <p:sp>
        <p:nvSpPr>
          <p:cNvPr id="19" name="Rectangle 18">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Placeholder 3">
            <a:extLst>
              <a:ext uri="{FF2B5EF4-FFF2-40B4-BE49-F238E27FC236}">
                <a16:creationId xmlns:a16="http://schemas.microsoft.com/office/drawing/2014/main" id="{F1952144-5A63-4E97-B58D-D6A708FD405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08052" y="0"/>
            <a:ext cx="6883948" cy="6857999"/>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solidFill>
            <a:schemeClr val="bg1">
              <a:lumMod val="95000"/>
            </a:schemeClr>
          </a:solidFill>
          <a:effectLst>
            <a:outerShdw blurRad="50800" dist="38100" dir="10800000" algn="r" rotWithShape="0">
              <a:schemeClr val="bg1">
                <a:lumMod val="85000"/>
                <a:alpha val="30000"/>
              </a:schemeClr>
            </a:outerShdw>
          </a:effectLst>
        </p:spPr>
      </p:pic>
      <p:sp>
        <p:nvSpPr>
          <p:cNvPr id="4" name="TextBox 3">
            <a:extLst>
              <a:ext uri="{FF2B5EF4-FFF2-40B4-BE49-F238E27FC236}">
                <a16:creationId xmlns:a16="http://schemas.microsoft.com/office/drawing/2014/main" id="{5D0AD557-690A-49E0-BA1F-F06B73635EA7}"/>
              </a:ext>
            </a:extLst>
          </p:cNvPr>
          <p:cNvSpPr txBox="1"/>
          <p:nvPr/>
        </p:nvSpPr>
        <p:spPr>
          <a:xfrm>
            <a:off x="411478" y="2616543"/>
            <a:ext cx="4253511" cy="2677656"/>
          </a:xfrm>
          <a:prstGeom prst="rect">
            <a:avLst/>
          </a:prstGeom>
          <a:noFill/>
        </p:spPr>
        <p:txBody>
          <a:bodyPr wrap="square" rtlCol="0" anchor="ctr">
            <a:spAutoFit/>
          </a:bodyPr>
          <a:lstStyle/>
          <a:p>
            <a:r>
              <a:rPr lang="en-US" altLang="ko-KR" sz="2400" dirty="0">
                <a:solidFill>
                  <a:schemeClr val="accent3"/>
                </a:solidFill>
                <a:cs typeface="Arial" pitchFamily="34" charset="0"/>
              </a:rPr>
              <a:t>IPL Teams needs to look at each aspects such as toss decisions, wins at certain venues, most wickets-takers and most run scorers to win the trophy and become champions.  </a:t>
            </a:r>
            <a:endParaRPr lang="ko-KR" altLang="en-US" sz="2400" dirty="0">
              <a:solidFill>
                <a:schemeClr val="accent3"/>
              </a:solidFill>
              <a:cs typeface="Arial" pitchFamily="34" charset="0"/>
            </a:endParaRPr>
          </a:p>
        </p:txBody>
      </p:sp>
    </p:spTree>
    <p:extLst>
      <p:ext uri="{BB962C8B-B14F-4D97-AF65-F5344CB8AC3E}">
        <p14:creationId xmlns:p14="http://schemas.microsoft.com/office/powerpoint/2010/main" val="2799171957"/>
      </p:ext>
    </p:extLst>
  </p:cSld>
  <p:clrMapOvr>
    <a:masterClrMapping/>
  </p:clrMapOvr>
  <mc:AlternateContent xmlns:mc="http://schemas.openxmlformats.org/markup-compatibility/2006" xmlns:p14="http://schemas.microsoft.com/office/powerpoint/2010/main">
    <mc:Choice Requires="p14">
      <p:transition spd="slow" p14:dur="2000" advTm="967"/>
    </mc:Choice>
    <mc:Fallback xmlns="">
      <p:transition spd="slow" advTm="96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596B00-0CE2-44C6-9AC5-0B5BC6F6C4D9}"/>
              </a:ext>
            </a:extLst>
          </p:cNvPr>
          <p:cNvGrpSpPr/>
          <p:nvPr/>
        </p:nvGrpSpPr>
        <p:grpSpPr>
          <a:xfrm>
            <a:off x="3468549" y="2276475"/>
            <a:ext cx="5269188" cy="3419474"/>
            <a:chOff x="4655870" y="2637505"/>
            <a:chExt cx="2716484" cy="1217603"/>
          </a:xfrm>
          <a:effectLst>
            <a:outerShdw blurRad="50800" dist="38100" dir="5400000" algn="t" rotWithShape="0">
              <a:prstClr val="black">
                <a:alpha val="40000"/>
              </a:prstClr>
            </a:outerShdw>
          </a:effectLst>
        </p:grpSpPr>
        <p:grpSp>
          <p:nvGrpSpPr>
            <p:cNvPr id="6" name="Group 5">
              <a:extLst>
                <a:ext uri="{FF2B5EF4-FFF2-40B4-BE49-F238E27FC236}">
                  <a16:creationId xmlns:a16="http://schemas.microsoft.com/office/drawing/2014/main" id="{5DF549E6-5337-42BD-9C5E-4FF911D21EC1}"/>
                </a:ext>
              </a:extLst>
            </p:cNvPr>
            <p:cNvGrpSpPr/>
            <p:nvPr/>
          </p:nvGrpSpPr>
          <p:grpSpPr>
            <a:xfrm>
              <a:off x="6233054" y="2743150"/>
              <a:ext cx="1139300" cy="952543"/>
              <a:chOff x="5133714" y="3583707"/>
              <a:chExt cx="474339" cy="396585"/>
            </a:xfrm>
          </p:grpSpPr>
          <p:cxnSp>
            <p:nvCxnSpPr>
              <p:cNvPr id="12" name="Connector: Elbow 11">
                <a:extLst>
                  <a:ext uri="{FF2B5EF4-FFF2-40B4-BE49-F238E27FC236}">
                    <a16:creationId xmlns:a16="http://schemas.microsoft.com/office/drawing/2014/main" id="{99FF6450-5DCF-4EA4-9ECD-5DECDA3BADBD}"/>
                  </a:ext>
                </a:extLst>
              </p:cNvPr>
              <p:cNvCxnSpPr>
                <a:cxnSpLocks/>
              </p:cNvCxnSpPr>
              <p:nvPr/>
            </p:nvCxnSpPr>
            <p:spPr>
              <a:xfrm rot="16200000" flipH="1">
                <a:off x="5223467" y="3590067"/>
                <a:ext cx="291134" cy="278415"/>
              </a:xfrm>
              <a:prstGeom prst="bentConnector3">
                <a:avLst>
                  <a:gd name="adj1" fmla="val 98706"/>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637BD6F9-CEA8-471A-B6D6-3D7D3748ACC4}"/>
                  </a:ext>
                </a:extLst>
              </p:cNvPr>
              <p:cNvCxnSpPr>
                <a:cxnSpLocks/>
              </p:cNvCxnSpPr>
              <p:nvPr/>
            </p:nvCxnSpPr>
            <p:spPr>
              <a:xfrm rot="16200000" flipH="1">
                <a:off x="5172591" y="3544830"/>
                <a:ext cx="396585" cy="474339"/>
              </a:xfrm>
              <a:prstGeom prst="bentConnector3">
                <a:avLst>
                  <a:gd name="adj1" fmla="val 101319"/>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3DC2EA36-2D13-4B3D-BFC3-A102F4DEB439}"/>
                </a:ext>
              </a:extLst>
            </p:cNvPr>
            <p:cNvCxnSpPr>
              <a:cxnSpLocks/>
            </p:cNvCxnSpPr>
            <p:nvPr/>
          </p:nvCxnSpPr>
          <p:spPr>
            <a:xfrm>
              <a:off x="6001025" y="2637505"/>
              <a:ext cx="13087" cy="1217603"/>
            </a:xfrm>
            <a:prstGeom prst="line">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C99EAA-C1C3-4CCA-BEBA-AC2A865E88E4}"/>
                </a:ext>
              </a:extLst>
            </p:cNvPr>
            <p:cNvGrpSpPr/>
            <p:nvPr/>
          </p:nvGrpSpPr>
          <p:grpSpPr>
            <a:xfrm flipH="1">
              <a:off x="4655870" y="2743153"/>
              <a:ext cx="1159245" cy="952554"/>
              <a:chOff x="5125409" y="3583703"/>
              <a:chExt cx="482643" cy="396589"/>
            </a:xfrm>
          </p:grpSpPr>
          <p:cxnSp>
            <p:nvCxnSpPr>
              <p:cNvPr id="10" name="Connector: Elbow 9">
                <a:extLst>
                  <a:ext uri="{FF2B5EF4-FFF2-40B4-BE49-F238E27FC236}">
                    <a16:creationId xmlns:a16="http://schemas.microsoft.com/office/drawing/2014/main" id="{3275D676-AD17-49C5-9DEA-18E954D494CE}"/>
                  </a:ext>
                </a:extLst>
              </p:cNvPr>
              <p:cNvCxnSpPr>
                <a:cxnSpLocks/>
              </p:cNvCxnSpPr>
              <p:nvPr/>
            </p:nvCxnSpPr>
            <p:spPr>
              <a:xfrm rot="16200000" flipH="1">
                <a:off x="5217648" y="3581177"/>
                <a:ext cx="291129" cy="296190"/>
              </a:xfrm>
              <a:prstGeom prst="bentConnector3">
                <a:avLst>
                  <a:gd name="adj1" fmla="val 100929"/>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7437482D-2332-417F-9573-94FD96A7798B}"/>
                  </a:ext>
                </a:extLst>
              </p:cNvPr>
              <p:cNvCxnSpPr>
                <a:cxnSpLocks/>
              </p:cNvCxnSpPr>
              <p:nvPr/>
            </p:nvCxnSpPr>
            <p:spPr>
              <a:xfrm rot="16200000" flipH="1">
                <a:off x="5168436" y="3540676"/>
                <a:ext cx="396589" cy="482643"/>
              </a:xfrm>
              <a:prstGeom prst="bentConnector3">
                <a:avLst>
                  <a:gd name="adj1" fmla="val 99215"/>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grpSp>
      <p:sp>
        <p:nvSpPr>
          <p:cNvPr id="26" name="Rectangle 25">
            <a:extLst>
              <a:ext uri="{FF2B5EF4-FFF2-40B4-BE49-F238E27FC236}">
                <a16:creationId xmlns:a16="http://schemas.microsoft.com/office/drawing/2014/main" id="{F080A5CE-2A27-4A71-B160-441332CC772B}"/>
              </a:ext>
            </a:extLst>
          </p:cNvPr>
          <p:cNvSpPr/>
          <p:nvPr/>
        </p:nvSpPr>
        <p:spPr>
          <a:xfrm>
            <a:off x="-9524" y="2836196"/>
            <a:ext cx="12196762" cy="1360392"/>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2FBFAD-318C-47E8-A82D-2EDEDE3F63EE}"/>
              </a:ext>
            </a:extLst>
          </p:cNvPr>
          <p:cNvSpPr/>
          <p:nvPr/>
        </p:nvSpPr>
        <p:spPr>
          <a:xfrm>
            <a:off x="-4762" y="2938634"/>
            <a:ext cx="12196762" cy="1155517"/>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0C8F30-9C91-4D39-A29C-BCE4134E41E9}"/>
              </a:ext>
            </a:extLst>
          </p:cNvPr>
          <p:cNvSpPr txBox="1"/>
          <p:nvPr/>
        </p:nvSpPr>
        <p:spPr>
          <a:xfrm>
            <a:off x="-4762" y="2968172"/>
            <a:ext cx="12192000" cy="1015663"/>
          </a:xfrm>
          <a:prstGeom prst="rect">
            <a:avLst/>
          </a:prstGeom>
          <a:noFill/>
        </p:spPr>
        <p:txBody>
          <a:bodyPr wrap="square" rtlCol="0" anchor="ctr">
            <a:spAutoFit/>
          </a:bodyPr>
          <a:lstStyle/>
          <a:p>
            <a:pPr algn="ctr"/>
            <a:r>
              <a:rPr lang="en-US" altLang="ko-KR" sz="6000" dirty="0">
                <a:solidFill>
                  <a:schemeClr val="bg1"/>
                </a:solidFill>
                <a:cs typeface="Arial" pitchFamily="34" charset="0"/>
              </a:rPr>
              <a:t>THANK YOU</a:t>
            </a:r>
            <a:endParaRPr lang="ko-KR" altLang="en-US" sz="6000" dirty="0">
              <a:solidFill>
                <a:schemeClr val="bg1"/>
              </a:solidFill>
              <a:cs typeface="Arial" pitchFamily="34" charset="0"/>
            </a:endParaRPr>
          </a:p>
        </p:txBody>
      </p:sp>
      <p:sp>
        <p:nvSpPr>
          <p:cNvPr id="9" name="Freeform 13">
            <a:extLst>
              <a:ext uri="{FF2B5EF4-FFF2-40B4-BE49-F238E27FC236}">
                <a16:creationId xmlns:a16="http://schemas.microsoft.com/office/drawing/2014/main" id="{8237F776-235B-43B7-A208-7106E24CBAFE}"/>
              </a:ext>
            </a:extLst>
          </p:cNvPr>
          <p:cNvSpPr>
            <a:spLocks noChangeAspect="1"/>
          </p:cNvSpPr>
          <p:nvPr/>
        </p:nvSpPr>
        <p:spPr>
          <a:xfrm flipH="1">
            <a:off x="4878758" y="1367871"/>
            <a:ext cx="2434484" cy="1311656"/>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Tree>
    <p:extLst>
      <p:ext uri="{BB962C8B-B14F-4D97-AF65-F5344CB8AC3E}">
        <p14:creationId xmlns:p14="http://schemas.microsoft.com/office/powerpoint/2010/main" val="1832103495"/>
      </p:ext>
    </p:extLst>
  </p:cSld>
  <p:clrMapOvr>
    <a:masterClrMapping/>
  </p:clrMapOvr>
  <mc:AlternateContent xmlns:mc="http://schemas.openxmlformats.org/markup-compatibility/2006" xmlns:p14="http://schemas.microsoft.com/office/powerpoint/2010/main">
    <mc:Choice Requires="p14">
      <p:transition spd="slow" p14:dur="2000" advTm="849"/>
    </mc:Choice>
    <mc:Fallback xmlns="">
      <p:transition spd="slow" advTm="849"/>
    </mc:Fallback>
  </mc:AlternateContent>
</p:sld>
</file>

<file path=ppt/theme/theme1.xml><?xml version="1.0" encoding="utf-8"?>
<a:theme xmlns:a="http://schemas.openxmlformats.org/drawingml/2006/main" name="Cover and End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
      <a:dk1>
        <a:sysClr val="windowText" lastClr="000000"/>
      </a:dk1>
      <a:lt1>
        <a:sysClr val="window" lastClr="FFFFFF"/>
      </a:lt1>
      <a:dk2>
        <a:srgbClr val="44546A"/>
      </a:dk2>
      <a:lt2>
        <a:srgbClr val="E7E6E6"/>
      </a:lt2>
      <a:accent1>
        <a:srgbClr val="8AC7D3"/>
      </a:accent1>
      <a:accent2>
        <a:srgbClr val="307689"/>
      </a:accent2>
      <a:accent3>
        <a:srgbClr val="F7C76A"/>
      </a:accent3>
      <a:accent4>
        <a:srgbClr val="F47758"/>
      </a:accent4>
      <a:accent5>
        <a:srgbClr val="C1C3C4"/>
      </a:accent5>
      <a:accent6>
        <a:srgbClr val="506272"/>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590</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14</vt:i4>
      </vt:variant>
    </vt:vector>
  </HeadingPairs>
  <TitlesOfParts>
    <vt:vector size="19" baseType="lpstr">
      <vt:lpstr>Arial</vt:lpstr>
      <vt:lpstr>Calibri</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dc:creator>
  <cp:lastModifiedBy>Sachin Ghanteppagol</cp:lastModifiedBy>
  <cp:revision>24</cp:revision>
  <dcterms:created xsi:type="dcterms:W3CDTF">2020-07-22T14:42:02Z</dcterms:created>
  <dcterms:modified xsi:type="dcterms:W3CDTF">2020-09-14T12:31:40Z</dcterms:modified>
</cp:coreProperties>
</file>